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367" r:id="rId2"/>
    <p:sldId id="259" r:id="rId3"/>
    <p:sldId id="369" r:id="rId4"/>
    <p:sldId id="370" r:id="rId5"/>
    <p:sldId id="371" r:id="rId6"/>
    <p:sldId id="372" r:id="rId7"/>
    <p:sldId id="373" r:id="rId8"/>
    <p:sldId id="374" r:id="rId9"/>
    <p:sldId id="375" r:id="rId10"/>
    <p:sldId id="376" r:id="rId11"/>
    <p:sldId id="407" r:id="rId12"/>
    <p:sldId id="408" r:id="rId13"/>
    <p:sldId id="409" r:id="rId14"/>
    <p:sldId id="383" r:id="rId15"/>
    <p:sldId id="385" r:id="rId16"/>
    <p:sldId id="386" r:id="rId17"/>
    <p:sldId id="387" r:id="rId18"/>
    <p:sldId id="260" r:id="rId19"/>
    <p:sldId id="261" r:id="rId20"/>
    <p:sldId id="262" r:id="rId21"/>
    <p:sldId id="263" r:id="rId22"/>
    <p:sldId id="406" r:id="rId23"/>
    <p:sldId id="265" r:id="rId24"/>
    <p:sldId id="266" r:id="rId25"/>
    <p:sldId id="267" r:id="rId26"/>
    <p:sldId id="268" r:id="rId27"/>
    <p:sldId id="269" r:id="rId28"/>
    <p:sldId id="273" r:id="rId29"/>
    <p:sldId id="278" r:id="rId30"/>
    <p:sldId id="286" r:id="rId3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85B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97" autoAdjust="0"/>
    <p:restoredTop sz="88514" autoAdjust="0"/>
  </p:normalViewPr>
  <p:slideViewPr>
    <p:cSldViewPr snapToGrid="0">
      <p:cViewPr varScale="1">
        <p:scale>
          <a:sx n="77" d="100"/>
          <a:sy n="77" d="100"/>
        </p:scale>
        <p:origin x="17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129A6E-BADE-48A7-BEA0-052A0B1331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C1B00-3C9E-4969-8470-DA6ECF6112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057B9-7F8E-4A76-BB65-B0CDE389237C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0D77A-E581-480B-89FE-0DAC6EE8E1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C490E-B55E-4814-BF43-BEF793D435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02DEA-9E9C-4685-ADE8-1D7EAB487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08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8B55E72-2775-45AE-8CCB-EB9B0EA39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 userDrawn="1"/>
        </p:nvSpPr>
        <p:spPr>
          <a:xfrm>
            <a:off x="711200" y="2667000"/>
            <a:ext cx="10769600" cy="1828800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66700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3198" y="5076735"/>
            <a:ext cx="3677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Mohammad Javad Dousti</a:t>
            </a:r>
          </a:p>
        </p:txBody>
      </p:sp>
      <p:pic>
        <p:nvPicPr>
          <p:cNvPr id="10" name="Picture 2" descr="Image result for دانشگاه تهران">
            <a:extLst>
              <a:ext uri="{FF2B5EF4-FFF2-40B4-BE49-F238E27FC236}">
                <a16:creationId xmlns:a16="http://schemas.microsoft.com/office/drawing/2014/main" id="{9E7CB819-1140-D440-A5AE-83AC42085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" y="914400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دانشکده فنی لوگو">
            <a:extLst>
              <a:ext uri="{FF2B5EF4-FFF2-40B4-BE49-F238E27FC236}">
                <a16:creationId xmlns:a16="http://schemas.microsoft.com/office/drawing/2014/main" id="{820363BF-D45A-BC4C-8A96-854FBD06A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914400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E67ADEF-48BE-4324-BFFD-E5AE3FAAF2C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7725" y="104775"/>
            <a:ext cx="28765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CCC80-3337-49C5-9FD9-324BBCAE8FEA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DA4841B-B80A-F6C9-93FC-0F8ABAAA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E4485-A598-4052-9941-9E9BC9E10119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F7D44E6-A90F-113B-3256-810C6209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EAF2-6C9D-CD36-58BA-FF7BD8724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0C14B-1347-6B37-821C-672480041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2C097-92A9-A32A-FDBE-3C9FB3C3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0FE4-78EA-1E8B-08A9-3D6B6CBA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0744A-AD3D-0912-C5D1-4C1C05F1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F7C-39E9-4500-8C99-9F531900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7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3C75-5F21-B456-EB79-B3985BF1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EF23-F473-C1A8-281B-AB1D19DF0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FEAC0-7649-6AA2-4F39-5E34CAFBD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05001-BD8D-F477-59BD-B8C0F1D4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78C98-7A38-24BA-DD79-B838B243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03721-DD40-4C8F-4CC7-57DA13FA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F7C-39E9-4500-8C99-9F531900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5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415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5811" y="941713"/>
            <a:ext cx="10660379" cy="562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6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94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3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863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7368-A618-482D-8DB1-6FD6DC6B4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AA464-F9AD-4C1F-B952-D815088CB317}"/>
              </a:ext>
            </a:extLst>
          </p:cNvPr>
          <p:cNvSpPr txBox="1">
            <a:spLocks/>
          </p:cNvSpPr>
          <p:nvPr userDrawn="1"/>
        </p:nvSpPr>
        <p:spPr>
          <a:xfrm>
            <a:off x="11515410" y="6492876"/>
            <a:ext cx="6765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b="0" kern="1200" baseline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3C5C0-E1A2-4E4A-AF28-F88372D806D1}"/>
              </a:ext>
            </a:extLst>
          </p:cNvPr>
          <p:cNvSpPr txBox="1"/>
          <p:nvPr userDrawn="1"/>
        </p:nvSpPr>
        <p:spPr>
          <a:xfrm>
            <a:off x="228600" y="6488668"/>
            <a:ext cx="16764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FMNLP 1402</a:t>
            </a:r>
          </a:p>
        </p:txBody>
      </p:sp>
    </p:spTree>
    <p:extLst>
      <p:ext uri="{BB962C8B-B14F-4D97-AF65-F5344CB8AC3E}">
        <p14:creationId xmlns:p14="http://schemas.microsoft.com/office/powerpoint/2010/main" val="36601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77" r:id="rId5"/>
    <p:sldLayoutId id="2147483678" r:id="rId6"/>
    <p:sldLayoutId id="2147483680" r:id="rId7"/>
    <p:sldLayoutId id="2147483681" r:id="rId8"/>
    <p:sldLayoutId id="2147483682" r:id="rId9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facebookresearch/fais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sz="4400" dirty="0">
                <a:latin typeface="Calibri"/>
                <a:cs typeface="Calibri"/>
              </a:rPr>
              <a:t>Retrieval Augmented Generation (RAG)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2B7C8-73FC-E5E3-5282-E158EB33A64A}"/>
              </a:ext>
            </a:extLst>
          </p:cNvPr>
          <p:cNvSpPr txBox="1"/>
          <p:nvPr/>
        </p:nvSpPr>
        <p:spPr>
          <a:xfrm>
            <a:off x="105731" y="6088559"/>
            <a:ext cx="6760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Sources:</a:t>
            </a:r>
          </a:p>
          <a:p>
            <a:r>
              <a:rPr lang="en-US" sz="1000" dirty="0"/>
              <a:t>* Mohit </a:t>
            </a:r>
            <a:r>
              <a:rPr lang="en-US" sz="1000" dirty="0" err="1"/>
              <a:t>Iyyer’s</a:t>
            </a:r>
            <a:r>
              <a:rPr lang="en-US" sz="1000" dirty="0"/>
              <a:t> advanced NLP’s slides from UMass.</a:t>
            </a:r>
            <a:endParaRPr lang="en-US" sz="1000" dirty="0">
              <a:effectLst/>
            </a:endParaRPr>
          </a:p>
          <a:p>
            <a:r>
              <a:rPr lang="en-US" sz="1000" dirty="0"/>
              <a:t>* Y. Gao, et al. "Retrieval-augmented generation for large language models: A survey." </a:t>
            </a:r>
            <a:r>
              <a:rPr lang="en-US" sz="1000" i="1" dirty="0" err="1"/>
              <a:t>arXiv</a:t>
            </a:r>
            <a:r>
              <a:rPr lang="en-US" sz="1000" i="1" dirty="0"/>
              <a:t> preprint arXiv:2312.10997</a:t>
            </a:r>
            <a:r>
              <a:rPr lang="en-US" sz="1000" dirty="0"/>
              <a:t> (2023).</a:t>
            </a: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D1C789A-EF15-42C2-84C6-3BE6C79FCF56}"/>
              </a:ext>
            </a:extLst>
          </p:cNvPr>
          <p:cNvGrpSpPr/>
          <p:nvPr/>
        </p:nvGrpSpPr>
        <p:grpSpPr>
          <a:xfrm>
            <a:off x="7698971" y="1059868"/>
            <a:ext cx="4414195" cy="4596936"/>
            <a:chOff x="7698971" y="990598"/>
            <a:chExt cx="4414195" cy="4596936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8971" y="990598"/>
              <a:ext cx="4414195" cy="4414195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10958945" y="5404792"/>
              <a:ext cx="1154221" cy="1827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algn="r">
                <a:lnSpc>
                  <a:spcPct val="100000"/>
                </a:lnSpc>
                <a:spcBef>
                  <a:spcPts val="105"/>
                </a:spcBef>
              </a:pPr>
              <a:r>
                <a:rPr sz="1100" dirty="0">
                  <a:latin typeface="Times New Roman"/>
                  <a:cs typeface="Times New Roman"/>
                </a:rPr>
                <a:t>Draw by</a:t>
              </a:r>
              <a:r>
                <a:rPr sz="1100" spc="5" dirty="0">
                  <a:latin typeface="Times New Roman"/>
                  <a:cs typeface="Times New Roman"/>
                </a:rPr>
                <a:t> </a:t>
              </a:r>
              <a:r>
                <a:rPr sz="1100" spc="-10" dirty="0">
                  <a:latin typeface="Times New Roman"/>
                  <a:cs typeface="Times New Roman"/>
                </a:rPr>
                <a:t>DALL·E-</a:t>
              </a:r>
              <a:r>
                <a:rPr sz="1100" spc="-50" dirty="0">
                  <a:latin typeface="Times New Roman"/>
                  <a:cs typeface="Times New Roman"/>
                </a:rPr>
                <a:t>3</a:t>
              </a:r>
              <a:endParaRPr sz="1100" dirty="0">
                <a:latin typeface="Times New Roman"/>
                <a:cs typeface="Times New Roman"/>
              </a:endParaRPr>
            </a:p>
          </p:txBody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FC512B-5F7B-491B-BA58-4FEE0D8E7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Drawbacks of LLMs</a:t>
            </a:r>
          </a:p>
          <a:p>
            <a:pPr lvl="1"/>
            <a:r>
              <a:rPr lang="en-US" dirty="0"/>
              <a:t>Hallucination</a:t>
            </a:r>
          </a:p>
          <a:p>
            <a:pPr lvl="1"/>
            <a:r>
              <a:rPr lang="en-US" dirty="0"/>
              <a:t>Outdated information</a:t>
            </a:r>
          </a:p>
          <a:p>
            <a:pPr lvl="1"/>
            <a:r>
              <a:rPr lang="en-US" dirty="0"/>
              <a:t>Low efficiency in parameterizing knowledge</a:t>
            </a:r>
          </a:p>
          <a:p>
            <a:pPr lvl="1"/>
            <a:r>
              <a:rPr lang="en-US" dirty="0"/>
              <a:t>Lack of in-depth knowledge in specialized domains</a:t>
            </a:r>
          </a:p>
          <a:p>
            <a:pPr lvl="1"/>
            <a:r>
              <a:rPr lang="en-US" dirty="0"/>
              <a:t>Weak inferential capabilities</a:t>
            </a:r>
          </a:p>
          <a:p>
            <a:r>
              <a:rPr lang="en-US" dirty="0"/>
              <a:t>Practical Requirements of Application</a:t>
            </a:r>
          </a:p>
          <a:p>
            <a:pPr lvl="1"/>
            <a:r>
              <a:rPr lang="en-US" dirty="0"/>
              <a:t>Domain-specific accurate answering</a:t>
            </a:r>
          </a:p>
          <a:p>
            <a:pPr lvl="1"/>
            <a:r>
              <a:rPr lang="en-US" dirty="0"/>
              <a:t>Frequent updates of data</a:t>
            </a:r>
          </a:p>
          <a:p>
            <a:pPr lvl="1"/>
            <a:r>
              <a:rPr lang="en-US" dirty="0"/>
              <a:t>Traceability and </a:t>
            </a:r>
            <a:r>
              <a:rPr lang="en-US" dirty="0" err="1"/>
              <a:t>explainability</a:t>
            </a:r>
            <a:r>
              <a:rPr lang="en-US" dirty="0"/>
              <a:t> of generated content</a:t>
            </a:r>
          </a:p>
          <a:p>
            <a:pPr lvl="1"/>
            <a:r>
              <a:rPr lang="en-US" dirty="0"/>
              <a:t>Controllable cost</a:t>
            </a:r>
          </a:p>
          <a:p>
            <a:pPr lvl="1"/>
            <a:r>
              <a:rPr lang="en-US" dirty="0"/>
              <a:t>Privacy protection of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AF243459-F84C-4E14-B52D-925FFC12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51289" y="1982391"/>
            <a:ext cx="1613148" cy="2412354"/>
            <a:chOff x="5727700" y="2819400"/>
            <a:chExt cx="2294255" cy="34309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7700" y="2819400"/>
              <a:ext cx="2294036" cy="343043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5800" y="2832100"/>
              <a:ext cx="2217836" cy="33542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779214" y="2638545"/>
            <a:ext cx="1157288" cy="103891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algn="ctr">
              <a:spcBef>
                <a:spcPts val="70"/>
              </a:spcBef>
            </a:pPr>
            <a:r>
              <a:rPr sz="1687" spc="-14" dirty="0">
                <a:solidFill>
                  <a:srgbClr val="FFFFFF"/>
                </a:solidFill>
                <a:latin typeface="Arial"/>
                <a:cs typeface="Arial"/>
              </a:rPr>
              <a:t>BERT</a:t>
            </a:r>
            <a:endParaRPr sz="1687">
              <a:latin typeface="Arial"/>
              <a:cs typeface="Arial"/>
            </a:endParaRPr>
          </a:p>
          <a:p>
            <a:pPr marL="8929" marR="3572" algn="ctr">
              <a:lnSpc>
                <a:spcPct val="100699"/>
              </a:lnSpc>
            </a:pPr>
            <a:r>
              <a:rPr sz="1687" spc="-7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687" b="1" spc="-7" dirty="0">
                <a:solidFill>
                  <a:srgbClr val="FFFFFF"/>
                </a:solidFill>
                <a:latin typeface="Arial"/>
                <a:cs typeface="Arial"/>
              </a:rPr>
              <a:t>teacher</a:t>
            </a:r>
            <a:r>
              <a:rPr sz="1687" spc="-7" dirty="0">
                <a:solidFill>
                  <a:srgbClr val="FFFFFF"/>
                </a:solidFill>
                <a:latin typeface="Arial"/>
                <a:cs typeface="Arial"/>
              </a:rPr>
              <a:t>): </a:t>
            </a:r>
            <a:r>
              <a:rPr sz="1687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r>
              <a:rPr sz="1687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87" spc="-7" dirty="0">
                <a:solidFill>
                  <a:srgbClr val="FFFFFF"/>
                </a:solidFill>
                <a:latin typeface="Arial"/>
                <a:cs typeface="Arial"/>
              </a:rPr>
              <a:t>layer </a:t>
            </a:r>
            <a:r>
              <a:rPr sz="1687" spc="-28" dirty="0">
                <a:solidFill>
                  <a:srgbClr val="FFFFFF"/>
                </a:solidFill>
                <a:latin typeface="Arial"/>
                <a:cs typeface="Arial"/>
              </a:rPr>
              <a:t>Transformer</a:t>
            </a:r>
            <a:endParaRPr sz="168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4545" y="2898546"/>
            <a:ext cx="2404318" cy="51530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425931" marR="3572" indent="-417448">
              <a:lnSpc>
                <a:spcPct val="100699"/>
              </a:lnSpc>
              <a:spcBef>
                <a:spcPts val="56"/>
              </a:spcBef>
            </a:pPr>
            <a:r>
              <a:rPr sz="1687" dirty="0">
                <a:latin typeface="Arial"/>
                <a:cs typeface="Arial"/>
              </a:rPr>
              <a:t>Bob</a:t>
            </a:r>
            <a:r>
              <a:rPr sz="1687" spc="-21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went</a:t>
            </a:r>
            <a:r>
              <a:rPr sz="1687" spc="-21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to</a:t>
            </a:r>
            <a:r>
              <a:rPr sz="1687" spc="-18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the</a:t>
            </a:r>
            <a:r>
              <a:rPr sz="1687" spc="-21" dirty="0">
                <a:latin typeface="Arial"/>
                <a:cs typeface="Arial"/>
              </a:rPr>
              <a:t> &lt;MASK&gt; </a:t>
            </a:r>
            <a:r>
              <a:rPr sz="1687" dirty="0">
                <a:latin typeface="Arial"/>
                <a:cs typeface="Arial"/>
              </a:rPr>
              <a:t>to</a:t>
            </a:r>
            <a:r>
              <a:rPr sz="1687" spc="-46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get</a:t>
            </a:r>
            <a:r>
              <a:rPr sz="1687" spc="-42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a</a:t>
            </a:r>
            <a:r>
              <a:rPr sz="1687" spc="-42" dirty="0">
                <a:latin typeface="Arial"/>
                <a:cs typeface="Arial"/>
              </a:rPr>
              <a:t> </a:t>
            </a:r>
            <a:r>
              <a:rPr sz="1687" spc="-14" dirty="0">
                <a:latin typeface="Arial"/>
                <a:cs typeface="Arial"/>
              </a:rPr>
              <a:t>buzz</a:t>
            </a:r>
            <a:r>
              <a:rPr sz="1687" spc="-42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cut</a:t>
            </a:r>
            <a:endParaRPr sz="1687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19055" y="3166467"/>
            <a:ext cx="625078" cy="150019"/>
            <a:chOff x="4686300" y="4503420"/>
            <a:chExt cx="889000" cy="213360"/>
          </a:xfrm>
        </p:grpSpPr>
        <p:sp>
          <p:nvSpPr>
            <p:cNvPr id="8" name="object 8"/>
            <p:cNvSpPr/>
            <p:nvPr/>
          </p:nvSpPr>
          <p:spPr>
            <a:xfrm>
              <a:off x="4686300" y="4610100"/>
              <a:ext cx="701040" cy="0"/>
            </a:xfrm>
            <a:custGeom>
              <a:avLst/>
              <a:gdLst/>
              <a:ahLst/>
              <a:cxnLst/>
              <a:rect l="l" t="t" r="r" b="b"/>
              <a:pathLst>
                <a:path w="701039">
                  <a:moveTo>
                    <a:pt x="0" y="0"/>
                  </a:moveTo>
                  <a:lnTo>
                    <a:pt x="675107" y="0"/>
                  </a:lnTo>
                  <a:lnTo>
                    <a:pt x="700507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61406" y="450342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59"/>
                  </a:lnTo>
                  <a:lnTo>
                    <a:pt x="213360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200376" y="3166467"/>
            <a:ext cx="625078" cy="150019"/>
            <a:chOff x="8073068" y="4503420"/>
            <a:chExt cx="889000" cy="213360"/>
          </a:xfrm>
        </p:grpSpPr>
        <p:sp>
          <p:nvSpPr>
            <p:cNvPr id="11" name="object 11"/>
            <p:cNvSpPr/>
            <p:nvPr/>
          </p:nvSpPr>
          <p:spPr>
            <a:xfrm>
              <a:off x="8073068" y="4610100"/>
              <a:ext cx="701040" cy="0"/>
            </a:xfrm>
            <a:custGeom>
              <a:avLst/>
              <a:gdLst/>
              <a:ahLst/>
              <a:cxnLst/>
              <a:rect l="l" t="t" r="r" b="b"/>
              <a:pathLst>
                <a:path w="701040">
                  <a:moveTo>
                    <a:pt x="0" y="0"/>
                  </a:moveTo>
                  <a:lnTo>
                    <a:pt x="675107" y="0"/>
                  </a:lnTo>
                  <a:lnTo>
                    <a:pt x="700507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48176" y="450342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60">
                  <a:moveTo>
                    <a:pt x="0" y="0"/>
                  </a:moveTo>
                  <a:lnTo>
                    <a:pt x="0" y="213359"/>
                  </a:lnTo>
                  <a:lnTo>
                    <a:pt x="213359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12005" y="2581037"/>
            <a:ext cx="1630114" cy="130712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algn="ctr">
              <a:spcBef>
                <a:spcPts val="70"/>
              </a:spcBef>
            </a:pPr>
            <a:r>
              <a:rPr sz="1687" spc="-7" dirty="0">
                <a:latin typeface="Arial"/>
                <a:cs typeface="Arial"/>
              </a:rPr>
              <a:t>barbershop:</a:t>
            </a:r>
            <a:r>
              <a:rPr sz="1687" spc="-105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54%</a:t>
            </a:r>
            <a:endParaRPr sz="1687">
              <a:latin typeface="Arial"/>
              <a:cs typeface="Arial"/>
            </a:endParaRPr>
          </a:p>
          <a:p>
            <a:pPr algn="ctr">
              <a:spcBef>
                <a:spcPts val="14"/>
              </a:spcBef>
            </a:pPr>
            <a:r>
              <a:rPr sz="1687" spc="-14" dirty="0">
                <a:latin typeface="Arial"/>
                <a:cs typeface="Arial"/>
              </a:rPr>
              <a:t>barber:</a:t>
            </a:r>
            <a:r>
              <a:rPr sz="1687" spc="-63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20%</a:t>
            </a:r>
            <a:endParaRPr sz="1687">
              <a:latin typeface="Arial"/>
              <a:cs typeface="Arial"/>
            </a:endParaRPr>
          </a:p>
          <a:p>
            <a:pPr algn="ctr">
              <a:spcBef>
                <a:spcPts val="14"/>
              </a:spcBef>
            </a:pPr>
            <a:r>
              <a:rPr sz="1687" spc="-25" dirty="0">
                <a:latin typeface="Arial"/>
                <a:cs typeface="Arial"/>
              </a:rPr>
              <a:t>salon:</a:t>
            </a:r>
            <a:r>
              <a:rPr sz="1687" spc="-80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6%</a:t>
            </a:r>
            <a:endParaRPr sz="1687">
              <a:latin typeface="Arial"/>
              <a:cs typeface="Arial"/>
            </a:endParaRPr>
          </a:p>
          <a:p>
            <a:pPr algn="ctr">
              <a:spcBef>
                <a:spcPts val="14"/>
              </a:spcBef>
            </a:pPr>
            <a:r>
              <a:rPr sz="1687" spc="-21" dirty="0">
                <a:latin typeface="Arial"/>
                <a:cs typeface="Arial"/>
              </a:rPr>
              <a:t>stylist:</a:t>
            </a:r>
            <a:r>
              <a:rPr sz="1687" spc="-67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4%</a:t>
            </a:r>
            <a:endParaRPr sz="1687">
              <a:latin typeface="Arial"/>
              <a:cs typeface="Arial"/>
            </a:endParaRPr>
          </a:p>
          <a:p>
            <a:pPr algn="ctr">
              <a:spcBef>
                <a:spcPts val="14"/>
              </a:spcBef>
            </a:pPr>
            <a:r>
              <a:rPr sz="1687" dirty="0">
                <a:latin typeface="Arial"/>
                <a:cs typeface="Arial"/>
              </a:rPr>
              <a:t>…</a:t>
            </a:r>
            <a:endParaRPr sz="1687">
              <a:latin typeface="Arial"/>
              <a:cs typeface="Arial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6353022-55D3-440E-BAD8-49828676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D0D109D-EB63-4CE7-85D7-708E2B84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26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51289" y="1982391"/>
            <a:ext cx="1613148" cy="2412354"/>
            <a:chOff x="5727700" y="2819400"/>
            <a:chExt cx="2294255" cy="34309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7700" y="2819400"/>
              <a:ext cx="2294036" cy="343043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5800" y="2832100"/>
              <a:ext cx="2217836" cy="33542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779214" y="2638545"/>
            <a:ext cx="1157288" cy="103891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algn="ctr">
              <a:spcBef>
                <a:spcPts val="70"/>
              </a:spcBef>
            </a:pPr>
            <a:r>
              <a:rPr sz="1687" spc="-14" dirty="0">
                <a:solidFill>
                  <a:srgbClr val="FFFFFF"/>
                </a:solidFill>
                <a:latin typeface="Arial"/>
                <a:cs typeface="Arial"/>
              </a:rPr>
              <a:t>BERT</a:t>
            </a:r>
            <a:endParaRPr sz="1687">
              <a:latin typeface="Arial"/>
              <a:cs typeface="Arial"/>
            </a:endParaRPr>
          </a:p>
          <a:p>
            <a:pPr marL="8929" marR="3572" algn="ctr">
              <a:lnSpc>
                <a:spcPct val="100699"/>
              </a:lnSpc>
            </a:pPr>
            <a:r>
              <a:rPr sz="1687" spc="-7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687" b="1" spc="-7" dirty="0">
                <a:solidFill>
                  <a:srgbClr val="FFFFFF"/>
                </a:solidFill>
                <a:latin typeface="Arial"/>
                <a:cs typeface="Arial"/>
              </a:rPr>
              <a:t>teacher</a:t>
            </a:r>
            <a:r>
              <a:rPr sz="1687" spc="-7" dirty="0">
                <a:solidFill>
                  <a:srgbClr val="FFFFFF"/>
                </a:solidFill>
                <a:latin typeface="Arial"/>
                <a:cs typeface="Arial"/>
              </a:rPr>
              <a:t>): </a:t>
            </a:r>
            <a:r>
              <a:rPr sz="1687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r>
              <a:rPr sz="1687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87" spc="-7" dirty="0">
                <a:solidFill>
                  <a:srgbClr val="FFFFFF"/>
                </a:solidFill>
                <a:latin typeface="Arial"/>
                <a:cs typeface="Arial"/>
              </a:rPr>
              <a:t>layer </a:t>
            </a:r>
            <a:r>
              <a:rPr sz="1687" spc="-28" dirty="0">
                <a:solidFill>
                  <a:srgbClr val="FFFFFF"/>
                </a:solidFill>
                <a:latin typeface="Arial"/>
                <a:cs typeface="Arial"/>
              </a:rPr>
              <a:t>Transformer</a:t>
            </a:r>
            <a:endParaRPr sz="168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4545" y="2898546"/>
            <a:ext cx="2404318" cy="51530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425931" marR="3572" indent="-417448">
              <a:lnSpc>
                <a:spcPct val="100699"/>
              </a:lnSpc>
              <a:spcBef>
                <a:spcPts val="56"/>
              </a:spcBef>
            </a:pPr>
            <a:r>
              <a:rPr sz="1687" dirty="0">
                <a:latin typeface="Arial"/>
                <a:cs typeface="Arial"/>
              </a:rPr>
              <a:t>Bob</a:t>
            </a:r>
            <a:r>
              <a:rPr sz="1687" spc="-21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went</a:t>
            </a:r>
            <a:r>
              <a:rPr sz="1687" spc="-21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to</a:t>
            </a:r>
            <a:r>
              <a:rPr sz="1687" spc="-18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the</a:t>
            </a:r>
            <a:r>
              <a:rPr sz="1687" spc="-21" dirty="0">
                <a:latin typeface="Arial"/>
                <a:cs typeface="Arial"/>
              </a:rPr>
              <a:t> &lt;MASK&gt; </a:t>
            </a:r>
            <a:r>
              <a:rPr sz="1687" dirty="0">
                <a:latin typeface="Arial"/>
                <a:cs typeface="Arial"/>
              </a:rPr>
              <a:t>to</a:t>
            </a:r>
            <a:r>
              <a:rPr sz="1687" spc="-46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get</a:t>
            </a:r>
            <a:r>
              <a:rPr sz="1687" spc="-42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a</a:t>
            </a:r>
            <a:r>
              <a:rPr sz="1687" spc="-42" dirty="0">
                <a:latin typeface="Arial"/>
                <a:cs typeface="Arial"/>
              </a:rPr>
              <a:t> </a:t>
            </a:r>
            <a:r>
              <a:rPr sz="1687" spc="-14" dirty="0">
                <a:latin typeface="Arial"/>
                <a:cs typeface="Arial"/>
              </a:rPr>
              <a:t>buzz</a:t>
            </a:r>
            <a:r>
              <a:rPr sz="1687" spc="-42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cut</a:t>
            </a:r>
            <a:endParaRPr sz="1687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19055" y="3166467"/>
            <a:ext cx="625078" cy="150019"/>
            <a:chOff x="4686300" y="4503420"/>
            <a:chExt cx="889000" cy="213360"/>
          </a:xfrm>
        </p:grpSpPr>
        <p:sp>
          <p:nvSpPr>
            <p:cNvPr id="8" name="object 8"/>
            <p:cNvSpPr/>
            <p:nvPr/>
          </p:nvSpPr>
          <p:spPr>
            <a:xfrm>
              <a:off x="4686300" y="4610100"/>
              <a:ext cx="701040" cy="0"/>
            </a:xfrm>
            <a:custGeom>
              <a:avLst/>
              <a:gdLst/>
              <a:ahLst/>
              <a:cxnLst/>
              <a:rect l="l" t="t" r="r" b="b"/>
              <a:pathLst>
                <a:path w="701039">
                  <a:moveTo>
                    <a:pt x="0" y="0"/>
                  </a:moveTo>
                  <a:lnTo>
                    <a:pt x="675107" y="0"/>
                  </a:lnTo>
                  <a:lnTo>
                    <a:pt x="700507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61406" y="450342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59"/>
                  </a:lnTo>
                  <a:lnTo>
                    <a:pt x="213360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200376" y="3166467"/>
            <a:ext cx="625078" cy="150019"/>
            <a:chOff x="8073068" y="4503420"/>
            <a:chExt cx="889000" cy="213360"/>
          </a:xfrm>
        </p:grpSpPr>
        <p:sp>
          <p:nvSpPr>
            <p:cNvPr id="11" name="object 11"/>
            <p:cNvSpPr/>
            <p:nvPr/>
          </p:nvSpPr>
          <p:spPr>
            <a:xfrm>
              <a:off x="8073068" y="4610100"/>
              <a:ext cx="701040" cy="0"/>
            </a:xfrm>
            <a:custGeom>
              <a:avLst/>
              <a:gdLst/>
              <a:ahLst/>
              <a:cxnLst/>
              <a:rect l="l" t="t" r="r" b="b"/>
              <a:pathLst>
                <a:path w="701040">
                  <a:moveTo>
                    <a:pt x="0" y="0"/>
                  </a:moveTo>
                  <a:lnTo>
                    <a:pt x="675107" y="0"/>
                  </a:lnTo>
                  <a:lnTo>
                    <a:pt x="700507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48176" y="450342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60">
                  <a:moveTo>
                    <a:pt x="0" y="0"/>
                  </a:moveTo>
                  <a:lnTo>
                    <a:pt x="0" y="213359"/>
                  </a:lnTo>
                  <a:lnTo>
                    <a:pt x="213359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12005" y="2581037"/>
            <a:ext cx="1630114" cy="130712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algn="ctr">
              <a:spcBef>
                <a:spcPts val="70"/>
              </a:spcBef>
            </a:pPr>
            <a:r>
              <a:rPr sz="1687" spc="-7" dirty="0">
                <a:latin typeface="Arial"/>
                <a:cs typeface="Arial"/>
              </a:rPr>
              <a:t>barbershop:</a:t>
            </a:r>
            <a:r>
              <a:rPr sz="1687" spc="-105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54%</a:t>
            </a:r>
            <a:endParaRPr sz="1687">
              <a:latin typeface="Arial"/>
              <a:cs typeface="Arial"/>
            </a:endParaRPr>
          </a:p>
          <a:p>
            <a:pPr algn="ctr">
              <a:spcBef>
                <a:spcPts val="14"/>
              </a:spcBef>
            </a:pPr>
            <a:r>
              <a:rPr sz="1687" spc="-14" dirty="0">
                <a:latin typeface="Arial"/>
                <a:cs typeface="Arial"/>
              </a:rPr>
              <a:t>barber:</a:t>
            </a:r>
            <a:r>
              <a:rPr sz="1687" spc="-63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20%</a:t>
            </a:r>
            <a:endParaRPr sz="1687">
              <a:latin typeface="Arial"/>
              <a:cs typeface="Arial"/>
            </a:endParaRPr>
          </a:p>
          <a:p>
            <a:pPr algn="ctr">
              <a:spcBef>
                <a:spcPts val="14"/>
              </a:spcBef>
            </a:pPr>
            <a:r>
              <a:rPr sz="1687" spc="-25" dirty="0">
                <a:latin typeface="Arial"/>
                <a:cs typeface="Arial"/>
              </a:rPr>
              <a:t>salon:</a:t>
            </a:r>
            <a:r>
              <a:rPr sz="1687" spc="-80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6%</a:t>
            </a:r>
            <a:endParaRPr sz="1687">
              <a:latin typeface="Arial"/>
              <a:cs typeface="Arial"/>
            </a:endParaRPr>
          </a:p>
          <a:p>
            <a:pPr algn="ctr">
              <a:spcBef>
                <a:spcPts val="14"/>
              </a:spcBef>
            </a:pPr>
            <a:r>
              <a:rPr sz="1687" spc="-21" dirty="0">
                <a:latin typeface="Arial"/>
                <a:cs typeface="Arial"/>
              </a:rPr>
              <a:t>stylist:</a:t>
            </a:r>
            <a:r>
              <a:rPr sz="1687" spc="-67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4%</a:t>
            </a:r>
            <a:endParaRPr sz="1687">
              <a:latin typeface="Arial"/>
              <a:cs typeface="Arial"/>
            </a:endParaRPr>
          </a:p>
          <a:p>
            <a:pPr algn="ctr">
              <a:spcBef>
                <a:spcPts val="14"/>
              </a:spcBef>
            </a:pPr>
            <a:r>
              <a:rPr sz="1687" dirty="0">
                <a:latin typeface="Arial"/>
                <a:cs typeface="Arial"/>
              </a:rPr>
              <a:t>…</a:t>
            </a:r>
            <a:endParaRPr sz="168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4550" y="757559"/>
            <a:ext cx="3868787" cy="797326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6789" rIns="0" bIns="0" rtlCol="0">
            <a:spAutoFit/>
          </a:bodyPr>
          <a:lstStyle/>
          <a:p>
            <a:pPr marL="50451" marR="45093" algn="ctr">
              <a:lnSpc>
                <a:spcPct val="100699"/>
              </a:lnSpc>
              <a:spcBef>
                <a:spcPts val="211"/>
              </a:spcBef>
            </a:pPr>
            <a:r>
              <a:rPr sz="1687" spc="-18" dirty="0">
                <a:latin typeface="Arial"/>
                <a:cs typeface="Arial"/>
              </a:rPr>
              <a:t>World</a:t>
            </a:r>
            <a:r>
              <a:rPr sz="1687" spc="-91" dirty="0">
                <a:latin typeface="Arial"/>
                <a:cs typeface="Arial"/>
              </a:rPr>
              <a:t> </a:t>
            </a:r>
            <a:r>
              <a:rPr sz="1687" spc="-7" dirty="0">
                <a:latin typeface="Arial"/>
                <a:cs typeface="Arial"/>
              </a:rPr>
              <a:t>knowledge</a:t>
            </a:r>
            <a:r>
              <a:rPr sz="1687" spc="-88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is</a:t>
            </a:r>
            <a:r>
              <a:rPr sz="1687" spc="-88" dirty="0">
                <a:latin typeface="Arial"/>
                <a:cs typeface="Arial"/>
              </a:rPr>
              <a:t> </a:t>
            </a:r>
            <a:r>
              <a:rPr sz="1687" i="1" spc="-25" dirty="0">
                <a:latin typeface="Arial"/>
                <a:cs typeface="Arial"/>
              </a:rPr>
              <a:t>implicitly</a:t>
            </a:r>
            <a:r>
              <a:rPr sz="1687" i="1" spc="-88" dirty="0">
                <a:latin typeface="Arial"/>
                <a:cs typeface="Arial"/>
              </a:rPr>
              <a:t> </a:t>
            </a:r>
            <a:r>
              <a:rPr sz="1687" spc="-7" dirty="0">
                <a:latin typeface="Arial"/>
                <a:cs typeface="Arial"/>
              </a:rPr>
              <a:t>encoded</a:t>
            </a:r>
            <a:r>
              <a:rPr sz="1687" spc="-88" dirty="0">
                <a:latin typeface="Arial"/>
                <a:cs typeface="Arial"/>
              </a:rPr>
              <a:t> </a:t>
            </a:r>
            <a:r>
              <a:rPr sz="1687" spc="-18" dirty="0">
                <a:latin typeface="Arial"/>
                <a:cs typeface="Arial"/>
              </a:rPr>
              <a:t>in </a:t>
            </a:r>
            <a:r>
              <a:rPr sz="1687" spc="-70" dirty="0">
                <a:latin typeface="Arial"/>
                <a:cs typeface="Arial"/>
              </a:rPr>
              <a:t>BERT’s</a:t>
            </a:r>
            <a:r>
              <a:rPr sz="1687" spc="-49" dirty="0">
                <a:latin typeface="Arial"/>
                <a:cs typeface="Arial"/>
              </a:rPr>
              <a:t> </a:t>
            </a:r>
            <a:r>
              <a:rPr sz="1687" spc="-28" dirty="0">
                <a:latin typeface="Arial"/>
                <a:cs typeface="Arial"/>
              </a:rPr>
              <a:t>parameters!</a:t>
            </a:r>
            <a:r>
              <a:rPr sz="1687" spc="-67" dirty="0">
                <a:latin typeface="Arial"/>
                <a:cs typeface="Arial"/>
              </a:rPr>
              <a:t> </a:t>
            </a:r>
            <a:r>
              <a:rPr sz="1687" spc="-25" dirty="0">
                <a:latin typeface="Arial"/>
                <a:cs typeface="Arial"/>
              </a:rPr>
              <a:t>(e.g.,</a:t>
            </a:r>
            <a:r>
              <a:rPr sz="1687" spc="-56" dirty="0">
                <a:latin typeface="Arial"/>
                <a:cs typeface="Arial"/>
              </a:rPr>
              <a:t> </a:t>
            </a:r>
            <a:r>
              <a:rPr sz="1687" spc="-14" dirty="0">
                <a:latin typeface="Arial"/>
                <a:cs typeface="Arial"/>
              </a:rPr>
              <a:t>that </a:t>
            </a:r>
            <a:r>
              <a:rPr sz="1687" spc="-21" dirty="0">
                <a:latin typeface="Arial"/>
                <a:cs typeface="Arial"/>
              </a:rPr>
              <a:t>barbershops</a:t>
            </a:r>
            <a:r>
              <a:rPr sz="1687" spc="-60" dirty="0">
                <a:latin typeface="Arial"/>
                <a:cs typeface="Arial"/>
              </a:rPr>
              <a:t> </a:t>
            </a:r>
            <a:r>
              <a:rPr sz="1687" spc="-49" dirty="0">
                <a:latin typeface="Arial"/>
                <a:cs typeface="Arial"/>
              </a:rPr>
              <a:t>are </a:t>
            </a:r>
            <a:r>
              <a:rPr sz="1687" spc="-18" dirty="0">
                <a:latin typeface="Arial"/>
                <a:cs typeface="Arial"/>
              </a:rPr>
              <a:t>places</a:t>
            </a:r>
            <a:r>
              <a:rPr sz="1687" spc="-49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to</a:t>
            </a:r>
            <a:r>
              <a:rPr sz="1687" spc="-49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get</a:t>
            </a:r>
            <a:r>
              <a:rPr sz="1687" spc="-49" dirty="0">
                <a:latin typeface="Arial"/>
                <a:cs typeface="Arial"/>
              </a:rPr>
              <a:t> </a:t>
            </a:r>
            <a:r>
              <a:rPr sz="1687" spc="-14" dirty="0">
                <a:latin typeface="Arial"/>
                <a:cs typeface="Arial"/>
              </a:rPr>
              <a:t>buzz</a:t>
            </a:r>
            <a:r>
              <a:rPr sz="1687" spc="-49" dirty="0">
                <a:latin typeface="Arial"/>
                <a:cs typeface="Arial"/>
              </a:rPr>
              <a:t> </a:t>
            </a:r>
            <a:r>
              <a:rPr sz="1687" spc="-7" dirty="0">
                <a:latin typeface="Arial"/>
                <a:cs typeface="Arial"/>
              </a:rPr>
              <a:t>cuts)</a:t>
            </a:r>
            <a:endParaRPr sz="1687">
              <a:latin typeface="Arial"/>
              <a:cs typeface="Arial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5EC13A0-B1D2-4C1C-8839-7B77B209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A174DD1-3E48-46B2-BBAC-F80CC110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6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7703" y="2210098"/>
            <a:ext cx="7014270" cy="240655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923443" y="6492240"/>
            <a:ext cx="2524869" cy="2686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687" spc="-7" dirty="0">
                <a:latin typeface="Arial"/>
                <a:cs typeface="Arial"/>
              </a:rPr>
              <a:t>Guu</a:t>
            </a:r>
            <a:r>
              <a:rPr sz="1687" spc="-74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et</a:t>
            </a:r>
            <a:r>
              <a:rPr sz="1687" spc="-74" dirty="0">
                <a:latin typeface="Arial"/>
                <a:cs typeface="Arial"/>
              </a:rPr>
              <a:t> </a:t>
            </a:r>
            <a:r>
              <a:rPr sz="1687" spc="-7" dirty="0">
                <a:latin typeface="Arial"/>
                <a:cs typeface="Arial"/>
              </a:rPr>
              <a:t>al.,</a:t>
            </a:r>
            <a:r>
              <a:rPr sz="1687" spc="-74" dirty="0">
                <a:latin typeface="Arial"/>
                <a:cs typeface="Arial"/>
              </a:rPr>
              <a:t> </a:t>
            </a:r>
            <a:r>
              <a:rPr sz="1687" dirty="0">
                <a:latin typeface="Arial"/>
                <a:cs typeface="Arial"/>
              </a:rPr>
              <a:t>2020</a:t>
            </a:r>
            <a:r>
              <a:rPr sz="1687" spc="-74" dirty="0">
                <a:latin typeface="Arial"/>
                <a:cs typeface="Arial"/>
              </a:rPr>
              <a:t> </a:t>
            </a:r>
            <a:r>
              <a:rPr sz="1687" spc="-53" dirty="0">
                <a:latin typeface="Arial"/>
                <a:cs typeface="Arial"/>
              </a:rPr>
              <a:t>(“REALM”)</a:t>
            </a:r>
            <a:endParaRPr sz="1687">
              <a:latin typeface="Arial"/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77B0B9-BE1B-4A49-ABEC-B1F716D7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875AF-BDA5-4FEB-BEB1-9321495C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633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5573" y="199191"/>
            <a:ext cx="4590681" cy="6861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564227-A585-4FEE-AFC1-F4B1DEE0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3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0479" y="199176"/>
            <a:ext cx="6046291" cy="2542282"/>
            <a:chOff x="1431436" y="283272"/>
            <a:chExt cx="8599170" cy="36156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1436" y="283272"/>
              <a:ext cx="8598798" cy="28767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07100" y="2628899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1270000" y="0"/>
                  </a:moveTo>
                  <a:lnTo>
                    <a:pt x="0" y="0"/>
                  </a:lnTo>
                  <a:lnTo>
                    <a:pt x="0" y="1270000"/>
                  </a:lnTo>
                  <a:lnTo>
                    <a:pt x="1270000" y="1270000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D68F-573D-44B0-8940-3ADEC53C7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1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0479" y="199493"/>
            <a:ext cx="6762452" cy="3283446"/>
            <a:chOff x="1431436" y="283724"/>
            <a:chExt cx="9617710" cy="46697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1436" y="283724"/>
              <a:ext cx="8598798" cy="41423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778999" y="368300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1270000" y="0"/>
                  </a:moveTo>
                  <a:lnTo>
                    <a:pt x="0" y="0"/>
                  </a:lnTo>
                  <a:lnTo>
                    <a:pt x="0" y="1270000"/>
                  </a:lnTo>
                  <a:lnTo>
                    <a:pt x="1270000" y="1270000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54551-DD67-49B8-A165-D0732A1AC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5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0479" y="199334"/>
            <a:ext cx="6263103" cy="444291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BA24E1-63C0-4985-9F27-2738DD5D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7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0507" y="199354"/>
            <a:ext cx="6884582" cy="64944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544172-288E-4732-A3A3-6FD58628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23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0507" y="199354"/>
            <a:ext cx="6884582" cy="64944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544172-288E-4732-A3A3-6FD58628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7CEB272-0A84-443A-9D14-A4D527016D17}"/>
              </a:ext>
            </a:extLst>
          </p:cNvPr>
          <p:cNvSpPr/>
          <p:nvPr/>
        </p:nvSpPr>
        <p:spPr>
          <a:xfrm>
            <a:off x="6588905" y="2018239"/>
            <a:ext cx="2483346" cy="706785"/>
          </a:xfrm>
          <a:custGeom>
            <a:avLst/>
            <a:gdLst/>
            <a:ahLst/>
            <a:cxnLst/>
            <a:rect l="l" t="t" r="r" b="b"/>
            <a:pathLst>
              <a:path w="3531870" h="1005204">
                <a:moveTo>
                  <a:pt x="3531422" y="0"/>
                </a:moveTo>
                <a:lnTo>
                  <a:pt x="0" y="0"/>
                </a:lnTo>
                <a:lnTo>
                  <a:pt x="0" y="1004948"/>
                </a:lnTo>
                <a:lnTo>
                  <a:pt x="3531422" y="1004948"/>
                </a:lnTo>
                <a:lnTo>
                  <a:pt x="3531422" y="0"/>
                </a:lnTo>
                <a:close/>
              </a:path>
            </a:pathLst>
          </a:custGeom>
          <a:solidFill>
            <a:srgbClr val="F5D3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1C9EFF-F742-4CF3-9C3E-86646D18126A}"/>
              </a:ext>
            </a:extLst>
          </p:cNvPr>
          <p:cNvSpPr txBox="1"/>
          <p:nvPr/>
        </p:nvSpPr>
        <p:spPr>
          <a:xfrm>
            <a:off x="6596758" y="2027684"/>
            <a:ext cx="2483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ZRJUYH+HelveticaNeue-Light"/>
              </a:rPr>
              <a:t>How can we train this retriever???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540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CC8AF1-AE68-4820-8F1C-5E4AEB4C9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TF-IDF and BM25 (Robertson, </a:t>
            </a:r>
            <a:r>
              <a:rPr lang="en-US" dirty="0" err="1"/>
              <a:t>Spärck</a:t>
            </a:r>
            <a:r>
              <a:rPr lang="en-US" dirty="0"/>
              <a:t> Jones, et al.)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Used in </a:t>
            </a:r>
            <a:r>
              <a:rPr lang="en-US" dirty="0" err="1"/>
              <a:t>DrQA</a:t>
            </a:r>
            <a:r>
              <a:rPr lang="en-US" dirty="0"/>
              <a:t> (Chen et al 2017)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2F26BD-0D30-4760-B3D5-B611CEC5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Retrieval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CF302-D445-487C-9741-8F6D2B25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C7DB8-1D51-4C82-B5C6-CE9AD2BD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5" y="1614055"/>
            <a:ext cx="7773023" cy="2894556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4CECA1-D779-415C-BB58-0D2030F11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936" y="4577884"/>
            <a:ext cx="5015346" cy="2213405"/>
          </a:xfrm>
          <a:prstGeom prst="rect">
            <a:avLst/>
          </a:prstGeom>
          <a:ln w="19050"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27199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7F5A0E-B615-47EF-8861-C097B3E7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Dense Retriever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1C22A-B97E-4288-B612-B8664A08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B0903D61-CC16-4E80-9014-D14D704991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3238" y="1366242"/>
            <a:ext cx="7014270" cy="420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3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266700" y="990600"/>
            <a:ext cx="11658600" cy="4568756"/>
          </a:xfrm>
        </p:spPr>
        <p:txBody>
          <a:bodyPr vert="horz" wrap="square" lIns="0" tIns="1339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Based on “semantic similarity” (i.e., cosine score between two embeddings)</a:t>
            </a:r>
          </a:p>
          <a:p>
            <a:r>
              <a:rPr lang="en-US" dirty="0"/>
              <a:t>Powered by FAISS (Johnson et al. 2019)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https://github.com/facebookresearch/faiss</a:t>
            </a:r>
            <a:endParaRPr lang="en-US" dirty="0"/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95228"/>
            <a:ext cx="11658601" cy="620963"/>
          </a:xfrm>
        </p:spPr>
        <p:txBody>
          <a:bodyPr vert="horz" wrap="square" lIns="0" tIns="5358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Idea: A vector database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A9CB-9FAF-4648-A5C5-D949D0949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637CB-4C64-498F-A354-336036787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962" y="2365340"/>
            <a:ext cx="7591425" cy="1819275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4844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F2AFBE-D7E3-40B2-803F-E47EF55E1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Unlike </a:t>
            </a:r>
            <a:r>
              <a:rPr lang="en-US" dirty="0" err="1"/>
              <a:t>SQuAD</a:t>
            </a:r>
            <a:r>
              <a:rPr lang="en-US" dirty="0"/>
              <a:t>-style QA, in open-domain QA we are only given a question, not a supporting document that is guaranteed to contain the answer</a:t>
            </a:r>
          </a:p>
          <a:p>
            <a:r>
              <a:rPr lang="en-US" dirty="0"/>
              <a:t>Open-domain QA generally has a large </a:t>
            </a:r>
            <a:r>
              <a:rPr lang="en-US" i="1" dirty="0">
                <a:solidFill>
                  <a:srgbClr val="C00000"/>
                </a:solidFill>
              </a:rPr>
              <a:t>retrieval</a:t>
            </a:r>
            <a:r>
              <a:rPr lang="en-US" dirty="0"/>
              <a:t> component, since the answer to any given question could occur anywhere in a large collection of documents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Evaluation on </a:t>
            </a:r>
            <a:r>
              <a:rPr lang="en-US" i="1" dirty="0">
                <a:solidFill>
                  <a:srgbClr val="008000"/>
                </a:solidFill>
              </a:rPr>
              <a:t>open-domain</a:t>
            </a:r>
            <a:r>
              <a:rPr lang="en-US" dirty="0"/>
              <a:t> QA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29715-4536-4DFE-A177-0B759F94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21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759" y="1745874"/>
            <a:ext cx="10668479" cy="336625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182CF0B-2AEE-4BBF-9AA9-13715240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A150B-FD35-4C99-ABA6-2BA54BD3B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74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309" y="2451473"/>
            <a:ext cx="10671380" cy="206510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DB9138A-281C-44FF-9BE8-328E3CCE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A7619-E49D-4CAE-AE6E-1513993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53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0691" y="6011726"/>
            <a:ext cx="216535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typical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case of</a:t>
            </a:r>
            <a:r>
              <a:rPr sz="1600" spc="4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RAG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4732" y="1960381"/>
            <a:ext cx="7097268" cy="405134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59F23A-44E5-4BFF-B2F4-858A3BBE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0600"/>
            <a:ext cx="4907972" cy="5410199"/>
          </a:xfrm>
        </p:spPr>
        <p:txBody>
          <a:bodyPr/>
          <a:lstStyle/>
          <a:p>
            <a:pPr marL="346075" marR="5080" indent="-346075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imes New Roman"/>
                <a:cs typeface="Times New Roman"/>
              </a:rPr>
              <a:t>When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answering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questions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or </a:t>
            </a:r>
            <a:r>
              <a:rPr lang="en-US" sz="2400" dirty="0">
                <a:latin typeface="Times New Roman"/>
                <a:cs typeface="Times New Roman"/>
              </a:rPr>
              <a:t>generating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text,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it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first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EC7C30"/>
                </a:solidFill>
                <a:latin typeface="Times New Roman"/>
                <a:cs typeface="Times New Roman"/>
              </a:rPr>
              <a:t>retrieves </a:t>
            </a:r>
            <a:r>
              <a:rPr lang="en-US" sz="2400" dirty="0">
                <a:solidFill>
                  <a:srgbClr val="EC7C30"/>
                </a:solidFill>
                <a:latin typeface="Times New Roman"/>
                <a:cs typeface="Times New Roman"/>
              </a:rPr>
              <a:t>relevant</a:t>
            </a:r>
            <a:r>
              <a:rPr lang="en-US" sz="2400" spc="-1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EC7C30"/>
                </a:solidFill>
                <a:latin typeface="Times New Roman"/>
                <a:cs typeface="Times New Roman"/>
              </a:rPr>
              <a:t>information</a:t>
            </a:r>
            <a:r>
              <a:rPr lang="en-US" sz="2400" spc="-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from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large </a:t>
            </a:r>
            <a:r>
              <a:rPr lang="en-US" sz="2400" dirty="0">
                <a:latin typeface="Times New Roman"/>
                <a:cs typeface="Times New Roman"/>
              </a:rPr>
              <a:t>number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documents,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then </a:t>
            </a:r>
            <a:r>
              <a:rPr lang="en-US" sz="2400" dirty="0">
                <a:latin typeface="Times New Roman"/>
                <a:cs typeface="Times New Roman"/>
              </a:rPr>
              <a:t>LLMs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generates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answers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based </a:t>
            </a:r>
            <a:r>
              <a:rPr lang="en-US" sz="2400" dirty="0">
                <a:latin typeface="Times New Roman"/>
                <a:cs typeface="Times New Roman"/>
              </a:rPr>
              <a:t>on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this</a:t>
            </a:r>
            <a:r>
              <a:rPr lang="en-US" sz="2400" spc="-10" dirty="0">
                <a:latin typeface="Times New Roman"/>
                <a:cs typeface="Times New Roman"/>
              </a:rPr>
              <a:t> information.</a:t>
            </a:r>
            <a:endParaRPr lang="en-US" sz="2400" dirty="0">
              <a:latin typeface="Times New Roman"/>
              <a:cs typeface="Times New Roman"/>
            </a:endParaRPr>
          </a:p>
          <a:p>
            <a:pPr marL="346075" marR="29845" indent="-346075"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</a:rPr>
              <a:t>By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attaching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EC7C30"/>
                </a:solidFill>
                <a:latin typeface="Times New Roman"/>
                <a:cs typeface="Times New Roman"/>
              </a:rPr>
              <a:t>external </a:t>
            </a:r>
            <a:r>
              <a:rPr lang="en-US" sz="2400" dirty="0">
                <a:solidFill>
                  <a:srgbClr val="EC7C30"/>
                </a:solidFill>
                <a:latin typeface="Times New Roman"/>
                <a:cs typeface="Times New Roman"/>
              </a:rPr>
              <a:t>knowledge</a:t>
            </a:r>
            <a:r>
              <a:rPr lang="en-US" sz="2400" spc="-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EC7C30"/>
                </a:solidFill>
                <a:latin typeface="Times New Roman"/>
                <a:cs typeface="Times New Roman"/>
              </a:rPr>
              <a:t>base</a:t>
            </a:r>
            <a:r>
              <a:rPr lang="en-US" sz="2400" dirty="0">
                <a:latin typeface="Times New Roman"/>
                <a:cs typeface="Times New Roman"/>
              </a:rPr>
              <a:t>,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there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is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no </a:t>
            </a:r>
            <a:r>
              <a:rPr lang="en-US" sz="2400" spc="-20" dirty="0">
                <a:latin typeface="Times New Roman"/>
                <a:cs typeface="Times New Roman"/>
              </a:rPr>
              <a:t>need </a:t>
            </a:r>
            <a:r>
              <a:rPr lang="en-US" sz="2400" dirty="0">
                <a:latin typeface="Times New Roman"/>
                <a:cs typeface="Times New Roman"/>
              </a:rPr>
              <a:t>to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retrain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entire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large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model </a:t>
            </a:r>
            <a:r>
              <a:rPr lang="en-US" sz="2400" dirty="0">
                <a:latin typeface="Times New Roman"/>
                <a:cs typeface="Times New Roman"/>
              </a:rPr>
              <a:t>for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each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specific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task.</a:t>
            </a:r>
            <a:endParaRPr lang="en-US" sz="2400" dirty="0">
              <a:latin typeface="Times New Roman"/>
              <a:cs typeface="Times New Roman"/>
            </a:endParaRPr>
          </a:p>
          <a:p>
            <a:pPr marL="346075" marR="55880" indent="-346075"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RAG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model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is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especially </a:t>
            </a:r>
            <a:r>
              <a:rPr lang="en-US" sz="2400" dirty="0">
                <a:latin typeface="Times New Roman"/>
                <a:cs typeface="Times New Roman"/>
              </a:rPr>
              <a:t>suitable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for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EC7C30"/>
                </a:solidFill>
                <a:latin typeface="Times New Roman"/>
                <a:cs typeface="Times New Roman"/>
              </a:rPr>
              <a:t>knowledge-intensive </a:t>
            </a:r>
            <a:r>
              <a:rPr lang="en-US" sz="2400" spc="-10" dirty="0">
                <a:latin typeface="Times New Roman"/>
                <a:cs typeface="Times New Roman"/>
              </a:rPr>
              <a:t>tasks.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Retrieval-Augmented Generation (RAG)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C882E26-D16E-4EFC-967C-D0517A161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777" y="1608610"/>
            <a:ext cx="7513091" cy="435805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76884" y="2315845"/>
            <a:ext cx="3632200" cy="788670"/>
            <a:chOff x="476884" y="2315845"/>
            <a:chExt cx="3632200" cy="788670"/>
          </a:xfrm>
        </p:grpSpPr>
        <p:sp>
          <p:nvSpPr>
            <p:cNvPr id="4" name="object 4"/>
            <p:cNvSpPr/>
            <p:nvPr/>
          </p:nvSpPr>
          <p:spPr>
            <a:xfrm>
              <a:off x="483107" y="2322576"/>
              <a:ext cx="3619500" cy="775970"/>
            </a:xfrm>
            <a:custGeom>
              <a:avLst/>
              <a:gdLst/>
              <a:ahLst/>
              <a:cxnLst/>
              <a:rect l="l" t="t" r="r" b="b"/>
              <a:pathLst>
                <a:path w="3619500" h="775969">
                  <a:moveTo>
                    <a:pt x="3489959" y="775716"/>
                  </a:moveTo>
                  <a:lnTo>
                    <a:pt x="129540" y="775716"/>
                  </a:lnTo>
                  <a:lnTo>
                    <a:pt x="79147" y="765478"/>
                  </a:lnTo>
                  <a:lnTo>
                    <a:pt x="37999" y="737716"/>
                  </a:lnTo>
                  <a:lnTo>
                    <a:pt x="10237" y="696568"/>
                  </a:lnTo>
                  <a:lnTo>
                    <a:pt x="0" y="646176"/>
                  </a:lnTo>
                  <a:lnTo>
                    <a:pt x="0" y="129540"/>
                  </a:lnTo>
                  <a:lnTo>
                    <a:pt x="10237" y="78861"/>
                  </a:lnTo>
                  <a:lnTo>
                    <a:pt x="37999" y="37618"/>
                  </a:lnTo>
                  <a:lnTo>
                    <a:pt x="79147" y="9951"/>
                  </a:lnTo>
                  <a:lnTo>
                    <a:pt x="129540" y="0"/>
                  </a:lnTo>
                  <a:lnTo>
                    <a:pt x="3489959" y="0"/>
                  </a:lnTo>
                  <a:lnTo>
                    <a:pt x="3540495" y="9951"/>
                  </a:lnTo>
                  <a:lnTo>
                    <a:pt x="3581690" y="37618"/>
                  </a:lnTo>
                  <a:lnTo>
                    <a:pt x="3609405" y="78861"/>
                  </a:lnTo>
                  <a:lnTo>
                    <a:pt x="3619500" y="129540"/>
                  </a:lnTo>
                  <a:lnTo>
                    <a:pt x="3619500" y="646176"/>
                  </a:lnTo>
                  <a:lnTo>
                    <a:pt x="3609405" y="696568"/>
                  </a:lnTo>
                  <a:lnTo>
                    <a:pt x="3581690" y="737716"/>
                  </a:lnTo>
                  <a:lnTo>
                    <a:pt x="3540495" y="765478"/>
                  </a:lnTo>
                  <a:lnTo>
                    <a:pt x="3489959" y="775716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884" y="2315845"/>
              <a:ext cx="3632200" cy="788670"/>
            </a:xfrm>
            <a:custGeom>
              <a:avLst/>
              <a:gdLst/>
              <a:ahLst/>
              <a:cxnLst/>
              <a:rect l="l" t="t" r="r" b="b"/>
              <a:pathLst>
                <a:path w="3632200" h="788669">
                  <a:moveTo>
                    <a:pt x="3510381" y="787399"/>
                  </a:moveTo>
                  <a:lnTo>
                    <a:pt x="121818" y="787399"/>
                  </a:lnTo>
                  <a:lnTo>
                    <a:pt x="95338" y="782319"/>
                  </a:lnTo>
                  <a:lnTo>
                    <a:pt x="59817" y="764539"/>
                  </a:lnTo>
                  <a:lnTo>
                    <a:pt x="39738" y="748029"/>
                  </a:lnTo>
                  <a:lnTo>
                    <a:pt x="35242" y="744219"/>
                  </a:lnTo>
                  <a:lnTo>
                    <a:pt x="30988" y="739139"/>
                  </a:lnTo>
                  <a:lnTo>
                    <a:pt x="26962" y="734059"/>
                  </a:lnTo>
                  <a:lnTo>
                    <a:pt x="23177" y="727709"/>
                  </a:lnTo>
                  <a:lnTo>
                    <a:pt x="19646" y="722629"/>
                  </a:lnTo>
                  <a:lnTo>
                    <a:pt x="4267" y="685799"/>
                  </a:lnTo>
                  <a:lnTo>
                    <a:pt x="0" y="652779"/>
                  </a:lnTo>
                  <a:lnTo>
                    <a:pt x="0" y="134619"/>
                  </a:lnTo>
                  <a:lnTo>
                    <a:pt x="6096" y="95249"/>
                  </a:lnTo>
                  <a:lnTo>
                    <a:pt x="23177" y="59689"/>
                  </a:lnTo>
                  <a:lnTo>
                    <a:pt x="26962" y="53339"/>
                  </a:lnTo>
                  <a:lnTo>
                    <a:pt x="30988" y="48259"/>
                  </a:lnTo>
                  <a:lnTo>
                    <a:pt x="35242" y="44449"/>
                  </a:lnTo>
                  <a:lnTo>
                    <a:pt x="39738" y="39369"/>
                  </a:lnTo>
                  <a:lnTo>
                    <a:pt x="71005" y="15239"/>
                  </a:lnTo>
                  <a:lnTo>
                    <a:pt x="121818" y="0"/>
                  </a:lnTo>
                  <a:lnTo>
                    <a:pt x="3510381" y="0"/>
                  </a:lnTo>
                  <a:lnTo>
                    <a:pt x="3536861" y="5079"/>
                  </a:lnTo>
                  <a:lnTo>
                    <a:pt x="3549332" y="10159"/>
                  </a:lnTo>
                  <a:lnTo>
                    <a:pt x="3555352" y="12699"/>
                  </a:lnTo>
                  <a:lnTo>
                    <a:pt x="123253" y="12699"/>
                  </a:lnTo>
                  <a:lnTo>
                    <a:pt x="116789" y="13969"/>
                  </a:lnTo>
                  <a:lnTo>
                    <a:pt x="111048" y="13969"/>
                  </a:lnTo>
                  <a:lnTo>
                    <a:pt x="104787" y="16509"/>
                  </a:lnTo>
                  <a:lnTo>
                    <a:pt x="105092" y="16509"/>
                  </a:lnTo>
                  <a:lnTo>
                    <a:pt x="98958" y="17779"/>
                  </a:lnTo>
                  <a:lnTo>
                    <a:pt x="99263" y="17779"/>
                  </a:lnTo>
                  <a:lnTo>
                    <a:pt x="93243" y="19049"/>
                  </a:lnTo>
                  <a:lnTo>
                    <a:pt x="93535" y="19049"/>
                  </a:lnTo>
                  <a:lnTo>
                    <a:pt x="87668" y="21589"/>
                  </a:lnTo>
                  <a:lnTo>
                    <a:pt x="87960" y="21589"/>
                  </a:lnTo>
                  <a:lnTo>
                    <a:pt x="82232" y="24129"/>
                  </a:lnTo>
                  <a:lnTo>
                    <a:pt x="82499" y="24129"/>
                  </a:lnTo>
                  <a:lnTo>
                    <a:pt x="76923" y="26669"/>
                  </a:lnTo>
                  <a:lnTo>
                    <a:pt x="77203" y="26669"/>
                  </a:lnTo>
                  <a:lnTo>
                    <a:pt x="73588" y="29209"/>
                  </a:lnTo>
                  <a:lnTo>
                    <a:pt x="72047" y="29209"/>
                  </a:lnTo>
                  <a:lnTo>
                    <a:pt x="66802" y="33019"/>
                  </a:lnTo>
                  <a:lnTo>
                    <a:pt x="67056" y="33019"/>
                  </a:lnTo>
                  <a:lnTo>
                    <a:pt x="61976" y="36829"/>
                  </a:lnTo>
                  <a:lnTo>
                    <a:pt x="62230" y="36829"/>
                  </a:lnTo>
                  <a:lnTo>
                    <a:pt x="57340" y="40639"/>
                  </a:lnTo>
                  <a:lnTo>
                    <a:pt x="57569" y="40639"/>
                  </a:lnTo>
                  <a:lnTo>
                    <a:pt x="52882" y="44449"/>
                  </a:lnTo>
                  <a:lnTo>
                    <a:pt x="53098" y="44449"/>
                  </a:lnTo>
                  <a:lnTo>
                    <a:pt x="48615" y="48259"/>
                  </a:lnTo>
                  <a:lnTo>
                    <a:pt x="48831" y="48259"/>
                  </a:lnTo>
                  <a:lnTo>
                    <a:pt x="44538" y="52069"/>
                  </a:lnTo>
                  <a:lnTo>
                    <a:pt x="44742" y="52069"/>
                  </a:lnTo>
                  <a:lnTo>
                    <a:pt x="40678" y="57149"/>
                  </a:lnTo>
                  <a:lnTo>
                    <a:pt x="40881" y="57149"/>
                  </a:lnTo>
                  <a:lnTo>
                    <a:pt x="37033" y="60959"/>
                  </a:lnTo>
                  <a:lnTo>
                    <a:pt x="37223" y="60959"/>
                  </a:lnTo>
                  <a:lnTo>
                    <a:pt x="33616" y="66039"/>
                  </a:lnTo>
                  <a:lnTo>
                    <a:pt x="33782" y="66039"/>
                  </a:lnTo>
                  <a:lnTo>
                    <a:pt x="30416" y="71119"/>
                  </a:lnTo>
                  <a:lnTo>
                    <a:pt x="30581" y="71119"/>
                  </a:lnTo>
                  <a:lnTo>
                    <a:pt x="27470" y="76199"/>
                  </a:lnTo>
                  <a:lnTo>
                    <a:pt x="27609" y="76199"/>
                  </a:lnTo>
                  <a:lnTo>
                    <a:pt x="24752" y="81279"/>
                  </a:lnTo>
                  <a:lnTo>
                    <a:pt x="24892" y="81279"/>
                  </a:lnTo>
                  <a:lnTo>
                    <a:pt x="22301" y="87629"/>
                  </a:lnTo>
                  <a:lnTo>
                    <a:pt x="20104" y="92709"/>
                  </a:lnTo>
                  <a:lnTo>
                    <a:pt x="18582" y="97789"/>
                  </a:lnTo>
                  <a:lnTo>
                    <a:pt x="18275" y="97789"/>
                  </a:lnTo>
                  <a:lnTo>
                    <a:pt x="16535" y="104139"/>
                  </a:lnTo>
                  <a:lnTo>
                    <a:pt x="15163" y="110489"/>
                  </a:lnTo>
                  <a:lnTo>
                    <a:pt x="14323" y="115569"/>
                  </a:lnTo>
                  <a:lnTo>
                    <a:pt x="14135" y="115569"/>
                  </a:lnTo>
                  <a:lnTo>
                    <a:pt x="13457" y="121919"/>
                  </a:lnTo>
                  <a:lnTo>
                    <a:pt x="12852" y="128269"/>
                  </a:lnTo>
                  <a:lnTo>
                    <a:pt x="12700" y="134619"/>
                  </a:lnTo>
                  <a:lnTo>
                    <a:pt x="12700" y="652779"/>
                  </a:lnTo>
                  <a:lnTo>
                    <a:pt x="12865" y="659129"/>
                  </a:lnTo>
                  <a:lnTo>
                    <a:pt x="13347" y="665479"/>
                  </a:lnTo>
                  <a:lnTo>
                    <a:pt x="14135" y="671829"/>
                  </a:lnTo>
                  <a:lnTo>
                    <a:pt x="14323" y="671829"/>
                  </a:lnTo>
                  <a:lnTo>
                    <a:pt x="15227" y="676909"/>
                  </a:lnTo>
                  <a:lnTo>
                    <a:pt x="16611" y="683259"/>
                  </a:lnTo>
                  <a:lnTo>
                    <a:pt x="18275" y="689609"/>
                  </a:lnTo>
                  <a:lnTo>
                    <a:pt x="18582" y="689609"/>
                  </a:lnTo>
                  <a:lnTo>
                    <a:pt x="20218" y="694689"/>
                  </a:lnTo>
                  <a:lnTo>
                    <a:pt x="22415" y="699769"/>
                  </a:lnTo>
                  <a:lnTo>
                    <a:pt x="24892" y="706119"/>
                  </a:lnTo>
                  <a:lnTo>
                    <a:pt x="24752" y="706119"/>
                  </a:lnTo>
                  <a:lnTo>
                    <a:pt x="27609" y="711199"/>
                  </a:lnTo>
                  <a:lnTo>
                    <a:pt x="27470" y="711199"/>
                  </a:lnTo>
                  <a:lnTo>
                    <a:pt x="30581" y="716279"/>
                  </a:lnTo>
                  <a:lnTo>
                    <a:pt x="30416" y="716279"/>
                  </a:lnTo>
                  <a:lnTo>
                    <a:pt x="33782" y="721359"/>
                  </a:lnTo>
                  <a:lnTo>
                    <a:pt x="33616" y="721359"/>
                  </a:lnTo>
                  <a:lnTo>
                    <a:pt x="37223" y="726439"/>
                  </a:lnTo>
                  <a:lnTo>
                    <a:pt x="37033" y="726439"/>
                  </a:lnTo>
                  <a:lnTo>
                    <a:pt x="40881" y="730249"/>
                  </a:lnTo>
                  <a:lnTo>
                    <a:pt x="40678" y="730249"/>
                  </a:lnTo>
                  <a:lnTo>
                    <a:pt x="44742" y="735329"/>
                  </a:lnTo>
                  <a:lnTo>
                    <a:pt x="44538" y="735329"/>
                  </a:lnTo>
                  <a:lnTo>
                    <a:pt x="48831" y="739139"/>
                  </a:lnTo>
                  <a:lnTo>
                    <a:pt x="48615" y="739139"/>
                  </a:lnTo>
                  <a:lnTo>
                    <a:pt x="53098" y="742949"/>
                  </a:lnTo>
                  <a:lnTo>
                    <a:pt x="52882" y="742949"/>
                  </a:lnTo>
                  <a:lnTo>
                    <a:pt x="57569" y="746759"/>
                  </a:lnTo>
                  <a:lnTo>
                    <a:pt x="57340" y="746759"/>
                  </a:lnTo>
                  <a:lnTo>
                    <a:pt x="62230" y="750569"/>
                  </a:lnTo>
                  <a:lnTo>
                    <a:pt x="61976" y="750569"/>
                  </a:lnTo>
                  <a:lnTo>
                    <a:pt x="67056" y="754379"/>
                  </a:lnTo>
                  <a:lnTo>
                    <a:pt x="66802" y="754379"/>
                  </a:lnTo>
                  <a:lnTo>
                    <a:pt x="72047" y="758189"/>
                  </a:lnTo>
                  <a:lnTo>
                    <a:pt x="73588" y="758189"/>
                  </a:lnTo>
                  <a:lnTo>
                    <a:pt x="77203" y="760729"/>
                  </a:lnTo>
                  <a:lnTo>
                    <a:pt x="76923" y="760729"/>
                  </a:lnTo>
                  <a:lnTo>
                    <a:pt x="82499" y="763269"/>
                  </a:lnTo>
                  <a:lnTo>
                    <a:pt x="82232" y="763269"/>
                  </a:lnTo>
                  <a:lnTo>
                    <a:pt x="87960" y="765809"/>
                  </a:lnTo>
                  <a:lnTo>
                    <a:pt x="87668" y="765809"/>
                  </a:lnTo>
                  <a:lnTo>
                    <a:pt x="93535" y="768349"/>
                  </a:lnTo>
                  <a:lnTo>
                    <a:pt x="93243" y="768349"/>
                  </a:lnTo>
                  <a:lnTo>
                    <a:pt x="99263" y="769619"/>
                  </a:lnTo>
                  <a:lnTo>
                    <a:pt x="98958" y="769619"/>
                  </a:lnTo>
                  <a:lnTo>
                    <a:pt x="105092" y="770889"/>
                  </a:lnTo>
                  <a:lnTo>
                    <a:pt x="104787" y="770889"/>
                  </a:lnTo>
                  <a:lnTo>
                    <a:pt x="111048" y="773429"/>
                  </a:lnTo>
                  <a:lnTo>
                    <a:pt x="116789" y="773429"/>
                  </a:lnTo>
                  <a:lnTo>
                    <a:pt x="123253" y="774699"/>
                  </a:lnTo>
                  <a:lnTo>
                    <a:pt x="129184" y="774699"/>
                  </a:lnTo>
                  <a:lnTo>
                    <a:pt x="135839" y="775969"/>
                  </a:lnTo>
                  <a:lnTo>
                    <a:pt x="3552342" y="775969"/>
                  </a:lnTo>
                  <a:lnTo>
                    <a:pt x="3543173" y="779779"/>
                  </a:lnTo>
                  <a:lnTo>
                    <a:pt x="3536861" y="782319"/>
                  </a:lnTo>
                  <a:lnTo>
                    <a:pt x="3510381" y="787399"/>
                  </a:lnTo>
                  <a:close/>
                </a:path>
                <a:path w="3632200" h="788669">
                  <a:moveTo>
                    <a:pt x="3560419" y="30479"/>
                  </a:moveTo>
                  <a:lnTo>
                    <a:pt x="3554996" y="26669"/>
                  </a:lnTo>
                  <a:lnTo>
                    <a:pt x="3555276" y="26669"/>
                  </a:lnTo>
                  <a:lnTo>
                    <a:pt x="3549688" y="24129"/>
                  </a:lnTo>
                  <a:lnTo>
                    <a:pt x="3549967" y="24129"/>
                  </a:lnTo>
                  <a:lnTo>
                    <a:pt x="3544239" y="21589"/>
                  </a:lnTo>
                  <a:lnTo>
                    <a:pt x="3544531" y="21589"/>
                  </a:lnTo>
                  <a:lnTo>
                    <a:pt x="3538651" y="19049"/>
                  </a:lnTo>
                  <a:lnTo>
                    <a:pt x="3538956" y="19049"/>
                  </a:lnTo>
                  <a:lnTo>
                    <a:pt x="3532936" y="17779"/>
                  </a:lnTo>
                  <a:lnTo>
                    <a:pt x="3533241" y="17779"/>
                  </a:lnTo>
                  <a:lnTo>
                    <a:pt x="3527107" y="16509"/>
                  </a:lnTo>
                  <a:lnTo>
                    <a:pt x="3527412" y="16509"/>
                  </a:lnTo>
                  <a:lnTo>
                    <a:pt x="3521151" y="13969"/>
                  </a:lnTo>
                  <a:lnTo>
                    <a:pt x="3515410" y="13969"/>
                  </a:lnTo>
                  <a:lnTo>
                    <a:pt x="3508946" y="12699"/>
                  </a:lnTo>
                  <a:lnTo>
                    <a:pt x="3555352" y="12699"/>
                  </a:lnTo>
                  <a:lnTo>
                    <a:pt x="3561194" y="15239"/>
                  </a:lnTo>
                  <a:lnTo>
                    <a:pt x="3566883" y="19049"/>
                  </a:lnTo>
                  <a:lnTo>
                    <a:pt x="3572382" y="22859"/>
                  </a:lnTo>
                  <a:lnTo>
                    <a:pt x="3577704" y="26669"/>
                  </a:lnTo>
                  <a:lnTo>
                    <a:pt x="3581116" y="29209"/>
                  </a:lnTo>
                  <a:lnTo>
                    <a:pt x="3560152" y="29209"/>
                  </a:lnTo>
                  <a:lnTo>
                    <a:pt x="3560419" y="30479"/>
                  </a:lnTo>
                  <a:close/>
                </a:path>
                <a:path w="3632200" h="788669">
                  <a:moveTo>
                    <a:pt x="71780" y="30479"/>
                  </a:moveTo>
                  <a:lnTo>
                    <a:pt x="72047" y="29209"/>
                  </a:lnTo>
                  <a:lnTo>
                    <a:pt x="73588" y="29209"/>
                  </a:lnTo>
                  <a:lnTo>
                    <a:pt x="71780" y="30479"/>
                  </a:lnTo>
                  <a:close/>
                </a:path>
                <a:path w="3632200" h="788669">
                  <a:moveTo>
                    <a:pt x="3614026" y="99059"/>
                  </a:moveTo>
                  <a:lnTo>
                    <a:pt x="3611981" y="92709"/>
                  </a:lnTo>
                  <a:lnTo>
                    <a:pt x="3609784" y="87629"/>
                  </a:lnTo>
                  <a:lnTo>
                    <a:pt x="3607307" y="81279"/>
                  </a:lnTo>
                  <a:lnTo>
                    <a:pt x="3607447" y="81279"/>
                  </a:lnTo>
                  <a:lnTo>
                    <a:pt x="3604590" y="76199"/>
                  </a:lnTo>
                  <a:lnTo>
                    <a:pt x="3604729" y="76199"/>
                  </a:lnTo>
                  <a:lnTo>
                    <a:pt x="3601618" y="71119"/>
                  </a:lnTo>
                  <a:lnTo>
                    <a:pt x="3601783" y="71119"/>
                  </a:lnTo>
                  <a:lnTo>
                    <a:pt x="3598417" y="66039"/>
                  </a:lnTo>
                  <a:lnTo>
                    <a:pt x="3598583" y="66039"/>
                  </a:lnTo>
                  <a:lnTo>
                    <a:pt x="3594976" y="60959"/>
                  </a:lnTo>
                  <a:lnTo>
                    <a:pt x="3595166" y="60959"/>
                  </a:lnTo>
                  <a:lnTo>
                    <a:pt x="3591318" y="57149"/>
                  </a:lnTo>
                  <a:lnTo>
                    <a:pt x="3591521" y="57149"/>
                  </a:lnTo>
                  <a:lnTo>
                    <a:pt x="3587457" y="52069"/>
                  </a:lnTo>
                  <a:lnTo>
                    <a:pt x="3587661" y="52069"/>
                  </a:lnTo>
                  <a:lnTo>
                    <a:pt x="3583368" y="48259"/>
                  </a:lnTo>
                  <a:lnTo>
                    <a:pt x="3583584" y="48259"/>
                  </a:lnTo>
                  <a:lnTo>
                    <a:pt x="3579101" y="44449"/>
                  </a:lnTo>
                  <a:lnTo>
                    <a:pt x="3579317" y="44449"/>
                  </a:lnTo>
                  <a:lnTo>
                    <a:pt x="3574630" y="40639"/>
                  </a:lnTo>
                  <a:lnTo>
                    <a:pt x="3574859" y="40639"/>
                  </a:lnTo>
                  <a:lnTo>
                    <a:pt x="3569969" y="36829"/>
                  </a:lnTo>
                  <a:lnTo>
                    <a:pt x="3570224" y="36829"/>
                  </a:lnTo>
                  <a:lnTo>
                    <a:pt x="3565143" y="33019"/>
                  </a:lnTo>
                  <a:lnTo>
                    <a:pt x="3565398" y="33019"/>
                  </a:lnTo>
                  <a:lnTo>
                    <a:pt x="3560152" y="29209"/>
                  </a:lnTo>
                  <a:lnTo>
                    <a:pt x="3581116" y="29209"/>
                  </a:lnTo>
                  <a:lnTo>
                    <a:pt x="3582822" y="30479"/>
                  </a:lnTo>
                  <a:lnTo>
                    <a:pt x="3587750" y="34289"/>
                  </a:lnTo>
                  <a:lnTo>
                    <a:pt x="3592461" y="39369"/>
                  </a:lnTo>
                  <a:lnTo>
                    <a:pt x="3596957" y="44449"/>
                  </a:lnTo>
                  <a:lnTo>
                    <a:pt x="3601212" y="48259"/>
                  </a:lnTo>
                  <a:lnTo>
                    <a:pt x="3605237" y="53339"/>
                  </a:lnTo>
                  <a:lnTo>
                    <a:pt x="3609022" y="59689"/>
                  </a:lnTo>
                  <a:lnTo>
                    <a:pt x="3612553" y="64769"/>
                  </a:lnTo>
                  <a:lnTo>
                    <a:pt x="3626835" y="97789"/>
                  </a:lnTo>
                  <a:lnTo>
                    <a:pt x="3613924" y="97789"/>
                  </a:lnTo>
                  <a:lnTo>
                    <a:pt x="3614026" y="99059"/>
                  </a:lnTo>
                  <a:close/>
                </a:path>
                <a:path w="3632200" h="788669">
                  <a:moveTo>
                    <a:pt x="18173" y="99059"/>
                  </a:moveTo>
                  <a:lnTo>
                    <a:pt x="18275" y="97789"/>
                  </a:lnTo>
                  <a:lnTo>
                    <a:pt x="18582" y="97789"/>
                  </a:lnTo>
                  <a:lnTo>
                    <a:pt x="18173" y="99059"/>
                  </a:lnTo>
                  <a:close/>
                </a:path>
                <a:path w="3632200" h="788669">
                  <a:moveTo>
                    <a:pt x="3618103" y="116839"/>
                  </a:moveTo>
                  <a:lnTo>
                    <a:pt x="3616972" y="110489"/>
                  </a:lnTo>
                  <a:lnTo>
                    <a:pt x="3615588" y="104139"/>
                  </a:lnTo>
                  <a:lnTo>
                    <a:pt x="3613924" y="97789"/>
                  </a:lnTo>
                  <a:lnTo>
                    <a:pt x="3626835" y="97789"/>
                  </a:lnTo>
                  <a:lnTo>
                    <a:pt x="3627932" y="101599"/>
                  </a:lnTo>
                  <a:lnTo>
                    <a:pt x="3629444" y="107949"/>
                  </a:lnTo>
                  <a:lnTo>
                    <a:pt x="3630637" y="114299"/>
                  </a:lnTo>
                  <a:lnTo>
                    <a:pt x="3630810" y="115569"/>
                  </a:lnTo>
                  <a:lnTo>
                    <a:pt x="3618064" y="115569"/>
                  </a:lnTo>
                  <a:lnTo>
                    <a:pt x="3618103" y="116839"/>
                  </a:lnTo>
                  <a:close/>
                </a:path>
                <a:path w="3632200" h="788669">
                  <a:moveTo>
                    <a:pt x="14096" y="116839"/>
                  </a:moveTo>
                  <a:lnTo>
                    <a:pt x="14135" y="115569"/>
                  </a:lnTo>
                  <a:lnTo>
                    <a:pt x="14323" y="115569"/>
                  </a:lnTo>
                  <a:lnTo>
                    <a:pt x="14096" y="116839"/>
                  </a:lnTo>
                  <a:close/>
                </a:path>
                <a:path w="3632200" h="788669">
                  <a:moveTo>
                    <a:pt x="3631588" y="665479"/>
                  </a:moveTo>
                  <a:lnTo>
                    <a:pt x="3618852" y="665479"/>
                  </a:lnTo>
                  <a:lnTo>
                    <a:pt x="3619347" y="659129"/>
                  </a:lnTo>
                  <a:lnTo>
                    <a:pt x="3619500" y="652779"/>
                  </a:lnTo>
                  <a:lnTo>
                    <a:pt x="3619500" y="134619"/>
                  </a:lnTo>
                  <a:lnTo>
                    <a:pt x="3619334" y="128269"/>
                  </a:lnTo>
                  <a:lnTo>
                    <a:pt x="3618852" y="121919"/>
                  </a:lnTo>
                  <a:lnTo>
                    <a:pt x="3618064" y="115569"/>
                  </a:lnTo>
                  <a:lnTo>
                    <a:pt x="3630810" y="115569"/>
                  </a:lnTo>
                  <a:lnTo>
                    <a:pt x="3631501" y="120649"/>
                  </a:lnTo>
                  <a:lnTo>
                    <a:pt x="3632022" y="128269"/>
                  </a:lnTo>
                  <a:lnTo>
                    <a:pt x="3632200" y="134619"/>
                  </a:lnTo>
                  <a:lnTo>
                    <a:pt x="3632200" y="652779"/>
                  </a:lnTo>
                  <a:lnTo>
                    <a:pt x="3632022" y="659129"/>
                  </a:lnTo>
                  <a:lnTo>
                    <a:pt x="3631588" y="665479"/>
                  </a:lnTo>
                  <a:close/>
                </a:path>
                <a:path w="3632200" h="788669">
                  <a:moveTo>
                    <a:pt x="13322" y="123189"/>
                  </a:moveTo>
                  <a:lnTo>
                    <a:pt x="13347" y="121919"/>
                  </a:lnTo>
                  <a:lnTo>
                    <a:pt x="13322" y="123189"/>
                  </a:lnTo>
                  <a:close/>
                </a:path>
                <a:path w="3632200" h="788669">
                  <a:moveTo>
                    <a:pt x="3618877" y="123189"/>
                  </a:moveTo>
                  <a:lnTo>
                    <a:pt x="3618742" y="121919"/>
                  </a:lnTo>
                  <a:lnTo>
                    <a:pt x="3618877" y="123189"/>
                  </a:lnTo>
                  <a:close/>
                </a:path>
                <a:path w="3632200" h="788669">
                  <a:moveTo>
                    <a:pt x="13457" y="665479"/>
                  </a:moveTo>
                  <a:lnTo>
                    <a:pt x="13322" y="664209"/>
                  </a:lnTo>
                  <a:lnTo>
                    <a:pt x="13457" y="665479"/>
                  </a:lnTo>
                  <a:close/>
                </a:path>
                <a:path w="3632200" h="788669">
                  <a:moveTo>
                    <a:pt x="3630810" y="671829"/>
                  </a:moveTo>
                  <a:lnTo>
                    <a:pt x="3618064" y="671829"/>
                  </a:lnTo>
                  <a:lnTo>
                    <a:pt x="3618877" y="664209"/>
                  </a:lnTo>
                  <a:lnTo>
                    <a:pt x="3618852" y="665479"/>
                  </a:lnTo>
                  <a:lnTo>
                    <a:pt x="3631588" y="665479"/>
                  </a:lnTo>
                  <a:lnTo>
                    <a:pt x="3631501" y="666749"/>
                  </a:lnTo>
                  <a:lnTo>
                    <a:pt x="3630810" y="671829"/>
                  </a:lnTo>
                  <a:close/>
                </a:path>
                <a:path w="3632200" h="788669">
                  <a:moveTo>
                    <a:pt x="14323" y="671829"/>
                  </a:moveTo>
                  <a:lnTo>
                    <a:pt x="14135" y="671829"/>
                  </a:lnTo>
                  <a:lnTo>
                    <a:pt x="14096" y="670559"/>
                  </a:lnTo>
                  <a:lnTo>
                    <a:pt x="14323" y="671829"/>
                  </a:lnTo>
                  <a:close/>
                </a:path>
                <a:path w="3632200" h="788669">
                  <a:moveTo>
                    <a:pt x="3626835" y="689609"/>
                  </a:moveTo>
                  <a:lnTo>
                    <a:pt x="3613924" y="689609"/>
                  </a:lnTo>
                  <a:lnTo>
                    <a:pt x="3615664" y="683259"/>
                  </a:lnTo>
                  <a:lnTo>
                    <a:pt x="3617036" y="676909"/>
                  </a:lnTo>
                  <a:lnTo>
                    <a:pt x="3618103" y="670559"/>
                  </a:lnTo>
                  <a:lnTo>
                    <a:pt x="3618064" y="671829"/>
                  </a:lnTo>
                  <a:lnTo>
                    <a:pt x="3630810" y="671829"/>
                  </a:lnTo>
                  <a:lnTo>
                    <a:pt x="3630637" y="673099"/>
                  </a:lnTo>
                  <a:lnTo>
                    <a:pt x="3629444" y="679449"/>
                  </a:lnTo>
                  <a:lnTo>
                    <a:pt x="3627932" y="685799"/>
                  </a:lnTo>
                  <a:lnTo>
                    <a:pt x="3626835" y="689609"/>
                  </a:lnTo>
                  <a:close/>
                </a:path>
                <a:path w="3632200" h="788669">
                  <a:moveTo>
                    <a:pt x="18582" y="689609"/>
                  </a:moveTo>
                  <a:lnTo>
                    <a:pt x="18275" y="689609"/>
                  </a:lnTo>
                  <a:lnTo>
                    <a:pt x="18173" y="688339"/>
                  </a:lnTo>
                  <a:lnTo>
                    <a:pt x="18582" y="689609"/>
                  </a:lnTo>
                  <a:close/>
                </a:path>
                <a:path w="3632200" h="788669">
                  <a:moveTo>
                    <a:pt x="3581116" y="758189"/>
                  </a:moveTo>
                  <a:lnTo>
                    <a:pt x="3560152" y="758189"/>
                  </a:lnTo>
                  <a:lnTo>
                    <a:pt x="3565398" y="754379"/>
                  </a:lnTo>
                  <a:lnTo>
                    <a:pt x="3565143" y="754379"/>
                  </a:lnTo>
                  <a:lnTo>
                    <a:pt x="3570224" y="750569"/>
                  </a:lnTo>
                  <a:lnTo>
                    <a:pt x="3569969" y="750569"/>
                  </a:lnTo>
                  <a:lnTo>
                    <a:pt x="3574859" y="746759"/>
                  </a:lnTo>
                  <a:lnTo>
                    <a:pt x="3574630" y="746759"/>
                  </a:lnTo>
                  <a:lnTo>
                    <a:pt x="3579317" y="742949"/>
                  </a:lnTo>
                  <a:lnTo>
                    <a:pt x="3579101" y="742949"/>
                  </a:lnTo>
                  <a:lnTo>
                    <a:pt x="3583584" y="739139"/>
                  </a:lnTo>
                  <a:lnTo>
                    <a:pt x="3583368" y="739139"/>
                  </a:lnTo>
                  <a:lnTo>
                    <a:pt x="3587661" y="735329"/>
                  </a:lnTo>
                  <a:lnTo>
                    <a:pt x="3587457" y="735329"/>
                  </a:lnTo>
                  <a:lnTo>
                    <a:pt x="3591521" y="730249"/>
                  </a:lnTo>
                  <a:lnTo>
                    <a:pt x="3591318" y="730249"/>
                  </a:lnTo>
                  <a:lnTo>
                    <a:pt x="3595166" y="726439"/>
                  </a:lnTo>
                  <a:lnTo>
                    <a:pt x="3594976" y="726439"/>
                  </a:lnTo>
                  <a:lnTo>
                    <a:pt x="3598583" y="721359"/>
                  </a:lnTo>
                  <a:lnTo>
                    <a:pt x="3598417" y="721359"/>
                  </a:lnTo>
                  <a:lnTo>
                    <a:pt x="3601783" y="716279"/>
                  </a:lnTo>
                  <a:lnTo>
                    <a:pt x="3601618" y="716279"/>
                  </a:lnTo>
                  <a:lnTo>
                    <a:pt x="3604729" y="711199"/>
                  </a:lnTo>
                  <a:lnTo>
                    <a:pt x="3604590" y="711199"/>
                  </a:lnTo>
                  <a:lnTo>
                    <a:pt x="3607447" y="706119"/>
                  </a:lnTo>
                  <a:lnTo>
                    <a:pt x="3607307" y="706119"/>
                  </a:lnTo>
                  <a:lnTo>
                    <a:pt x="3609898" y="699769"/>
                  </a:lnTo>
                  <a:lnTo>
                    <a:pt x="3612095" y="694689"/>
                  </a:lnTo>
                  <a:lnTo>
                    <a:pt x="3614026" y="688339"/>
                  </a:lnTo>
                  <a:lnTo>
                    <a:pt x="3613924" y="689609"/>
                  </a:lnTo>
                  <a:lnTo>
                    <a:pt x="3626835" y="689609"/>
                  </a:lnTo>
                  <a:lnTo>
                    <a:pt x="3626104" y="692149"/>
                  </a:lnTo>
                  <a:lnTo>
                    <a:pt x="3609022" y="727709"/>
                  </a:lnTo>
                  <a:lnTo>
                    <a:pt x="3605237" y="734059"/>
                  </a:lnTo>
                  <a:lnTo>
                    <a:pt x="3601212" y="739139"/>
                  </a:lnTo>
                  <a:lnTo>
                    <a:pt x="3596957" y="744219"/>
                  </a:lnTo>
                  <a:lnTo>
                    <a:pt x="3592461" y="748029"/>
                  </a:lnTo>
                  <a:lnTo>
                    <a:pt x="3587750" y="753109"/>
                  </a:lnTo>
                  <a:lnTo>
                    <a:pt x="3582822" y="756919"/>
                  </a:lnTo>
                  <a:lnTo>
                    <a:pt x="3581116" y="758189"/>
                  </a:lnTo>
                  <a:close/>
                </a:path>
                <a:path w="3632200" h="788669">
                  <a:moveTo>
                    <a:pt x="73588" y="758189"/>
                  </a:moveTo>
                  <a:lnTo>
                    <a:pt x="72047" y="758189"/>
                  </a:lnTo>
                  <a:lnTo>
                    <a:pt x="71780" y="756919"/>
                  </a:lnTo>
                  <a:lnTo>
                    <a:pt x="73588" y="758189"/>
                  </a:lnTo>
                  <a:close/>
                </a:path>
                <a:path w="3632200" h="788669">
                  <a:moveTo>
                    <a:pt x="3552342" y="775969"/>
                  </a:moveTo>
                  <a:lnTo>
                    <a:pt x="3496360" y="775969"/>
                  </a:lnTo>
                  <a:lnTo>
                    <a:pt x="3503015" y="774699"/>
                  </a:lnTo>
                  <a:lnTo>
                    <a:pt x="3508946" y="774699"/>
                  </a:lnTo>
                  <a:lnTo>
                    <a:pt x="3515410" y="773429"/>
                  </a:lnTo>
                  <a:lnTo>
                    <a:pt x="3521151" y="773429"/>
                  </a:lnTo>
                  <a:lnTo>
                    <a:pt x="3527412" y="770889"/>
                  </a:lnTo>
                  <a:lnTo>
                    <a:pt x="3527107" y="770889"/>
                  </a:lnTo>
                  <a:lnTo>
                    <a:pt x="3533241" y="769619"/>
                  </a:lnTo>
                  <a:lnTo>
                    <a:pt x="3532936" y="769619"/>
                  </a:lnTo>
                  <a:lnTo>
                    <a:pt x="3538956" y="768349"/>
                  </a:lnTo>
                  <a:lnTo>
                    <a:pt x="3538651" y="768349"/>
                  </a:lnTo>
                  <a:lnTo>
                    <a:pt x="3544531" y="765809"/>
                  </a:lnTo>
                  <a:lnTo>
                    <a:pt x="3544239" y="765809"/>
                  </a:lnTo>
                  <a:lnTo>
                    <a:pt x="3549967" y="763269"/>
                  </a:lnTo>
                  <a:lnTo>
                    <a:pt x="3549688" y="763269"/>
                  </a:lnTo>
                  <a:lnTo>
                    <a:pt x="3555276" y="760729"/>
                  </a:lnTo>
                  <a:lnTo>
                    <a:pt x="3554996" y="760729"/>
                  </a:lnTo>
                  <a:lnTo>
                    <a:pt x="3560419" y="756919"/>
                  </a:lnTo>
                  <a:lnTo>
                    <a:pt x="3560152" y="758189"/>
                  </a:lnTo>
                  <a:lnTo>
                    <a:pt x="3581116" y="758189"/>
                  </a:lnTo>
                  <a:lnTo>
                    <a:pt x="3555352" y="774699"/>
                  </a:lnTo>
                  <a:lnTo>
                    <a:pt x="3552342" y="775969"/>
                  </a:lnTo>
                  <a:close/>
                </a:path>
                <a:path w="3632200" h="788669">
                  <a:moveTo>
                    <a:pt x="3496602" y="788669"/>
                  </a:moveTo>
                  <a:lnTo>
                    <a:pt x="135597" y="788669"/>
                  </a:lnTo>
                  <a:lnTo>
                    <a:pt x="128701" y="787399"/>
                  </a:lnTo>
                  <a:lnTo>
                    <a:pt x="3503498" y="787399"/>
                  </a:lnTo>
                  <a:lnTo>
                    <a:pt x="3496602" y="788669"/>
                  </a:lnTo>
                  <a:close/>
                </a:path>
              </a:pathLst>
            </a:custGeom>
            <a:solidFill>
              <a:srgbClr val="ADB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53909" y="2528989"/>
            <a:ext cx="20783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Prompt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6884" y="3616959"/>
            <a:ext cx="3632200" cy="787400"/>
            <a:chOff x="476884" y="3616959"/>
            <a:chExt cx="3632200" cy="787400"/>
          </a:xfrm>
        </p:grpSpPr>
        <p:sp>
          <p:nvSpPr>
            <p:cNvPr id="8" name="object 8"/>
            <p:cNvSpPr/>
            <p:nvPr/>
          </p:nvSpPr>
          <p:spPr>
            <a:xfrm>
              <a:off x="483107" y="3624071"/>
              <a:ext cx="3619500" cy="775970"/>
            </a:xfrm>
            <a:custGeom>
              <a:avLst/>
              <a:gdLst/>
              <a:ahLst/>
              <a:cxnLst/>
              <a:rect l="l" t="t" r="r" b="b"/>
              <a:pathLst>
                <a:path w="3619500" h="775970">
                  <a:moveTo>
                    <a:pt x="3489959" y="775715"/>
                  </a:moveTo>
                  <a:lnTo>
                    <a:pt x="129540" y="775715"/>
                  </a:lnTo>
                  <a:lnTo>
                    <a:pt x="79147" y="765264"/>
                  </a:lnTo>
                  <a:lnTo>
                    <a:pt x="37999" y="737430"/>
                  </a:lnTo>
                  <a:lnTo>
                    <a:pt x="10237" y="696354"/>
                  </a:lnTo>
                  <a:lnTo>
                    <a:pt x="0" y="646176"/>
                  </a:lnTo>
                  <a:lnTo>
                    <a:pt x="0" y="128015"/>
                  </a:lnTo>
                  <a:lnTo>
                    <a:pt x="10237" y="78004"/>
                  </a:lnTo>
                  <a:lnTo>
                    <a:pt x="37999" y="37142"/>
                  </a:lnTo>
                  <a:lnTo>
                    <a:pt x="79147" y="9713"/>
                  </a:lnTo>
                  <a:lnTo>
                    <a:pt x="129540" y="0"/>
                  </a:lnTo>
                  <a:lnTo>
                    <a:pt x="3489959" y="0"/>
                  </a:lnTo>
                  <a:lnTo>
                    <a:pt x="3540495" y="9713"/>
                  </a:lnTo>
                  <a:lnTo>
                    <a:pt x="3581690" y="37142"/>
                  </a:lnTo>
                  <a:lnTo>
                    <a:pt x="3609405" y="78004"/>
                  </a:lnTo>
                  <a:lnTo>
                    <a:pt x="3619500" y="128015"/>
                  </a:lnTo>
                  <a:lnTo>
                    <a:pt x="3619500" y="646176"/>
                  </a:lnTo>
                  <a:lnTo>
                    <a:pt x="3609405" y="696354"/>
                  </a:lnTo>
                  <a:lnTo>
                    <a:pt x="3581690" y="737430"/>
                  </a:lnTo>
                  <a:lnTo>
                    <a:pt x="3540495" y="765264"/>
                  </a:lnTo>
                  <a:lnTo>
                    <a:pt x="3489959" y="775715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6884" y="3616959"/>
              <a:ext cx="3632200" cy="787400"/>
            </a:xfrm>
            <a:custGeom>
              <a:avLst/>
              <a:gdLst/>
              <a:ahLst/>
              <a:cxnLst/>
              <a:rect l="l" t="t" r="r" b="b"/>
              <a:pathLst>
                <a:path w="3632200" h="787400">
                  <a:moveTo>
                    <a:pt x="3510381" y="787400"/>
                  </a:moveTo>
                  <a:lnTo>
                    <a:pt x="121818" y="787400"/>
                  </a:lnTo>
                  <a:lnTo>
                    <a:pt x="95338" y="782320"/>
                  </a:lnTo>
                  <a:lnTo>
                    <a:pt x="59817" y="764539"/>
                  </a:lnTo>
                  <a:lnTo>
                    <a:pt x="35242" y="742950"/>
                  </a:lnTo>
                  <a:lnTo>
                    <a:pt x="30988" y="739139"/>
                  </a:lnTo>
                  <a:lnTo>
                    <a:pt x="26962" y="734060"/>
                  </a:lnTo>
                  <a:lnTo>
                    <a:pt x="23177" y="727710"/>
                  </a:lnTo>
                  <a:lnTo>
                    <a:pt x="19646" y="722629"/>
                  </a:lnTo>
                  <a:lnTo>
                    <a:pt x="4267" y="685800"/>
                  </a:lnTo>
                  <a:lnTo>
                    <a:pt x="0" y="652779"/>
                  </a:lnTo>
                  <a:lnTo>
                    <a:pt x="0" y="134620"/>
                  </a:lnTo>
                  <a:lnTo>
                    <a:pt x="6096" y="95250"/>
                  </a:lnTo>
                  <a:lnTo>
                    <a:pt x="23177" y="59689"/>
                  </a:lnTo>
                  <a:lnTo>
                    <a:pt x="26962" y="53339"/>
                  </a:lnTo>
                  <a:lnTo>
                    <a:pt x="30988" y="48260"/>
                  </a:lnTo>
                  <a:lnTo>
                    <a:pt x="35242" y="44450"/>
                  </a:lnTo>
                  <a:lnTo>
                    <a:pt x="39738" y="39370"/>
                  </a:lnTo>
                  <a:lnTo>
                    <a:pt x="71005" y="15239"/>
                  </a:lnTo>
                  <a:lnTo>
                    <a:pt x="121818" y="0"/>
                  </a:lnTo>
                  <a:lnTo>
                    <a:pt x="3510381" y="0"/>
                  </a:lnTo>
                  <a:lnTo>
                    <a:pt x="3536861" y="5079"/>
                  </a:lnTo>
                  <a:lnTo>
                    <a:pt x="3549332" y="10160"/>
                  </a:lnTo>
                  <a:lnTo>
                    <a:pt x="3555352" y="12700"/>
                  </a:lnTo>
                  <a:lnTo>
                    <a:pt x="123253" y="12700"/>
                  </a:lnTo>
                  <a:lnTo>
                    <a:pt x="116789" y="13970"/>
                  </a:lnTo>
                  <a:lnTo>
                    <a:pt x="111048" y="13970"/>
                  </a:lnTo>
                  <a:lnTo>
                    <a:pt x="104787" y="16510"/>
                  </a:lnTo>
                  <a:lnTo>
                    <a:pt x="105092" y="16510"/>
                  </a:lnTo>
                  <a:lnTo>
                    <a:pt x="98958" y="17779"/>
                  </a:lnTo>
                  <a:lnTo>
                    <a:pt x="99263" y="17779"/>
                  </a:lnTo>
                  <a:lnTo>
                    <a:pt x="93243" y="19050"/>
                  </a:lnTo>
                  <a:lnTo>
                    <a:pt x="93535" y="19050"/>
                  </a:lnTo>
                  <a:lnTo>
                    <a:pt x="87668" y="21589"/>
                  </a:lnTo>
                  <a:lnTo>
                    <a:pt x="87960" y="21589"/>
                  </a:lnTo>
                  <a:lnTo>
                    <a:pt x="82232" y="24129"/>
                  </a:lnTo>
                  <a:lnTo>
                    <a:pt x="82499" y="24129"/>
                  </a:lnTo>
                  <a:lnTo>
                    <a:pt x="76923" y="26670"/>
                  </a:lnTo>
                  <a:lnTo>
                    <a:pt x="77203" y="26670"/>
                  </a:lnTo>
                  <a:lnTo>
                    <a:pt x="73588" y="29210"/>
                  </a:lnTo>
                  <a:lnTo>
                    <a:pt x="72047" y="29210"/>
                  </a:lnTo>
                  <a:lnTo>
                    <a:pt x="66802" y="33020"/>
                  </a:lnTo>
                  <a:lnTo>
                    <a:pt x="67056" y="33020"/>
                  </a:lnTo>
                  <a:lnTo>
                    <a:pt x="61976" y="36829"/>
                  </a:lnTo>
                  <a:lnTo>
                    <a:pt x="62230" y="36829"/>
                  </a:lnTo>
                  <a:lnTo>
                    <a:pt x="57340" y="40639"/>
                  </a:lnTo>
                  <a:lnTo>
                    <a:pt x="57569" y="40639"/>
                  </a:lnTo>
                  <a:lnTo>
                    <a:pt x="52882" y="44450"/>
                  </a:lnTo>
                  <a:lnTo>
                    <a:pt x="53098" y="44450"/>
                  </a:lnTo>
                  <a:lnTo>
                    <a:pt x="48615" y="48260"/>
                  </a:lnTo>
                  <a:lnTo>
                    <a:pt x="48831" y="48260"/>
                  </a:lnTo>
                  <a:lnTo>
                    <a:pt x="44538" y="52070"/>
                  </a:lnTo>
                  <a:lnTo>
                    <a:pt x="44742" y="52070"/>
                  </a:lnTo>
                  <a:lnTo>
                    <a:pt x="40678" y="57150"/>
                  </a:lnTo>
                  <a:lnTo>
                    <a:pt x="40881" y="57150"/>
                  </a:lnTo>
                  <a:lnTo>
                    <a:pt x="37033" y="60960"/>
                  </a:lnTo>
                  <a:lnTo>
                    <a:pt x="37223" y="60960"/>
                  </a:lnTo>
                  <a:lnTo>
                    <a:pt x="33616" y="66039"/>
                  </a:lnTo>
                  <a:lnTo>
                    <a:pt x="33782" y="66039"/>
                  </a:lnTo>
                  <a:lnTo>
                    <a:pt x="30416" y="71120"/>
                  </a:lnTo>
                  <a:lnTo>
                    <a:pt x="30581" y="71120"/>
                  </a:lnTo>
                  <a:lnTo>
                    <a:pt x="27470" y="76200"/>
                  </a:lnTo>
                  <a:lnTo>
                    <a:pt x="27609" y="76200"/>
                  </a:lnTo>
                  <a:lnTo>
                    <a:pt x="24752" y="81279"/>
                  </a:lnTo>
                  <a:lnTo>
                    <a:pt x="24892" y="81279"/>
                  </a:lnTo>
                  <a:lnTo>
                    <a:pt x="22301" y="87629"/>
                  </a:lnTo>
                  <a:lnTo>
                    <a:pt x="20104" y="92710"/>
                  </a:lnTo>
                  <a:lnTo>
                    <a:pt x="18582" y="97789"/>
                  </a:lnTo>
                  <a:lnTo>
                    <a:pt x="18275" y="97789"/>
                  </a:lnTo>
                  <a:lnTo>
                    <a:pt x="16535" y="104139"/>
                  </a:lnTo>
                  <a:lnTo>
                    <a:pt x="15163" y="110489"/>
                  </a:lnTo>
                  <a:lnTo>
                    <a:pt x="14323" y="115570"/>
                  </a:lnTo>
                  <a:lnTo>
                    <a:pt x="14135" y="115570"/>
                  </a:lnTo>
                  <a:lnTo>
                    <a:pt x="13457" y="121920"/>
                  </a:lnTo>
                  <a:lnTo>
                    <a:pt x="12852" y="128270"/>
                  </a:lnTo>
                  <a:lnTo>
                    <a:pt x="12700" y="134620"/>
                  </a:lnTo>
                  <a:lnTo>
                    <a:pt x="12700" y="652779"/>
                  </a:lnTo>
                  <a:lnTo>
                    <a:pt x="12865" y="659129"/>
                  </a:lnTo>
                  <a:lnTo>
                    <a:pt x="13347" y="665479"/>
                  </a:lnTo>
                  <a:lnTo>
                    <a:pt x="14135" y="671829"/>
                  </a:lnTo>
                  <a:lnTo>
                    <a:pt x="14323" y="671829"/>
                  </a:lnTo>
                  <a:lnTo>
                    <a:pt x="15227" y="676910"/>
                  </a:lnTo>
                  <a:lnTo>
                    <a:pt x="16611" y="683260"/>
                  </a:lnTo>
                  <a:lnTo>
                    <a:pt x="18275" y="689610"/>
                  </a:lnTo>
                  <a:lnTo>
                    <a:pt x="18582" y="689610"/>
                  </a:lnTo>
                  <a:lnTo>
                    <a:pt x="20218" y="694689"/>
                  </a:lnTo>
                  <a:lnTo>
                    <a:pt x="22415" y="699770"/>
                  </a:lnTo>
                  <a:lnTo>
                    <a:pt x="24892" y="706120"/>
                  </a:lnTo>
                  <a:lnTo>
                    <a:pt x="24752" y="706120"/>
                  </a:lnTo>
                  <a:lnTo>
                    <a:pt x="27609" y="711200"/>
                  </a:lnTo>
                  <a:lnTo>
                    <a:pt x="27470" y="711200"/>
                  </a:lnTo>
                  <a:lnTo>
                    <a:pt x="30581" y="716279"/>
                  </a:lnTo>
                  <a:lnTo>
                    <a:pt x="30416" y="716279"/>
                  </a:lnTo>
                  <a:lnTo>
                    <a:pt x="33782" y="721360"/>
                  </a:lnTo>
                  <a:lnTo>
                    <a:pt x="33616" y="721360"/>
                  </a:lnTo>
                  <a:lnTo>
                    <a:pt x="37223" y="726439"/>
                  </a:lnTo>
                  <a:lnTo>
                    <a:pt x="37995" y="726439"/>
                  </a:lnTo>
                  <a:lnTo>
                    <a:pt x="40881" y="730250"/>
                  </a:lnTo>
                  <a:lnTo>
                    <a:pt x="40678" y="730250"/>
                  </a:lnTo>
                  <a:lnTo>
                    <a:pt x="44742" y="735329"/>
                  </a:lnTo>
                  <a:lnTo>
                    <a:pt x="44538" y="735329"/>
                  </a:lnTo>
                  <a:lnTo>
                    <a:pt x="48831" y="739139"/>
                  </a:lnTo>
                  <a:lnTo>
                    <a:pt x="48615" y="739139"/>
                  </a:lnTo>
                  <a:lnTo>
                    <a:pt x="53098" y="742950"/>
                  </a:lnTo>
                  <a:lnTo>
                    <a:pt x="52882" y="742950"/>
                  </a:lnTo>
                  <a:lnTo>
                    <a:pt x="57569" y="746760"/>
                  </a:lnTo>
                  <a:lnTo>
                    <a:pt x="57340" y="746760"/>
                  </a:lnTo>
                  <a:lnTo>
                    <a:pt x="62230" y="750570"/>
                  </a:lnTo>
                  <a:lnTo>
                    <a:pt x="61976" y="750570"/>
                  </a:lnTo>
                  <a:lnTo>
                    <a:pt x="67056" y="754379"/>
                  </a:lnTo>
                  <a:lnTo>
                    <a:pt x="66802" y="754379"/>
                  </a:lnTo>
                  <a:lnTo>
                    <a:pt x="72047" y="758189"/>
                  </a:lnTo>
                  <a:lnTo>
                    <a:pt x="73588" y="758189"/>
                  </a:lnTo>
                  <a:lnTo>
                    <a:pt x="77203" y="760729"/>
                  </a:lnTo>
                  <a:lnTo>
                    <a:pt x="76923" y="760729"/>
                  </a:lnTo>
                  <a:lnTo>
                    <a:pt x="82499" y="763270"/>
                  </a:lnTo>
                  <a:lnTo>
                    <a:pt x="82232" y="763270"/>
                  </a:lnTo>
                  <a:lnTo>
                    <a:pt x="87960" y="765810"/>
                  </a:lnTo>
                  <a:lnTo>
                    <a:pt x="87668" y="765810"/>
                  </a:lnTo>
                  <a:lnTo>
                    <a:pt x="93535" y="768350"/>
                  </a:lnTo>
                  <a:lnTo>
                    <a:pt x="93243" y="768350"/>
                  </a:lnTo>
                  <a:lnTo>
                    <a:pt x="99263" y="769620"/>
                  </a:lnTo>
                  <a:lnTo>
                    <a:pt x="98958" y="769620"/>
                  </a:lnTo>
                  <a:lnTo>
                    <a:pt x="105092" y="770889"/>
                  </a:lnTo>
                  <a:lnTo>
                    <a:pt x="104787" y="770889"/>
                  </a:lnTo>
                  <a:lnTo>
                    <a:pt x="111048" y="773429"/>
                  </a:lnTo>
                  <a:lnTo>
                    <a:pt x="116789" y="773429"/>
                  </a:lnTo>
                  <a:lnTo>
                    <a:pt x="123253" y="774700"/>
                  </a:lnTo>
                  <a:lnTo>
                    <a:pt x="3555352" y="774700"/>
                  </a:lnTo>
                  <a:lnTo>
                    <a:pt x="3543173" y="779779"/>
                  </a:lnTo>
                  <a:lnTo>
                    <a:pt x="3536861" y="782320"/>
                  </a:lnTo>
                  <a:lnTo>
                    <a:pt x="3510381" y="787400"/>
                  </a:lnTo>
                  <a:close/>
                </a:path>
                <a:path w="3632200" h="787400">
                  <a:moveTo>
                    <a:pt x="3560419" y="30479"/>
                  </a:moveTo>
                  <a:lnTo>
                    <a:pt x="3554996" y="26670"/>
                  </a:lnTo>
                  <a:lnTo>
                    <a:pt x="3555276" y="26670"/>
                  </a:lnTo>
                  <a:lnTo>
                    <a:pt x="3549688" y="24129"/>
                  </a:lnTo>
                  <a:lnTo>
                    <a:pt x="3549967" y="24129"/>
                  </a:lnTo>
                  <a:lnTo>
                    <a:pt x="3544239" y="21589"/>
                  </a:lnTo>
                  <a:lnTo>
                    <a:pt x="3544531" y="21589"/>
                  </a:lnTo>
                  <a:lnTo>
                    <a:pt x="3538651" y="19050"/>
                  </a:lnTo>
                  <a:lnTo>
                    <a:pt x="3538956" y="19050"/>
                  </a:lnTo>
                  <a:lnTo>
                    <a:pt x="3532936" y="17779"/>
                  </a:lnTo>
                  <a:lnTo>
                    <a:pt x="3533241" y="17779"/>
                  </a:lnTo>
                  <a:lnTo>
                    <a:pt x="3527107" y="16510"/>
                  </a:lnTo>
                  <a:lnTo>
                    <a:pt x="3527412" y="16510"/>
                  </a:lnTo>
                  <a:lnTo>
                    <a:pt x="3521151" y="13970"/>
                  </a:lnTo>
                  <a:lnTo>
                    <a:pt x="3515410" y="13970"/>
                  </a:lnTo>
                  <a:lnTo>
                    <a:pt x="3508946" y="12700"/>
                  </a:lnTo>
                  <a:lnTo>
                    <a:pt x="3555352" y="12700"/>
                  </a:lnTo>
                  <a:lnTo>
                    <a:pt x="3561194" y="15239"/>
                  </a:lnTo>
                  <a:lnTo>
                    <a:pt x="3566883" y="19050"/>
                  </a:lnTo>
                  <a:lnTo>
                    <a:pt x="3572382" y="22860"/>
                  </a:lnTo>
                  <a:lnTo>
                    <a:pt x="3577704" y="26670"/>
                  </a:lnTo>
                  <a:lnTo>
                    <a:pt x="3581116" y="29210"/>
                  </a:lnTo>
                  <a:lnTo>
                    <a:pt x="3560152" y="29210"/>
                  </a:lnTo>
                  <a:lnTo>
                    <a:pt x="3560419" y="30479"/>
                  </a:lnTo>
                  <a:close/>
                </a:path>
                <a:path w="3632200" h="787400">
                  <a:moveTo>
                    <a:pt x="71780" y="30479"/>
                  </a:moveTo>
                  <a:lnTo>
                    <a:pt x="72047" y="29210"/>
                  </a:lnTo>
                  <a:lnTo>
                    <a:pt x="73588" y="29210"/>
                  </a:lnTo>
                  <a:lnTo>
                    <a:pt x="71780" y="30479"/>
                  </a:lnTo>
                  <a:close/>
                </a:path>
                <a:path w="3632200" h="787400">
                  <a:moveTo>
                    <a:pt x="3614026" y="99060"/>
                  </a:moveTo>
                  <a:lnTo>
                    <a:pt x="3611981" y="92710"/>
                  </a:lnTo>
                  <a:lnTo>
                    <a:pt x="3609784" y="87629"/>
                  </a:lnTo>
                  <a:lnTo>
                    <a:pt x="3607307" y="81279"/>
                  </a:lnTo>
                  <a:lnTo>
                    <a:pt x="3607447" y="81279"/>
                  </a:lnTo>
                  <a:lnTo>
                    <a:pt x="3604590" y="76200"/>
                  </a:lnTo>
                  <a:lnTo>
                    <a:pt x="3604729" y="76200"/>
                  </a:lnTo>
                  <a:lnTo>
                    <a:pt x="3601618" y="71120"/>
                  </a:lnTo>
                  <a:lnTo>
                    <a:pt x="3601783" y="71120"/>
                  </a:lnTo>
                  <a:lnTo>
                    <a:pt x="3598417" y="66039"/>
                  </a:lnTo>
                  <a:lnTo>
                    <a:pt x="3598583" y="66039"/>
                  </a:lnTo>
                  <a:lnTo>
                    <a:pt x="3594976" y="60960"/>
                  </a:lnTo>
                  <a:lnTo>
                    <a:pt x="3595166" y="60960"/>
                  </a:lnTo>
                  <a:lnTo>
                    <a:pt x="3591318" y="57150"/>
                  </a:lnTo>
                  <a:lnTo>
                    <a:pt x="3591521" y="57150"/>
                  </a:lnTo>
                  <a:lnTo>
                    <a:pt x="3587457" y="52070"/>
                  </a:lnTo>
                  <a:lnTo>
                    <a:pt x="3587661" y="52070"/>
                  </a:lnTo>
                  <a:lnTo>
                    <a:pt x="3583368" y="48260"/>
                  </a:lnTo>
                  <a:lnTo>
                    <a:pt x="3583584" y="48260"/>
                  </a:lnTo>
                  <a:lnTo>
                    <a:pt x="3579101" y="44450"/>
                  </a:lnTo>
                  <a:lnTo>
                    <a:pt x="3579317" y="44450"/>
                  </a:lnTo>
                  <a:lnTo>
                    <a:pt x="3574630" y="40639"/>
                  </a:lnTo>
                  <a:lnTo>
                    <a:pt x="3574859" y="40639"/>
                  </a:lnTo>
                  <a:lnTo>
                    <a:pt x="3569969" y="36829"/>
                  </a:lnTo>
                  <a:lnTo>
                    <a:pt x="3570224" y="36829"/>
                  </a:lnTo>
                  <a:lnTo>
                    <a:pt x="3565143" y="33020"/>
                  </a:lnTo>
                  <a:lnTo>
                    <a:pt x="3565398" y="33020"/>
                  </a:lnTo>
                  <a:lnTo>
                    <a:pt x="3560152" y="29210"/>
                  </a:lnTo>
                  <a:lnTo>
                    <a:pt x="3581116" y="29210"/>
                  </a:lnTo>
                  <a:lnTo>
                    <a:pt x="3582822" y="30479"/>
                  </a:lnTo>
                  <a:lnTo>
                    <a:pt x="3587750" y="34289"/>
                  </a:lnTo>
                  <a:lnTo>
                    <a:pt x="3592461" y="39370"/>
                  </a:lnTo>
                  <a:lnTo>
                    <a:pt x="3596957" y="44450"/>
                  </a:lnTo>
                  <a:lnTo>
                    <a:pt x="3601212" y="48260"/>
                  </a:lnTo>
                  <a:lnTo>
                    <a:pt x="3605237" y="53339"/>
                  </a:lnTo>
                  <a:lnTo>
                    <a:pt x="3609022" y="59689"/>
                  </a:lnTo>
                  <a:lnTo>
                    <a:pt x="3612553" y="64770"/>
                  </a:lnTo>
                  <a:lnTo>
                    <a:pt x="3626835" y="97789"/>
                  </a:lnTo>
                  <a:lnTo>
                    <a:pt x="3613924" y="97789"/>
                  </a:lnTo>
                  <a:lnTo>
                    <a:pt x="3614026" y="99060"/>
                  </a:lnTo>
                  <a:close/>
                </a:path>
                <a:path w="3632200" h="787400">
                  <a:moveTo>
                    <a:pt x="18173" y="99060"/>
                  </a:moveTo>
                  <a:lnTo>
                    <a:pt x="18275" y="97789"/>
                  </a:lnTo>
                  <a:lnTo>
                    <a:pt x="18582" y="97789"/>
                  </a:lnTo>
                  <a:lnTo>
                    <a:pt x="18173" y="99060"/>
                  </a:lnTo>
                  <a:close/>
                </a:path>
                <a:path w="3632200" h="787400">
                  <a:moveTo>
                    <a:pt x="3618103" y="116839"/>
                  </a:moveTo>
                  <a:lnTo>
                    <a:pt x="3616972" y="110489"/>
                  </a:lnTo>
                  <a:lnTo>
                    <a:pt x="3615588" y="104139"/>
                  </a:lnTo>
                  <a:lnTo>
                    <a:pt x="3613924" y="97789"/>
                  </a:lnTo>
                  <a:lnTo>
                    <a:pt x="3626835" y="97789"/>
                  </a:lnTo>
                  <a:lnTo>
                    <a:pt x="3627932" y="101600"/>
                  </a:lnTo>
                  <a:lnTo>
                    <a:pt x="3629444" y="107950"/>
                  </a:lnTo>
                  <a:lnTo>
                    <a:pt x="3630637" y="114300"/>
                  </a:lnTo>
                  <a:lnTo>
                    <a:pt x="3630810" y="115570"/>
                  </a:lnTo>
                  <a:lnTo>
                    <a:pt x="3618064" y="115570"/>
                  </a:lnTo>
                  <a:lnTo>
                    <a:pt x="3618103" y="116839"/>
                  </a:lnTo>
                  <a:close/>
                </a:path>
                <a:path w="3632200" h="787400">
                  <a:moveTo>
                    <a:pt x="14096" y="116839"/>
                  </a:moveTo>
                  <a:lnTo>
                    <a:pt x="14135" y="115570"/>
                  </a:lnTo>
                  <a:lnTo>
                    <a:pt x="14323" y="115570"/>
                  </a:lnTo>
                  <a:lnTo>
                    <a:pt x="14096" y="116839"/>
                  </a:lnTo>
                  <a:close/>
                </a:path>
                <a:path w="3632200" h="787400">
                  <a:moveTo>
                    <a:pt x="3631588" y="665479"/>
                  </a:moveTo>
                  <a:lnTo>
                    <a:pt x="3618852" y="665479"/>
                  </a:lnTo>
                  <a:lnTo>
                    <a:pt x="3619347" y="659129"/>
                  </a:lnTo>
                  <a:lnTo>
                    <a:pt x="3619500" y="652779"/>
                  </a:lnTo>
                  <a:lnTo>
                    <a:pt x="3619500" y="134620"/>
                  </a:lnTo>
                  <a:lnTo>
                    <a:pt x="3619334" y="128270"/>
                  </a:lnTo>
                  <a:lnTo>
                    <a:pt x="3618852" y="121920"/>
                  </a:lnTo>
                  <a:lnTo>
                    <a:pt x="3618064" y="115570"/>
                  </a:lnTo>
                  <a:lnTo>
                    <a:pt x="3630810" y="115570"/>
                  </a:lnTo>
                  <a:lnTo>
                    <a:pt x="3631501" y="120650"/>
                  </a:lnTo>
                  <a:lnTo>
                    <a:pt x="3632022" y="128270"/>
                  </a:lnTo>
                  <a:lnTo>
                    <a:pt x="3632200" y="134620"/>
                  </a:lnTo>
                  <a:lnTo>
                    <a:pt x="3632200" y="652779"/>
                  </a:lnTo>
                  <a:lnTo>
                    <a:pt x="3632022" y="659129"/>
                  </a:lnTo>
                  <a:lnTo>
                    <a:pt x="3631588" y="665479"/>
                  </a:lnTo>
                  <a:close/>
                </a:path>
                <a:path w="3632200" h="787400">
                  <a:moveTo>
                    <a:pt x="13322" y="123189"/>
                  </a:moveTo>
                  <a:lnTo>
                    <a:pt x="13347" y="121920"/>
                  </a:lnTo>
                  <a:lnTo>
                    <a:pt x="13322" y="123189"/>
                  </a:lnTo>
                  <a:close/>
                </a:path>
                <a:path w="3632200" h="787400">
                  <a:moveTo>
                    <a:pt x="3618877" y="123189"/>
                  </a:moveTo>
                  <a:lnTo>
                    <a:pt x="3618742" y="121920"/>
                  </a:lnTo>
                  <a:lnTo>
                    <a:pt x="3618877" y="123189"/>
                  </a:lnTo>
                  <a:close/>
                </a:path>
                <a:path w="3632200" h="787400">
                  <a:moveTo>
                    <a:pt x="13457" y="665479"/>
                  </a:moveTo>
                  <a:lnTo>
                    <a:pt x="13322" y="664210"/>
                  </a:lnTo>
                  <a:lnTo>
                    <a:pt x="13457" y="665479"/>
                  </a:lnTo>
                  <a:close/>
                </a:path>
                <a:path w="3632200" h="787400">
                  <a:moveTo>
                    <a:pt x="3630810" y="671829"/>
                  </a:moveTo>
                  <a:lnTo>
                    <a:pt x="3618064" y="671829"/>
                  </a:lnTo>
                  <a:lnTo>
                    <a:pt x="3618877" y="664210"/>
                  </a:lnTo>
                  <a:lnTo>
                    <a:pt x="3618852" y="665479"/>
                  </a:lnTo>
                  <a:lnTo>
                    <a:pt x="3631588" y="665479"/>
                  </a:lnTo>
                  <a:lnTo>
                    <a:pt x="3631501" y="666750"/>
                  </a:lnTo>
                  <a:lnTo>
                    <a:pt x="3630810" y="671829"/>
                  </a:lnTo>
                  <a:close/>
                </a:path>
                <a:path w="3632200" h="787400">
                  <a:moveTo>
                    <a:pt x="14323" y="671829"/>
                  </a:moveTo>
                  <a:lnTo>
                    <a:pt x="14135" y="671829"/>
                  </a:lnTo>
                  <a:lnTo>
                    <a:pt x="14096" y="670560"/>
                  </a:lnTo>
                  <a:lnTo>
                    <a:pt x="14323" y="671829"/>
                  </a:lnTo>
                  <a:close/>
                </a:path>
                <a:path w="3632200" h="787400">
                  <a:moveTo>
                    <a:pt x="3626835" y="689610"/>
                  </a:moveTo>
                  <a:lnTo>
                    <a:pt x="3613924" y="689610"/>
                  </a:lnTo>
                  <a:lnTo>
                    <a:pt x="3615664" y="683260"/>
                  </a:lnTo>
                  <a:lnTo>
                    <a:pt x="3617036" y="676910"/>
                  </a:lnTo>
                  <a:lnTo>
                    <a:pt x="3618103" y="670560"/>
                  </a:lnTo>
                  <a:lnTo>
                    <a:pt x="3618064" y="671829"/>
                  </a:lnTo>
                  <a:lnTo>
                    <a:pt x="3630810" y="671829"/>
                  </a:lnTo>
                  <a:lnTo>
                    <a:pt x="3630637" y="673100"/>
                  </a:lnTo>
                  <a:lnTo>
                    <a:pt x="3629444" y="679450"/>
                  </a:lnTo>
                  <a:lnTo>
                    <a:pt x="3627932" y="685800"/>
                  </a:lnTo>
                  <a:lnTo>
                    <a:pt x="3626835" y="689610"/>
                  </a:lnTo>
                  <a:close/>
                </a:path>
                <a:path w="3632200" h="787400">
                  <a:moveTo>
                    <a:pt x="18582" y="689610"/>
                  </a:moveTo>
                  <a:lnTo>
                    <a:pt x="18275" y="689610"/>
                  </a:lnTo>
                  <a:lnTo>
                    <a:pt x="18173" y="688339"/>
                  </a:lnTo>
                  <a:lnTo>
                    <a:pt x="18582" y="689610"/>
                  </a:lnTo>
                  <a:close/>
                </a:path>
                <a:path w="3632200" h="787400">
                  <a:moveTo>
                    <a:pt x="3609905" y="726439"/>
                  </a:moveTo>
                  <a:lnTo>
                    <a:pt x="3594976" y="726439"/>
                  </a:lnTo>
                  <a:lnTo>
                    <a:pt x="3598583" y="721360"/>
                  </a:lnTo>
                  <a:lnTo>
                    <a:pt x="3598417" y="721360"/>
                  </a:lnTo>
                  <a:lnTo>
                    <a:pt x="3601783" y="716279"/>
                  </a:lnTo>
                  <a:lnTo>
                    <a:pt x="3601618" y="716279"/>
                  </a:lnTo>
                  <a:lnTo>
                    <a:pt x="3604729" y="711200"/>
                  </a:lnTo>
                  <a:lnTo>
                    <a:pt x="3604590" y="711200"/>
                  </a:lnTo>
                  <a:lnTo>
                    <a:pt x="3607447" y="706120"/>
                  </a:lnTo>
                  <a:lnTo>
                    <a:pt x="3607307" y="706120"/>
                  </a:lnTo>
                  <a:lnTo>
                    <a:pt x="3609898" y="699770"/>
                  </a:lnTo>
                  <a:lnTo>
                    <a:pt x="3612095" y="694689"/>
                  </a:lnTo>
                  <a:lnTo>
                    <a:pt x="3614026" y="688339"/>
                  </a:lnTo>
                  <a:lnTo>
                    <a:pt x="3613924" y="689610"/>
                  </a:lnTo>
                  <a:lnTo>
                    <a:pt x="3626835" y="689610"/>
                  </a:lnTo>
                  <a:lnTo>
                    <a:pt x="3612553" y="722629"/>
                  </a:lnTo>
                  <a:lnTo>
                    <a:pt x="3609905" y="726439"/>
                  </a:lnTo>
                  <a:close/>
                </a:path>
                <a:path w="3632200" h="787400">
                  <a:moveTo>
                    <a:pt x="37995" y="726439"/>
                  </a:moveTo>
                  <a:lnTo>
                    <a:pt x="37223" y="726439"/>
                  </a:lnTo>
                  <a:lnTo>
                    <a:pt x="37033" y="725170"/>
                  </a:lnTo>
                  <a:lnTo>
                    <a:pt x="37995" y="726439"/>
                  </a:lnTo>
                  <a:close/>
                </a:path>
                <a:path w="3632200" h="787400">
                  <a:moveTo>
                    <a:pt x="3581116" y="758189"/>
                  </a:moveTo>
                  <a:lnTo>
                    <a:pt x="3560152" y="758189"/>
                  </a:lnTo>
                  <a:lnTo>
                    <a:pt x="3565398" y="754379"/>
                  </a:lnTo>
                  <a:lnTo>
                    <a:pt x="3565143" y="754379"/>
                  </a:lnTo>
                  <a:lnTo>
                    <a:pt x="3570224" y="750570"/>
                  </a:lnTo>
                  <a:lnTo>
                    <a:pt x="3569969" y="750570"/>
                  </a:lnTo>
                  <a:lnTo>
                    <a:pt x="3574859" y="746760"/>
                  </a:lnTo>
                  <a:lnTo>
                    <a:pt x="3574630" y="746760"/>
                  </a:lnTo>
                  <a:lnTo>
                    <a:pt x="3579317" y="742950"/>
                  </a:lnTo>
                  <a:lnTo>
                    <a:pt x="3579101" y="742950"/>
                  </a:lnTo>
                  <a:lnTo>
                    <a:pt x="3583584" y="739139"/>
                  </a:lnTo>
                  <a:lnTo>
                    <a:pt x="3583368" y="739139"/>
                  </a:lnTo>
                  <a:lnTo>
                    <a:pt x="3587661" y="735329"/>
                  </a:lnTo>
                  <a:lnTo>
                    <a:pt x="3587457" y="735329"/>
                  </a:lnTo>
                  <a:lnTo>
                    <a:pt x="3591521" y="730250"/>
                  </a:lnTo>
                  <a:lnTo>
                    <a:pt x="3591318" y="730250"/>
                  </a:lnTo>
                  <a:lnTo>
                    <a:pt x="3595166" y="725170"/>
                  </a:lnTo>
                  <a:lnTo>
                    <a:pt x="3594976" y="726439"/>
                  </a:lnTo>
                  <a:lnTo>
                    <a:pt x="3609905" y="726439"/>
                  </a:lnTo>
                  <a:lnTo>
                    <a:pt x="3609022" y="727710"/>
                  </a:lnTo>
                  <a:lnTo>
                    <a:pt x="3605237" y="734060"/>
                  </a:lnTo>
                  <a:lnTo>
                    <a:pt x="3601212" y="739139"/>
                  </a:lnTo>
                  <a:lnTo>
                    <a:pt x="3596957" y="742950"/>
                  </a:lnTo>
                  <a:lnTo>
                    <a:pt x="3592461" y="748029"/>
                  </a:lnTo>
                  <a:lnTo>
                    <a:pt x="3587750" y="753110"/>
                  </a:lnTo>
                  <a:lnTo>
                    <a:pt x="3582822" y="756920"/>
                  </a:lnTo>
                  <a:lnTo>
                    <a:pt x="3581116" y="758189"/>
                  </a:lnTo>
                  <a:close/>
                </a:path>
                <a:path w="3632200" h="787400">
                  <a:moveTo>
                    <a:pt x="73588" y="758189"/>
                  </a:moveTo>
                  <a:lnTo>
                    <a:pt x="72047" y="758189"/>
                  </a:lnTo>
                  <a:lnTo>
                    <a:pt x="71780" y="756920"/>
                  </a:lnTo>
                  <a:lnTo>
                    <a:pt x="73588" y="758189"/>
                  </a:lnTo>
                  <a:close/>
                </a:path>
                <a:path w="3632200" h="787400">
                  <a:moveTo>
                    <a:pt x="3555352" y="774700"/>
                  </a:moveTo>
                  <a:lnTo>
                    <a:pt x="3508946" y="774700"/>
                  </a:lnTo>
                  <a:lnTo>
                    <a:pt x="3515410" y="773429"/>
                  </a:lnTo>
                  <a:lnTo>
                    <a:pt x="3521151" y="773429"/>
                  </a:lnTo>
                  <a:lnTo>
                    <a:pt x="3527412" y="770889"/>
                  </a:lnTo>
                  <a:lnTo>
                    <a:pt x="3527107" y="770889"/>
                  </a:lnTo>
                  <a:lnTo>
                    <a:pt x="3533241" y="769620"/>
                  </a:lnTo>
                  <a:lnTo>
                    <a:pt x="3532936" y="769620"/>
                  </a:lnTo>
                  <a:lnTo>
                    <a:pt x="3538956" y="768350"/>
                  </a:lnTo>
                  <a:lnTo>
                    <a:pt x="3538651" y="768350"/>
                  </a:lnTo>
                  <a:lnTo>
                    <a:pt x="3544531" y="765810"/>
                  </a:lnTo>
                  <a:lnTo>
                    <a:pt x="3544239" y="765810"/>
                  </a:lnTo>
                  <a:lnTo>
                    <a:pt x="3549967" y="763270"/>
                  </a:lnTo>
                  <a:lnTo>
                    <a:pt x="3549688" y="763270"/>
                  </a:lnTo>
                  <a:lnTo>
                    <a:pt x="3555276" y="760729"/>
                  </a:lnTo>
                  <a:lnTo>
                    <a:pt x="3554996" y="760729"/>
                  </a:lnTo>
                  <a:lnTo>
                    <a:pt x="3560419" y="756920"/>
                  </a:lnTo>
                  <a:lnTo>
                    <a:pt x="3560152" y="758189"/>
                  </a:lnTo>
                  <a:lnTo>
                    <a:pt x="3581116" y="758189"/>
                  </a:lnTo>
                  <a:lnTo>
                    <a:pt x="3577704" y="760729"/>
                  </a:lnTo>
                  <a:lnTo>
                    <a:pt x="3572382" y="764539"/>
                  </a:lnTo>
                  <a:lnTo>
                    <a:pt x="3566883" y="768350"/>
                  </a:lnTo>
                  <a:lnTo>
                    <a:pt x="3561194" y="772160"/>
                  </a:lnTo>
                  <a:lnTo>
                    <a:pt x="3555352" y="774700"/>
                  </a:lnTo>
                  <a:close/>
                </a:path>
              </a:pathLst>
            </a:custGeom>
            <a:solidFill>
              <a:srgbClr val="ADB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78979" y="3678339"/>
            <a:ext cx="22275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9275" marR="5080" indent="-53657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Retrieval-Augmented Generation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6884" y="4918075"/>
            <a:ext cx="3632200" cy="788670"/>
            <a:chOff x="476884" y="4918075"/>
            <a:chExt cx="3632200" cy="788670"/>
          </a:xfrm>
        </p:grpSpPr>
        <p:sp>
          <p:nvSpPr>
            <p:cNvPr id="12" name="object 12"/>
            <p:cNvSpPr/>
            <p:nvPr/>
          </p:nvSpPr>
          <p:spPr>
            <a:xfrm>
              <a:off x="483107" y="4924043"/>
              <a:ext cx="3619500" cy="775970"/>
            </a:xfrm>
            <a:custGeom>
              <a:avLst/>
              <a:gdLst/>
              <a:ahLst/>
              <a:cxnLst/>
              <a:rect l="l" t="t" r="r" b="b"/>
              <a:pathLst>
                <a:path w="3619500" h="775970">
                  <a:moveTo>
                    <a:pt x="3489959" y="775715"/>
                  </a:moveTo>
                  <a:lnTo>
                    <a:pt x="129540" y="775715"/>
                  </a:lnTo>
                  <a:lnTo>
                    <a:pt x="79147" y="765930"/>
                  </a:lnTo>
                  <a:lnTo>
                    <a:pt x="37999" y="738478"/>
                  </a:lnTo>
                  <a:lnTo>
                    <a:pt x="10237" y="697640"/>
                  </a:lnTo>
                  <a:lnTo>
                    <a:pt x="0" y="647700"/>
                  </a:lnTo>
                  <a:lnTo>
                    <a:pt x="0" y="129539"/>
                  </a:lnTo>
                  <a:lnTo>
                    <a:pt x="10237" y="79290"/>
                  </a:lnTo>
                  <a:lnTo>
                    <a:pt x="37999" y="38190"/>
                  </a:lnTo>
                  <a:lnTo>
                    <a:pt x="79147" y="10380"/>
                  </a:lnTo>
                  <a:lnTo>
                    <a:pt x="129540" y="0"/>
                  </a:lnTo>
                  <a:lnTo>
                    <a:pt x="3489959" y="0"/>
                  </a:lnTo>
                  <a:lnTo>
                    <a:pt x="3540495" y="10380"/>
                  </a:lnTo>
                  <a:lnTo>
                    <a:pt x="3581690" y="38190"/>
                  </a:lnTo>
                  <a:lnTo>
                    <a:pt x="3609405" y="79290"/>
                  </a:lnTo>
                  <a:lnTo>
                    <a:pt x="3619500" y="129539"/>
                  </a:lnTo>
                  <a:lnTo>
                    <a:pt x="3619500" y="647700"/>
                  </a:lnTo>
                  <a:lnTo>
                    <a:pt x="3609405" y="697640"/>
                  </a:lnTo>
                  <a:lnTo>
                    <a:pt x="3581690" y="738478"/>
                  </a:lnTo>
                  <a:lnTo>
                    <a:pt x="3540495" y="765930"/>
                  </a:lnTo>
                  <a:lnTo>
                    <a:pt x="3489959" y="775715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6884" y="4918075"/>
              <a:ext cx="3632200" cy="788670"/>
            </a:xfrm>
            <a:custGeom>
              <a:avLst/>
              <a:gdLst/>
              <a:ahLst/>
              <a:cxnLst/>
              <a:rect l="l" t="t" r="r" b="b"/>
              <a:pathLst>
                <a:path w="3632200" h="788670">
                  <a:moveTo>
                    <a:pt x="3510381" y="787400"/>
                  </a:moveTo>
                  <a:lnTo>
                    <a:pt x="121818" y="787400"/>
                  </a:lnTo>
                  <a:lnTo>
                    <a:pt x="95338" y="782320"/>
                  </a:lnTo>
                  <a:lnTo>
                    <a:pt x="59817" y="764539"/>
                  </a:lnTo>
                  <a:lnTo>
                    <a:pt x="39738" y="748029"/>
                  </a:lnTo>
                  <a:lnTo>
                    <a:pt x="35242" y="744220"/>
                  </a:lnTo>
                  <a:lnTo>
                    <a:pt x="30988" y="739139"/>
                  </a:lnTo>
                  <a:lnTo>
                    <a:pt x="26962" y="734060"/>
                  </a:lnTo>
                  <a:lnTo>
                    <a:pt x="23177" y="727710"/>
                  </a:lnTo>
                  <a:lnTo>
                    <a:pt x="19646" y="722629"/>
                  </a:lnTo>
                  <a:lnTo>
                    <a:pt x="4267" y="685800"/>
                  </a:lnTo>
                  <a:lnTo>
                    <a:pt x="0" y="652779"/>
                  </a:lnTo>
                  <a:lnTo>
                    <a:pt x="0" y="134620"/>
                  </a:lnTo>
                  <a:lnTo>
                    <a:pt x="6096" y="95250"/>
                  </a:lnTo>
                  <a:lnTo>
                    <a:pt x="23177" y="59689"/>
                  </a:lnTo>
                  <a:lnTo>
                    <a:pt x="26962" y="53339"/>
                  </a:lnTo>
                  <a:lnTo>
                    <a:pt x="30988" y="48260"/>
                  </a:lnTo>
                  <a:lnTo>
                    <a:pt x="35242" y="44450"/>
                  </a:lnTo>
                  <a:lnTo>
                    <a:pt x="39738" y="39370"/>
                  </a:lnTo>
                  <a:lnTo>
                    <a:pt x="71005" y="15239"/>
                  </a:lnTo>
                  <a:lnTo>
                    <a:pt x="121818" y="0"/>
                  </a:lnTo>
                  <a:lnTo>
                    <a:pt x="3510381" y="0"/>
                  </a:lnTo>
                  <a:lnTo>
                    <a:pt x="3536861" y="5079"/>
                  </a:lnTo>
                  <a:lnTo>
                    <a:pt x="3549332" y="10160"/>
                  </a:lnTo>
                  <a:lnTo>
                    <a:pt x="3555352" y="12700"/>
                  </a:lnTo>
                  <a:lnTo>
                    <a:pt x="123253" y="12700"/>
                  </a:lnTo>
                  <a:lnTo>
                    <a:pt x="116789" y="13970"/>
                  </a:lnTo>
                  <a:lnTo>
                    <a:pt x="111048" y="13970"/>
                  </a:lnTo>
                  <a:lnTo>
                    <a:pt x="104787" y="16510"/>
                  </a:lnTo>
                  <a:lnTo>
                    <a:pt x="105092" y="16510"/>
                  </a:lnTo>
                  <a:lnTo>
                    <a:pt x="98958" y="17779"/>
                  </a:lnTo>
                  <a:lnTo>
                    <a:pt x="99263" y="17779"/>
                  </a:lnTo>
                  <a:lnTo>
                    <a:pt x="93243" y="19050"/>
                  </a:lnTo>
                  <a:lnTo>
                    <a:pt x="93535" y="19050"/>
                  </a:lnTo>
                  <a:lnTo>
                    <a:pt x="87668" y="21589"/>
                  </a:lnTo>
                  <a:lnTo>
                    <a:pt x="87960" y="21589"/>
                  </a:lnTo>
                  <a:lnTo>
                    <a:pt x="82232" y="24129"/>
                  </a:lnTo>
                  <a:lnTo>
                    <a:pt x="82499" y="24129"/>
                  </a:lnTo>
                  <a:lnTo>
                    <a:pt x="76923" y="26670"/>
                  </a:lnTo>
                  <a:lnTo>
                    <a:pt x="77203" y="26670"/>
                  </a:lnTo>
                  <a:lnTo>
                    <a:pt x="73588" y="29210"/>
                  </a:lnTo>
                  <a:lnTo>
                    <a:pt x="72047" y="29210"/>
                  </a:lnTo>
                  <a:lnTo>
                    <a:pt x="66802" y="33020"/>
                  </a:lnTo>
                  <a:lnTo>
                    <a:pt x="67056" y="33020"/>
                  </a:lnTo>
                  <a:lnTo>
                    <a:pt x="61976" y="36829"/>
                  </a:lnTo>
                  <a:lnTo>
                    <a:pt x="62230" y="36829"/>
                  </a:lnTo>
                  <a:lnTo>
                    <a:pt x="57340" y="40639"/>
                  </a:lnTo>
                  <a:lnTo>
                    <a:pt x="57569" y="40639"/>
                  </a:lnTo>
                  <a:lnTo>
                    <a:pt x="52882" y="44450"/>
                  </a:lnTo>
                  <a:lnTo>
                    <a:pt x="53098" y="44450"/>
                  </a:lnTo>
                  <a:lnTo>
                    <a:pt x="48615" y="48260"/>
                  </a:lnTo>
                  <a:lnTo>
                    <a:pt x="48831" y="48260"/>
                  </a:lnTo>
                  <a:lnTo>
                    <a:pt x="44538" y="52070"/>
                  </a:lnTo>
                  <a:lnTo>
                    <a:pt x="44742" y="52070"/>
                  </a:lnTo>
                  <a:lnTo>
                    <a:pt x="40678" y="57150"/>
                  </a:lnTo>
                  <a:lnTo>
                    <a:pt x="40881" y="57150"/>
                  </a:lnTo>
                  <a:lnTo>
                    <a:pt x="37033" y="60960"/>
                  </a:lnTo>
                  <a:lnTo>
                    <a:pt x="37223" y="60960"/>
                  </a:lnTo>
                  <a:lnTo>
                    <a:pt x="33616" y="66039"/>
                  </a:lnTo>
                  <a:lnTo>
                    <a:pt x="33782" y="66039"/>
                  </a:lnTo>
                  <a:lnTo>
                    <a:pt x="30416" y="71120"/>
                  </a:lnTo>
                  <a:lnTo>
                    <a:pt x="30581" y="71120"/>
                  </a:lnTo>
                  <a:lnTo>
                    <a:pt x="27470" y="76200"/>
                  </a:lnTo>
                  <a:lnTo>
                    <a:pt x="27609" y="76200"/>
                  </a:lnTo>
                  <a:lnTo>
                    <a:pt x="24752" y="81279"/>
                  </a:lnTo>
                  <a:lnTo>
                    <a:pt x="24892" y="81279"/>
                  </a:lnTo>
                  <a:lnTo>
                    <a:pt x="22301" y="87629"/>
                  </a:lnTo>
                  <a:lnTo>
                    <a:pt x="20104" y="92710"/>
                  </a:lnTo>
                  <a:lnTo>
                    <a:pt x="18582" y="97789"/>
                  </a:lnTo>
                  <a:lnTo>
                    <a:pt x="18275" y="97789"/>
                  </a:lnTo>
                  <a:lnTo>
                    <a:pt x="16535" y="104139"/>
                  </a:lnTo>
                  <a:lnTo>
                    <a:pt x="15163" y="110489"/>
                  </a:lnTo>
                  <a:lnTo>
                    <a:pt x="14323" y="115570"/>
                  </a:lnTo>
                  <a:lnTo>
                    <a:pt x="14135" y="115570"/>
                  </a:lnTo>
                  <a:lnTo>
                    <a:pt x="13457" y="121920"/>
                  </a:lnTo>
                  <a:lnTo>
                    <a:pt x="12852" y="128270"/>
                  </a:lnTo>
                  <a:lnTo>
                    <a:pt x="12700" y="134620"/>
                  </a:lnTo>
                  <a:lnTo>
                    <a:pt x="12700" y="652779"/>
                  </a:lnTo>
                  <a:lnTo>
                    <a:pt x="12865" y="659129"/>
                  </a:lnTo>
                  <a:lnTo>
                    <a:pt x="13347" y="665479"/>
                  </a:lnTo>
                  <a:lnTo>
                    <a:pt x="14135" y="671829"/>
                  </a:lnTo>
                  <a:lnTo>
                    <a:pt x="14323" y="671829"/>
                  </a:lnTo>
                  <a:lnTo>
                    <a:pt x="15227" y="676910"/>
                  </a:lnTo>
                  <a:lnTo>
                    <a:pt x="16611" y="683260"/>
                  </a:lnTo>
                  <a:lnTo>
                    <a:pt x="18275" y="689610"/>
                  </a:lnTo>
                  <a:lnTo>
                    <a:pt x="18582" y="689610"/>
                  </a:lnTo>
                  <a:lnTo>
                    <a:pt x="20218" y="694689"/>
                  </a:lnTo>
                  <a:lnTo>
                    <a:pt x="22415" y="699770"/>
                  </a:lnTo>
                  <a:lnTo>
                    <a:pt x="24892" y="706120"/>
                  </a:lnTo>
                  <a:lnTo>
                    <a:pt x="24752" y="706120"/>
                  </a:lnTo>
                  <a:lnTo>
                    <a:pt x="27609" y="711200"/>
                  </a:lnTo>
                  <a:lnTo>
                    <a:pt x="27470" y="711200"/>
                  </a:lnTo>
                  <a:lnTo>
                    <a:pt x="30581" y="716279"/>
                  </a:lnTo>
                  <a:lnTo>
                    <a:pt x="30416" y="716279"/>
                  </a:lnTo>
                  <a:lnTo>
                    <a:pt x="33782" y="721360"/>
                  </a:lnTo>
                  <a:lnTo>
                    <a:pt x="33616" y="721360"/>
                  </a:lnTo>
                  <a:lnTo>
                    <a:pt x="37223" y="726439"/>
                  </a:lnTo>
                  <a:lnTo>
                    <a:pt x="37033" y="726439"/>
                  </a:lnTo>
                  <a:lnTo>
                    <a:pt x="40881" y="730250"/>
                  </a:lnTo>
                  <a:lnTo>
                    <a:pt x="40678" y="730250"/>
                  </a:lnTo>
                  <a:lnTo>
                    <a:pt x="44742" y="735329"/>
                  </a:lnTo>
                  <a:lnTo>
                    <a:pt x="44538" y="735329"/>
                  </a:lnTo>
                  <a:lnTo>
                    <a:pt x="48831" y="739139"/>
                  </a:lnTo>
                  <a:lnTo>
                    <a:pt x="48615" y="739139"/>
                  </a:lnTo>
                  <a:lnTo>
                    <a:pt x="53098" y="742950"/>
                  </a:lnTo>
                  <a:lnTo>
                    <a:pt x="52882" y="742950"/>
                  </a:lnTo>
                  <a:lnTo>
                    <a:pt x="57569" y="746760"/>
                  </a:lnTo>
                  <a:lnTo>
                    <a:pt x="57340" y="746760"/>
                  </a:lnTo>
                  <a:lnTo>
                    <a:pt x="62230" y="750570"/>
                  </a:lnTo>
                  <a:lnTo>
                    <a:pt x="61976" y="750570"/>
                  </a:lnTo>
                  <a:lnTo>
                    <a:pt x="67056" y="754379"/>
                  </a:lnTo>
                  <a:lnTo>
                    <a:pt x="66802" y="754379"/>
                  </a:lnTo>
                  <a:lnTo>
                    <a:pt x="72047" y="758189"/>
                  </a:lnTo>
                  <a:lnTo>
                    <a:pt x="73588" y="758189"/>
                  </a:lnTo>
                  <a:lnTo>
                    <a:pt x="77203" y="760729"/>
                  </a:lnTo>
                  <a:lnTo>
                    <a:pt x="76923" y="760729"/>
                  </a:lnTo>
                  <a:lnTo>
                    <a:pt x="82499" y="763270"/>
                  </a:lnTo>
                  <a:lnTo>
                    <a:pt x="82232" y="763270"/>
                  </a:lnTo>
                  <a:lnTo>
                    <a:pt x="87960" y="765810"/>
                  </a:lnTo>
                  <a:lnTo>
                    <a:pt x="87668" y="765810"/>
                  </a:lnTo>
                  <a:lnTo>
                    <a:pt x="93535" y="768350"/>
                  </a:lnTo>
                  <a:lnTo>
                    <a:pt x="93243" y="768350"/>
                  </a:lnTo>
                  <a:lnTo>
                    <a:pt x="99263" y="769620"/>
                  </a:lnTo>
                  <a:lnTo>
                    <a:pt x="98958" y="769620"/>
                  </a:lnTo>
                  <a:lnTo>
                    <a:pt x="105092" y="770889"/>
                  </a:lnTo>
                  <a:lnTo>
                    <a:pt x="104787" y="770889"/>
                  </a:lnTo>
                  <a:lnTo>
                    <a:pt x="111048" y="773429"/>
                  </a:lnTo>
                  <a:lnTo>
                    <a:pt x="116789" y="773429"/>
                  </a:lnTo>
                  <a:lnTo>
                    <a:pt x="123253" y="774700"/>
                  </a:lnTo>
                  <a:lnTo>
                    <a:pt x="129184" y="774700"/>
                  </a:lnTo>
                  <a:lnTo>
                    <a:pt x="135839" y="775970"/>
                  </a:lnTo>
                  <a:lnTo>
                    <a:pt x="3552342" y="775970"/>
                  </a:lnTo>
                  <a:lnTo>
                    <a:pt x="3543173" y="779779"/>
                  </a:lnTo>
                  <a:lnTo>
                    <a:pt x="3536861" y="782320"/>
                  </a:lnTo>
                  <a:lnTo>
                    <a:pt x="3510381" y="787400"/>
                  </a:lnTo>
                  <a:close/>
                </a:path>
                <a:path w="3632200" h="788670">
                  <a:moveTo>
                    <a:pt x="3560419" y="30479"/>
                  </a:moveTo>
                  <a:lnTo>
                    <a:pt x="3554996" y="26670"/>
                  </a:lnTo>
                  <a:lnTo>
                    <a:pt x="3555276" y="26670"/>
                  </a:lnTo>
                  <a:lnTo>
                    <a:pt x="3549688" y="24129"/>
                  </a:lnTo>
                  <a:lnTo>
                    <a:pt x="3549967" y="24129"/>
                  </a:lnTo>
                  <a:lnTo>
                    <a:pt x="3544239" y="21589"/>
                  </a:lnTo>
                  <a:lnTo>
                    <a:pt x="3544531" y="21589"/>
                  </a:lnTo>
                  <a:lnTo>
                    <a:pt x="3538651" y="19050"/>
                  </a:lnTo>
                  <a:lnTo>
                    <a:pt x="3538956" y="19050"/>
                  </a:lnTo>
                  <a:lnTo>
                    <a:pt x="3532936" y="17779"/>
                  </a:lnTo>
                  <a:lnTo>
                    <a:pt x="3533241" y="17779"/>
                  </a:lnTo>
                  <a:lnTo>
                    <a:pt x="3527107" y="16510"/>
                  </a:lnTo>
                  <a:lnTo>
                    <a:pt x="3527412" y="16510"/>
                  </a:lnTo>
                  <a:lnTo>
                    <a:pt x="3521151" y="13970"/>
                  </a:lnTo>
                  <a:lnTo>
                    <a:pt x="3515410" y="13970"/>
                  </a:lnTo>
                  <a:lnTo>
                    <a:pt x="3508946" y="12700"/>
                  </a:lnTo>
                  <a:lnTo>
                    <a:pt x="3555352" y="12700"/>
                  </a:lnTo>
                  <a:lnTo>
                    <a:pt x="3561194" y="15239"/>
                  </a:lnTo>
                  <a:lnTo>
                    <a:pt x="3566883" y="19050"/>
                  </a:lnTo>
                  <a:lnTo>
                    <a:pt x="3572382" y="22860"/>
                  </a:lnTo>
                  <a:lnTo>
                    <a:pt x="3577704" y="26670"/>
                  </a:lnTo>
                  <a:lnTo>
                    <a:pt x="3581116" y="29210"/>
                  </a:lnTo>
                  <a:lnTo>
                    <a:pt x="3560152" y="29210"/>
                  </a:lnTo>
                  <a:lnTo>
                    <a:pt x="3560419" y="30479"/>
                  </a:lnTo>
                  <a:close/>
                </a:path>
                <a:path w="3632200" h="788670">
                  <a:moveTo>
                    <a:pt x="71780" y="30479"/>
                  </a:moveTo>
                  <a:lnTo>
                    <a:pt x="72047" y="29210"/>
                  </a:lnTo>
                  <a:lnTo>
                    <a:pt x="73588" y="29210"/>
                  </a:lnTo>
                  <a:lnTo>
                    <a:pt x="71780" y="30479"/>
                  </a:lnTo>
                  <a:close/>
                </a:path>
                <a:path w="3632200" h="788670">
                  <a:moveTo>
                    <a:pt x="3614026" y="99060"/>
                  </a:moveTo>
                  <a:lnTo>
                    <a:pt x="3611981" y="92710"/>
                  </a:lnTo>
                  <a:lnTo>
                    <a:pt x="3609784" y="87629"/>
                  </a:lnTo>
                  <a:lnTo>
                    <a:pt x="3607307" y="81279"/>
                  </a:lnTo>
                  <a:lnTo>
                    <a:pt x="3607447" y="81279"/>
                  </a:lnTo>
                  <a:lnTo>
                    <a:pt x="3604590" y="76200"/>
                  </a:lnTo>
                  <a:lnTo>
                    <a:pt x="3604729" y="76200"/>
                  </a:lnTo>
                  <a:lnTo>
                    <a:pt x="3601618" y="71120"/>
                  </a:lnTo>
                  <a:lnTo>
                    <a:pt x="3601783" y="71120"/>
                  </a:lnTo>
                  <a:lnTo>
                    <a:pt x="3598417" y="66039"/>
                  </a:lnTo>
                  <a:lnTo>
                    <a:pt x="3598583" y="66039"/>
                  </a:lnTo>
                  <a:lnTo>
                    <a:pt x="3594976" y="60960"/>
                  </a:lnTo>
                  <a:lnTo>
                    <a:pt x="3595166" y="60960"/>
                  </a:lnTo>
                  <a:lnTo>
                    <a:pt x="3591318" y="57150"/>
                  </a:lnTo>
                  <a:lnTo>
                    <a:pt x="3591521" y="57150"/>
                  </a:lnTo>
                  <a:lnTo>
                    <a:pt x="3587457" y="52070"/>
                  </a:lnTo>
                  <a:lnTo>
                    <a:pt x="3587661" y="52070"/>
                  </a:lnTo>
                  <a:lnTo>
                    <a:pt x="3583368" y="48260"/>
                  </a:lnTo>
                  <a:lnTo>
                    <a:pt x="3583584" y="48260"/>
                  </a:lnTo>
                  <a:lnTo>
                    <a:pt x="3579101" y="44450"/>
                  </a:lnTo>
                  <a:lnTo>
                    <a:pt x="3579317" y="44450"/>
                  </a:lnTo>
                  <a:lnTo>
                    <a:pt x="3574630" y="40639"/>
                  </a:lnTo>
                  <a:lnTo>
                    <a:pt x="3574859" y="40639"/>
                  </a:lnTo>
                  <a:lnTo>
                    <a:pt x="3569969" y="36829"/>
                  </a:lnTo>
                  <a:lnTo>
                    <a:pt x="3570224" y="36829"/>
                  </a:lnTo>
                  <a:lnTo>
                    <a:pt x="3565143" y="33020"/>
                  </a:lnTo>
                  <a:lnTo>
                    <a:pt x="3565398" y="33020"/>
                  </a:lnTo>
                  <a:lnTo>
                    <a:pt x="3560152" y="29210"/>
                  </a:lnTo>
                  <a:lnTo>
                    <a:pt x="3581116" y="29210"/>
                  </a:lnTo>
                  <a:lnTo>
                    <a:pt x="3582822" y="30479"/>
                  </a:lnTo>
                  <a:lnTo>
                    <a:pt x="3587750" y="34289"/>
                  </a:lnTo>
                  <a:lnTo>
                    <a:pt x="3592461" y="39370"/>
                  </a:lnTo>
                  <a:lnTo>
                    <a:pt x="3596957" y="44450"/>
                  </a:lnTo>
                  <a:lnTo>
                    <a:pt x="3601212" y="48260"/>
                  </a:lnTo>
                  <a:lnTo>
                    <a:pt x="3605237" y="53339"/>
                  </a:lnTo>
                  <a:lnTo>
                    <a:pt x="3609022" y="59689"/>
                  </a:lnTo>
                  <a:lnTo>
                    <a:pt x="3612553" y="64770"/>
                  </a:lnTo>
                  <a:lnTo>
                    <a:pt x="3626835" y="97789"/>
                  </a:lnTo>
                  <a:lnTo>
                    <a:pt x="3613924" y="97789"/>
                  </a:lnTo>
                  <a:lnTo>
                    <a:pt x="3614026" y="99060"/>
                  </a:lnTo>
                  <a:close/>
                </a:path>
                <a:path w="3632200" h="788670">
                  <a:moveTo>
                    <a:pt x="18173" y="99060"/>
                  </a:moveTo>
                  <a:lnTo>
                    <a:pt x="18275" y="97789"/>
                  </a:lnTo>
                  <a:lnTo>
                    <a:pt x="18582" y="97789"/>
                  </a:lnTo>
                  <a:lnTo>
                    <a:pt x="18173" y="99060"/>
                  </a:lnTo>
                  <a:close/>
                </a:path>
                <a:path w="3632200" h="788670">
                  <a:moveTo>
                    <a:pt x="3618103" y="116839"/>
                  </a:moveTo>
                  <a:lnTo>
                    <a:pt x="3616972" y="110489"/>
                  </a:lnTo>
                  <a:lnTo>
                    <a:pt x="3615588" y="104139"/>
                  </a:lnTo>
                  <a:lnTo>
                    <a:pt x="3613924" y="97789"/>
                  </a:lnTo>
                  <a:lnTo>
                    <a:pt x="3626835" y="97789"/>
                  </a:lnTo>
                  <a:lnTo>
                    <a:pt x="3627932" y="101600"/>
                  </a:lnTo>
                  <a:lnTo>
                    <a:pt x="3629444" y="107950"/>
                  </a:lnTo>
                  <a:lnTo>
                    <a:pt x="3630637" y="114300"/>
                  </a:lnTo>
                  <a:lnTo>
                    <a:pt x="3630810" y="115570"/>
                  </a:lnTo>
                  <a:lnTo>
                    <a:pt x="3618064" y="115570"/>
                  </a:lnTo>
                  <a:lnTo>
                    <a:pt x="3618103" y="116839"/>
                  </a:lnTo>
                  <a:close/>
                </a:path>
                <a:path w="3632200" h="788670">
                  <a:moveTo>
                    <a:pt x="14096" y="116839"/>
                  </a:moveTo>
                  <a:lnTo>
                    <a:pt x="14135" y="115570"/>
                  </a:lnTo>
                  <a:lnTo>
                    <a:pt x="14323" y="115570"/>
                  </a:lnTo>
                  <a:lnTo>
                    <a:pt x="14096" y="116839"/>
                  </a:lnTo>
                  <a:close/>
                </a:path>
                <a:path w="3632200" h="788670">
                  <a:moveTo>
                    <a:pt x="3631588" y="665479"/>
                  </a:moveTo>
                  <a:lnTo>
                    <a:pt x="3618852" y="665479"/>
                  </a:lnTo>
                  <a:lnTo>
                    <a:pt x="3619347" y="659129"/>
                  </a:lnTo>
                  <a:lnTo>
                    <a:pt x="3619500" y="652779"/>
                  </a:lnTo>
                  <a:lnTo>
                    <a:pt x="3619500" y="134620"/>
                  </a:lnTo>
                  <a:lnTo>
                    <a:pt x="3619334" y="128270"/>
                  </a:lnTo>
                  <a:lnTo>
                    <a:pt x="3618852" y="121920"/>
                  </a:lnTo>
                  <a:lnTo>
                    <a:pt x="3618064" y="115570"/>
                  </a:lnTo>
                  <a:lnTo>
                    <a:pt x="3630810" y="115570"/>
                  </a:lnTo>
                  <a:lnTo>
                    <a:pt x="3631501" y="120650"/>
                  </a:lnTo>
                  <a:lnTo>
                    <a:pt x="3632022" y="128270"/>
                  </a:lnTo>
                  <a:lnTo>
                    <a:pt x="3632200" y="134620"/>
                  </a:lnTo>
                  <a:lnTo>
                    <a:pt x="3632200" y="652779"/>
                  </a:lnTo>
                  <a:lnTo>
                    <a:pt x="3632022" y="659129"/>
                  </a:lnTo>
                  <a:lnTo>
                    <a:pt x="3631588" y="665479"/>
                  </a:lnTo>
                  <a:close/>
                </a:path>
                <a:path w="3632200" h="788670">
                  <a:moveTo>
                    <a:pt x="13322" y="123189"/>
                  </a:moveTo>
                  <a:lnTo>
                    <a:pt x="13347" y="121920"/>
                  </a:lnTo>
                  <a:lnTo>
                    <a:pt x="13322" y="123189"/>
                  </a:lnTo>
                  <a:close/>
                </a:path>
                <a:path w="3632200" h="788670">
                  <a:moveTo>
                    <a:pt x="3618877" y="123189"/>
                  </a:moveTo>
                  <a:lnTo>
                    <a:pt x="3618742" y="121920"/>
                  </a:lnTo>
                  <a:lnTo>
                    <a:pt x="3618877" y="123189"/>
                  </a:lnTo>
                  <a:close/>
                </a:path>
                <a:path w="3632200" h="788670">
                  <a:moveTo>
                    <a:pt x="13457" y="665479"/>
                  </a:moveTo>
                  <a:lnTo>
                    <a:pt x="13322" y="664210"/>
                  </a:lnTo>
                  <a:lnTo>
                    <a:pt x="13457" y="665479"/>
                  </a:lnTo>
                  <a:close/>
                </a:path>
                <a:path w="3632200" h="788670">
                  <a:moveTo>
                    <a:pt x="3630810" y="671829"/>
                  </a:moveTo>
                  <a:lnTo>
                    <a:pt x="3618064" y="671829"/>
                  </a:lnTo>
                  <a:lnTo>
                    <a:pt x="3618877" y="664210"/>
                  </a:lnTo>
                  <a:lnTo>
                    <a:pt x="3618852" y="665479"/>
                  </a:lnTo>
                  <a:lnTo>
                    <a:pt x="3631588" y="665479"/>
                  </a:lnTo>
                  <a:lnTo>
                    <a:pt x="3631501" y="666750"/>
                  </a:lnTo>
                  <a:lnTo>
                    <a:pt x="3630810" y="671829"/>
                  </a:lnTo>
                  <a:close/>
                </a:path>
                <a:path w="3632200" h="788670">
                  <a:moveTo>
                    <a:pt x="14323" y="671829"/>
                  </a:moveTo>
                  <a:lnTo>
                    <a:pt x="14135" y="671829"/>
                  </a:lnTo>
                  <a:lnTo>
                    <a:pt x="14096" y="670560"/>
                  </a:lnTo>
                  <a:lnTo>
                    <a:pt x="14323" y="671829"/>
                  </a:lnTo>
                  <a:close/>
                </a:path>
                <a:path w="3632200" h="788670">
                  <a:moveTo>
                    <a:pt x="3626835" y="689610"/>
                  </a:moveTo>
                  <a:lnTo>
                    <a:pt x="3613924" y="689610"/>
                  </a:lnTo>
                  <a:lnTo>
                    <a:pt x="3615664" y="683260"/>
                  </a:lnTo>
                  <a:lnTo>
                    <a:pt x="3617036" y="676910"/>
                  </a:lnTo>
                  <a:lnTo>
                    <a:pt x="3618103" y="670560"/>
                  </a:lnTo>
                  <a:lnTo>
                    <a:pt x="3618064" y="671829"/>
                  </a:lnTo>
                  <a:lnTo>
                    <a:pt x="3630810" y="671829"/>
                  </a:lnTo>
                  <a:lnTo>
                    <a:pt x="3630637" y="673100"/>
                  </a:lnTo>
                  <a:lnTo>
                    <a:pt x="3629444" y="679450"/>
                  </a:lnTo>
                  <a:lnTo>
                    <a:pt x="3627932" y="685800"/>
                  </a:lnTo>
                  <a:lnTo>
                    <a:pt x="3626835" y="689610"/>
                  </a:lnTo>
                  <a:close/>
                </a:path>
                <a:path w="3632200" h="788670">
                  <a:moveTo>
                    <a:pt x="18582" y="689610"/>
                  </a:moveTo>
                  <a:lnTo>
                    <a:pt x="18275" y="689610"/>
                  </a:lnTo>
                  <a:lnTo>
                    <a:pt x="18173" y="688339"/>
                  </a:lnTo>
                  <a:lnTo>
                    <a:pt x="18582" y="689610"/>
                  </a:lnTo>
                  <a:close/>
                </a:path>
                <a:path w="3632200" h="788670">
                  <a:moveTo>
                    <a:pt x="3581116" y="758189"/>
                  </a:moveTo>
                  <a:lnTo>
                    <a:pt x="3560152" y="758189"/>
                  </a:lnTo>
                  <a:lnTo>
                    <a:pt x="3565398" y="754379"/>
                  </a:lnTo>
                  <a:lnTo>
                    <a:pt x="3565143" y="754379"/>
                  </a:lnTo>
                  <a:lnTo>
                    <a:pt x="3570224" y="750570"/>
                  </a:lnTo>
                  <a:lnTo>
                    <a:pt x="3569969" y="750570"/>
                  </a:lnTo>
                  <a:lnTo>
                    <a:pt x="3574859" y="746760"/>
                  </a:lnTo>
                  <a:lnTo>
                    <a:pt x="3574630" y="746760"/>
                  </a:lnTo>
                  <a:lnTo>
                    <a:pt x="3579317" y="742950"/>
                  </a:lnTo>
                  <a:lnTo>
                    <a:pt x="3579101" y="742950"/>
                  </a:lnTo>
                  <a:lnTo>
                    <a:pt x="3583584" y="739139"/>
                  </a:lnTo>
                  <a:lnTo>
                    <a:pt x="3583368" y="739139"/>
                  </a:lnTo>
                  <a:lnTo>
                    <a:pt x="3587661" y="735329"/>
                  </a:lnTo>
                  <a:lnTo>
                    <a:pt x="3587457" y="735329"/>
                  </a:lnTo>
                  <a:lnTo>
                    <a:pt x="3591521" y="730250"/>
                  </a:lnTo>
                  <a:lnTo>
                    <a:pt x="3591318" y="730250"/>
                  </a:lnTo>
                  <a:lnTo>
                    <a:pt x="3595166" y="726439"/>
                  </a:lnTo>
                  <a:lnTo>
                    <a:pt x="3594976" y="726439"/>
                  </a:lnTo>
                  <a:lnTo>
                    <a:pt x="3598583" y="721360"/>
                  </a:lnTo>
                  <a:lnTo>
                    <a:pt x="3598417" y="721360"/>
                  </a:lnTo>
                  <a:lnTo>
                    <a:pt x="3601783" y="716279"/>
                  </a:lnTo>
                  <a:lnTo>
                    <a:pt x="3601618" y="716279"/>
                  </a:lnTo>
                  <a:lnTo>
                    <a:pt x="3604729" y="711200"/>
                  </a:lnTo>
                  <a:lnTo>
                    <a:pt x="3604590" y="711200"/>
                  </a:lnTo>
                  <a:lnTo>
                    <a:pt x="3607447" y="706120"/>
                  </a:lnTo>
                  <a:lnTo>
                    <a:pt x="3607307" y="706120"/>
                  </a:lnTo>
                  <a:lnTo>
                    <a:pt x="3609898" y="699770"/>
                  </a:lnTo>
                  <a:lnTo>
                    <a:pt x="3612095" y="694689"/>
                  </a:lnTo>
                  <a:lnTo>
                    <a:pt x="3614026" y="688339"/>
                  </a:lnTo>
                  <a:lnTo>
                    <a:pt x="3613924" y="689610"/>
                  </a:lnTo>
                  <a:lnTo>
                    <a:pt x="3626835" y="689610"/>
                  </a:lnTo>
                  <a:lnTo>
                    <a:pt x="3626104" y="692150"/>
                  </a:lnTo>
                  <a:lnTo>
                    <a:pt x="3609022" y="727710"/>
                  </a:lnTo>
                  <a:lnTo>
                    <a:pt x="3605237" y="734060"/>
                  </a:lnTo>
                  <a:lnTo>
                    <a:pt x="3601212" y="739139"/>
                  </a:lnTo>
                  <a:lnTo>
                    <a:pt x="3596957" y="744220"/>
                  </a:lnTo>
                  <a:lnTo>
                    <a:pt x="3592461" y="748029"/>
                  </a:lnTo>
                  <a:lnTo>
                    <a:pt x="3587750" y="753110"/>
                  </a:lnTo>
                  <a:lnTo>
                    <a:pt x="3582822" y="756920"/>
                  </a:lnTo>
                  <a:lnTo>
                    <a:pt x="3581116" y="758189"/>
                  </a:lnTo>
                  <a:close/>
                </a:path>
                <a:path w="3632200" h="788670">
                  <a:moveTo>
                    <a:pt x="73588" y="758189"/>
                  </a:moveTo>
                  <a:lnTo>
                    <a:pt x="72047" y="758189"/>
                  </a:lnTo>
                  <a:lnTo>
                    <a:pt x="71780" y="756920"/>
                  </a:lnTo>
                  <a:lnTo>
                    <a:pt x="73588" y="758189"/>
                  </a:lnTo>
                  <a:close/>
                </a:path>
                <a:path w="3632200" h="788670">
                  <a:moveTo>
                    <a:pt x="3552342" y="775970"/>
                  </a:moveTo>
                  <a:lnTo>
                    <a:pt x="3496360" y="775970"/>
                  </a:lnTo>
                  <a:lnTo>
                    <a:pt x="3503015" y="774700"/>
                  </a:lnTo>
                  <a:lnTo>
                    <a:pt x="3508946" y="774700"/>
                  </a:lnTo>
                  <a:lnTo>
                    <a:pt x="3515410" y="773429"/>
                  </a:lnTo>
                  <a:lnTo>
                    <a:pt x="3521151" y="773429"/>
                  </a:lnTo>
                  <a:lnTo>
                    <a:pt x="3527412" y="770889"/>
                  </a:lnTo>
                  <a:lnTo>
                    <a:pt x="3527107" y="770889"/>
                  </a:lnTo>
                  <a:lnTo>
                    <a:pt x="3533241" y="769620"/>
                  </a:lnTo>
                  <a:lnTo>
                    <a:pt x="3532936" y="769620"/>
                  </a:lnTo>
                  <a:lnTo>
                    <a:pt x="3538956" y="768350"/>
                  </a:lnTo>
                  <a:lnTo>
                    <a:pt x="3538651" y="768350"/>
                  </a:lnTo>
                  <a:lnTo>
                    <a:pt x="3544531" y="765810"/>
                  </a:lnTo>
                  <a:lnTo>
                    <a:pt x="3544239" y="765810"/>
                  </a:lnTo>
                  <a:lnTo>
                    <a:pt x="3549967" y="763270"/>
                  </a:lnTo>
                  <a:lnTo>
                    <a:pt x="3549688" y="763270"/>
                  </a:lnTo>
                  <a:lnTo>
                    <a:pt x="3555276" y="760729"/>
                  </a:lnTo>
                  <a:lnTo>
                    <a:pt x="3554996" y="760729"/>
                  </a:lnTo>
                  <a:lnTo>
                    <a:pt x="3560419" y="756920"/>
                  </a:lnTo>
                  <a:lnTo>
                    <a:pt x="3560152" y="758189"/>
                  </a:lnTo>
                  <a:lnTo>
                    <a:pt x="3581116" y="758189"/>
                  </a:lnTo>
                  <a:lnTo>
                    <a:pt x="3555352" y="774700"/>
                  </a:lnTo>
                  <a:lnTo>
                    <a:pt x="3552342" y="775970"/>
                  </a:lnTo>
                  <a:close/>
                </a:path>
                <a:path w="3632200" h="788670">
                  <a:moveTo>
                    <a:pt x="3496602" y="788670"/>
                  </a:moveTo>
                  <a:lnTo>
                    <a:pt x="135597" y="788670"/>
                  </a:lnTo>
                  <a:lnTo>
                    <a:pt x="128701" y="787400"/>
                  </a:lnTo>
                  <a:lnTo>
                    <a:pt x="3503498" y="787400"/>
                  </a:lnTo>
                  <a:lnTo>
                    <a:pt x="3496602" y="788670"/>
                  </a:lnTo>
                  <a:close/>
                </a:path>
              </a:pathLst>
            </a:custGeom>
            <a:solidFill>
              <a:srgbClr val="ADB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00569" y="5131218"/>
            <a:ext cx="21844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Instruct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Fine-tuning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837C5B2-F5BC-4CA8-8BFA-CE77790D6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Ways to optimize LLMs.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67944" rIns="0" bIns="0" rtlCol="0">
            <a:spAutoFit/>
          </a:bodyPr>
          <a:lstStyle/>
          <a:p>
            <a:r>
              <a:rPr lang="en-US" dirty="0"/>
              <a:t>Symbolic Knowledge or Parametfic Knowledge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41844" y="5996940"/>
            <a:ext cx="2165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typical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 of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RAG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4AF21B1C-5409-4E2A-A932-2FCE1541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8514" y="191200"/>
            <a:ext cx="7106381" cy="65387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699" y="191200"/>
            <a:ext cx="11658601" cy="629018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 dirty="0"/>
              <a:t>RAG vs Fine-tuning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47F11-D25B-4C6A-9F4B-FBE06B21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id="{B1D33FAF-184F-4CAF-BBB4-8168E7B1B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0600"/>
            <a:ext cx="5572990" cy="5410199"/>
          </a:xfrm>
        </p:spPr>
        <p:txBody>
          <a:bodyPr/>
          <a:lstStyle/>
          <a:p>
            <a:r>
              <a:rPr lang="en-US" dirty="0"/>
              <a:t>Scenarios where RAG is applicable:</a:t>
            </a:r>
          </a:p>
          <a:p>
            <a:pPr lvl="1"/>
            <a:r>
              <a:rPr lang="en-US" dirty="0"/>
              <a:t>Long-tail distribution of data</a:t>
            </a:r>
          </a:p>
          <a:p>
            <a:pPr lvl="1"/>
            <a:r>
              <a:rPr lang="en-US" dirty="0"/>
              <a:t>Frequent knowledge updates</a:t>
            </a:r>
          </a:p>
          <a:p>
            <a:pPr lvl="1"/>
            <a:r>
              <a:rPr lang="en-US" dirty="0"/>
              <a:t>Answers requiring verification and traceability</a:t>
            </a:r>
          </a:p>
          <a:p>
            <a:pPr lvl="1"/>
            <a:r>
              <a:rPr lang="en-US" dirty="0"/>
              <a:t>Specialized domain knowledge</a:t>
            </a:r>
          </a:p>
          <a:p>
            <a:pPr lvl="1"/>
            <a:r>
              <a:rPr lang="en-US" dirty="0"/>
              <a:t>Data privacy preservation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85725" rIns="0" bIns="0" rtlCol="0">
            <a:spAutoFit/>
          </a:bodyPr>
          <a:lstStyle/>
          <a:p>
            <a:r>
              <a:rPr lang="en-US" dirty="0"/>
              <a:t>RAG Applications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8BD6104-92DD-4AA4-8710-84090848363C}"/>
              </a:ext>
            </a:extLst>
          </p:cNvPr>
          <p:cNvGrpSpPr/>
          <p:nvPr/>
        </p:nvGrpSpPr>
        <p:grpSpPr>
          <a:xfrm>
            <a:off x="5479816" y="1566407"/>
            <a:ext cx="2172970" cy="1447800"/>
            <a:chOff x="5479816" y="1566407"/>
            <a:chExt cx="2172970" cy="1447800"/>
          </a:xfrm>
        </p:grpSpPr>
        <p:grpSp>
          <p:nvGrpSpPr>
            <p:cNvPr id="10" name="object 10"/>
            <p:cNvGrpSpPr/>
            <p:nvPr/>
          </p:nvGrpSpPr>
          <p:grpSpPr>
            <a:xfrm>
              <a:off x="5479816" y="1566407"/>
              <a:ext cx="2172970" cy="1447800"/>
              <a:chOff x="4302188" y="1351661"/>
              <a:chExt cx="2172970" cy="1447800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4308348" y="1357884"/>
                <a:ext cx="2159635" cy="1440180"/>
              </a:xfrm>
              <a:custGeom>
                <a:avLst/>
                <a:gdLst/>
                <a:ahLst/>
                <a:cxnLst/>
                <a:rect l="l" t="t" r="r" b="b"/>
                <a:pathLst>
                  <a:path w="2159635" h="1440180">
                    <a:moveTo>
                      <a:pt x="1920239" y="1440179"/>
                    </a:moveTo>
                    <a:lnTo>
                      <a:pt x="240791" y="1440179"/>
                    </a:lnTo>
                    <a:lnTo>
                      <a:pt x="192200" y="1435285"/>
                    </a:lnTo>
                    <a:lnTo>
                      <a:pt x="146980" y="1421278"/>
                    </a:lnTo>
                    <a:lnTo>
                      <a:pt x="106088" y="1399113"/>
                    </a:lnTo>
                    <a:lnTo>
                      <a:pt x="70480" y="1369747"/>
                    </a:lnTo>
                    <a:lnTo>
                      <a:pt x="41111" y="1334135"/>
                    </a:lnTo>
                    <a:lnTo>
                      <a:pt x="18937" y="1293234"/>
                    </a:lnTo>
                    <a:lnTo>
                      <a:pt x="4915" y="1248000"/>
                    </a:lnTo>
                    <a:lnTo>
                      <a:pt x="0" y="1199388"/>
                    </a:lnTo>
                    <a:lnTo>
                      <a:pt x="0" y="240791"/>
                    </a:lnTo>
                    <a:lnTo>
                      <a:pt x="4915" y="192204"/>
                    </a:lnTo>
                    <a:lnTo>
                      <a:pt x="18937" y="146988"/>
                    </a:lnTo>
                    <a:lnTo>
                      <a:pt x="41111" y="106097"/>
                    </a:lnTo>
                    <a:lnTo>
                      <a:pt x="70480" y="70489"/>
                    </a:lnTo>
                    <a:lnTo>
                      <a:pt x="106088" y="41120"/>
                    </a:lnTo>
                    <a:lnTo>
                      <a:pt x="146980" y="18944"/>
                    </a:lnTo>
                    <a:lnTo>
                      <a:pt x="192200" y="4919"/>
                    </a:lnTo>
                    <a:lnTo>
                      <a:pt x="240791" y="0"/>
                    </a:lnTo>
                    <a:lnTo>
                      <a:pt x="1920239" y="0"/>
                    </a:lnTo>
                    <a:lnTo>
                      <a:pt x="1968561" y="4919"/>
                    </a:lnTo>
                    <a:lnTo>
                      <a:pt x="2013570" y="18944"/>
                    </a:lnTo>
                    <a:lnTo>
                      <a:pt x="2054291" y="41120"/>
                    </a:lnTo>
                    <a:lnTo>
                      <a:pt x="2089751" y="70489"/>
                    </a:lnTo>
                    <a:lnTo>
                      <a:pt x="2118977" y="106097"/>
                    </a:lnTo>
                    <a:lnTo>
                      <a:pt x="2140994" y="146988"/>
                    </a:lnTo>
                    <a:lnTo>
                      <a:pt x="2154829" y="192204"/>
                    </a:lnTo>
                    <a:lnTo>
                      <a:pt x="2159507" y="240791"/>
                    </a:lnTo>
                    <a:lnTo>
                      <a:pt x="2159507" y="1199388"/>
                    </a:lnTo>
                    <a:lnTo>
                      <a:pt x="2154829" y="1248000"/>
                    </a:lnTo>
                    <a:lnTo>
                      <a:pt x="2140994" y="1293234"/>
                    </a:lnTo>
                    <a:lnTo>
                      <a:pt x="2118977" y="1334135"/>
                    </a:lnTo>
                    <a:lnTo>
                      <a:pt x="2089751" y="1369747"/>
                    </a:lnTo>
                    <a:lnTo>
                      <a:pt x="2054291" y="1399113"/>
                    </a:lnTo>
                    <a:lnTo>
                      <a:pt x="2013570" y="1421278"/>
                    </a:lnTo>
                    <a:lnTo>
                      <a:pt x="1968561" y="1435285"/>
                    </a:lnTo>
                    <a:lnTo>
                      <a:pt x="1920239" y="1440179"/>
                    </a:lnTo>
                    <a:close/>
                  </a:path>
                </a:pathLst>
              </a:custGeom>
              <a:solidFill>
                <a:srgbClr val="F3D6E4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4302188" y="1351661"/>
                <a:ext cx="217297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2172970" h="1447800">
                    <a:moveTo>
                      <a:pt x="2010968" y="12700"/>
                    </a:moveTo>
                    <a:lnTo>
                      <a:pt x="161569" y="12700"/>
                    </a:lnTo>
                    <a:lnTo>
                      <a:pt x="172986" y="0"/>
                    </a:lnTo>
                    <a:lnTo>
                      <a:pt x="1999564" y="0"/>
                    </a:lnTo>
                    <a:lnTo>
                      <a:pt x="2010968" y="12700"/>
                    </a:lnTo>
                    <a:close/>
                  </a:path>
                  <a:path w="2172970" h="1447800">
                    <a:moveTo>
                      <a:pt x="165785" y="25400"/>
                    </a:moveTo>
                    <a:lnTo>
                      <a:pt x="128841" y="25400"/>
                    </a:lnTo>
                    <a:lnTo>
                      <a:pt x="139471" y="12700"/>
                    </a:lnTo>
                    <a:lnTo>
                      <a:pt x="176936" y="12700"/>
                    </a:lnTo>
                    <a:lnTo>
                      <a:pt x="165785" y="25400"/>
                    </a:lnTo>
                    <a:close/>
                  </a:path>
                  <a:path w="2172970" h="1447800">
                    <a:moveTo>
                      <a:pt x="2043696" y="25400"/>
                    </a:moveTo>
                    <a:lnTo>
                      <a:pt x="2006752" y="25400"/>
                    </a:lnTo>
                    <a:lnTo>
                      <a:pt x="1995601" y="12700"/>
                    </a:lnTo>
                    <a:lnTo>
                      <a:pt x="2033079" y="12700"/>
                    </a:lnTo>
                    <a:lnTo>
                      <a:pt x="2043696" y="25400"/>
                    </a:lnTo>
                    <a:close/>
                  </a:path>
                  <a:path w="2172970" h="1447800">
                    <a:moveTo>
                      <a:pt x="134772" y="38100"/>
                    </a:moveTo>
                    <a:lnTo>
                      <a:pt x="108534" y="38100"/>
                    </a:lnTo>
                    <a:lnTo>
                      <a:pt x="118529" y="25400"/>
                    </a:lnTo>
                    <a:lnTo>
                      <a:pt x="145122" y="25400"/>
                    </a:lnTo>
                    <a:lnTo>
                      <a:pt x="134772" y="38100"/>
                    </a:lnTo>
                    <a:close/>
                  </a:path>
                  <a:path w="2172970" h="1447800">
                    <a:moveTo>
                      <a:pt x="2064003" y="38100"/>
                    </a:moveTo>
                    <a:lnTo>
                      <a:pt x="2037765" y="38100"/>
                    </a:lnTo>
                    <a:lnTo>
                      <a:pt x="2027427" y="25400"/>
                    </a:lnTo>
                    <a:lnTo>
                      <a:pt x="2054009" y="25400"/>
                    </a:lnTo>
                    <a:lnTo>
                      <a:pt x="2064003" y="38100"/>
                    </a:lnTo>
                    <a:close/>
                  </a:path>
                  <a:path w="2172970" h="1447800">
                    <a:moveTo>
                      <a:pt x="97536" y="63500"/>
                    </a:moveTo>
                    <a:lnTo>
                      <a:pt x="80632" y="63500"/>
                    </a:lnTo>
                    <a:lnTo>
                      <a:pt x="89560" y="50800"/>
                    </a:lnTo>
                    <a:lnTo>
                      <a:pt x="98869" y="38100"/>
                    </a:lnTo>
                    <a:lnTo>
                      <a:pt x="125247" y="38100"/>
                    </a:lnTo>
                    <a:lnTo>
                      <a:pt x="115506" y="50800"/>
                    </a:lnTo>
                    <a:lnTo>
                      <a:pt x="106603" y="50800"/>
                    </a:lnTo>
                    <a:lnTo>
                      <a:pt x="97536" y="63500"/>
                    </a:lnTo>
                    <a:close/>
                  </a:path>
                  <a:path w="2172970" h="1447800">
                    <a:moveTo>
                      <a:pt x="2091905" y="63500"/>
                    </a:moveTo>
                    <a:lnTo>
                      <a:pt x="2075002" y="63500"/>
                    </a:lnTo>
                    <a:lnTo>
                      <a:pt x="2065934" y="50800"/>
                    </a:lnTo>
                    <a:lnTo>
                      <a:pt x="2057031" y="50800"/>
                    </a:lnTo>
                    <a:lnTo>
                      <a:pt x="2047290" y="38100"/>
                    </a:lnTo>
                    <a:lnTo>
                      <a:pt x="2073668" y="38100"/>
                    </a:lnTo>
                    <a:lnTo>
                      <a:pt x="2082977" y="50800"/>
                    </a:lnTo>
                    <a:lnTo>
                      <a:pt x="2091905" y="63500"/>
                    </a:lnTo>
                    <a:close/>
                  </a:path>
                  <a:path w="2172970" h="1447800">
                    <a:moveTo>
                      <a:pt x="73215" y="88900"/>
                    </a:moveTo>
                    <a:lnTo>
                      <a:pt x="56172" y="88900"/>
                    </a:lnTo>
                    <a:lnTo>
                      <a:pt x="63919" y="76200"/>
                    </a:lnTo>
                    <a:lnTo>
                      <a:pt x="72072" y="63500"/>
                    </a:lnTo>
                    <a:lnTo>
                      <a:pt x="89281" y="63500"/>
                    </a:lnTo>
                    <a:lnTo>
                      <a:pt x="80949" y="76200"/>
                    </a:lnTo>
                    <a:lnTo>
                      <a:pt x="81165" y="76200"/>
                    </a:lnTo>
                    <a:lnTo>
                      <a:pt x="73215" y="88900"/>
                    </a:lnTo>
                    <a:close/>
                  </a:path>
                  <a:path w="2172970" h="1447800">
                    <a:moveTo>
                      <a:pt x="2116366" y="88900"/>
                    </a:moveTo>
                    <a:lnTo>
                      <a:pt x="2099322" y="88900"/>
                    </a:lnTo>
                    <a:lnTo>
                      <a:pt x="2091372" y="76200"/>
                    </a:lnTo>
                    <a:lnTo>
                      <a:pt x="2091588" y="76200"/>
                    </a:lnTo>
                    <a:lnTo>
                      <a:pt x="2083257" y="63500"/>
                    </a:lnTo>
                    <a:lnTo>
                      <a:pt x="2100465" y="63500"/>
                    </a:lnTo>
                    <a:lnTo>
                      <a:pt x="2108619" y="76200"/>
                    </a:lnTo>
                    <a:lnTo>
                      <a:pt x="2116366" y="88900"/>
                    </a:lnTo>
                    <a:close/>
                  </a:path>
                  <a:path w="2172970" h="1447800">
                    <a:moveTo>
                      <a:pt x="40741" y="127000"/>
                    </a:moveTo>
                    <a:lnTo>
                      <a:pt x="29654" y="127000"/>
                    </a:lnTo>
                    <a:lnTo>
                      <a:pt x="35585" y="114300"/>
                    </a:lnTo>
                    <a:lnTo>
                      <a:pt x="41998" y="101600"/>
                    </a:lnTo>
                    <a:lnTo>
                      <a:pt x="48856" y="88900"/>
                    </a:lnTo>
                    <a:lnTo>
                      <a:pt x="66065" y="88900"/>
                    </a:lnTo>
                    <a:lnTo>
                      <a:pt x="58940" y="101600"/>
                    </a:lnTo>
                    <a:lnTo>
                      <a:pt x="59118" y="101600"/>
                    </a:lnTo>
                    <a:lnTo>
                      <a:pt x="52438" y="114300"/>
                    </a:lnTo>
                    <a:lnTo>
                      <a:pt x="46520" y="114300"/>
                    </a:lnTo>
                    <a:lnTo>
                      <a:pt x="40741" y="127000"/>
                    </a:lnTo>
                    <a:close/>
                  </a:path>
                  <a:path w="2172970" h="1447800">
                    <a:moveTo>
                      <a:pt x="2142883" y="127000"/>
                    </a:moveTo>
                    <a:lnTo>
                      <a:pt x="2131796" y="127000"/>
                    </a:lnTo>
                    <a:lnTo>
                      <a:pt x="2126018" y="114300"/>
                    </a:lnTo>
                    <a:lnTo>
                      <a:pt x="2120099" y="114300"/>
                    </a:lnTo>
                    <a:lnTo>
                      <a:pt x="2113419" y="101600"/>
                    </a:lnTo>
                    <a:lnTo>
                      <a:pt x="2113597" y="101600"/>
                    </a:lnTo>
                    <a:lnTo>
                      <a:pt x="2106472" y="88900"/>
                    </a:lnTo>
                    <a:lnTo>
                      <a:pt x="2123681" y="88900"/>
                    </a:lnTo>
                    <a:lnTo>
                      <a:pt x="2130539" y="101600"/>
                    </a:lnTo>
                    <a:lnTo>
                      <a:pt x="2136952" y="114300"/>
                    </a:lnTo>
                    <a:lnTo>
                      <a:pt x="2142883" y="127000"/>
                    </a:lnTo>
                    <a:close/>
                  </a:path>
                  <a:path w="2172970" h="1447800">
                    <a:moveTo>
                      <a:pt x="21462" y="177800"/>
                    </a:moveTo>
                    <a:lnTo>
                      <a:pt x="9271" y="177800"/>
                    </a:lnTo>
                    <a:lnTo>
                      <a:pt x="11010" y="165100"/>
                    </a:lnTo>
                    <a:lnTo>
                      <a:pt x="14871" y="152400"/>
                    </a:lnTo>
                    <a:lnTo>
                      <a:pt x="19278" y="139700"/>
                    </a:lnTo>
                    <a:lnTo>
                      <a:pt x="24218" y="127000"/>
                    </a:lnTo>
                    <a:lnTo>
                      <a:pt x="40894" y="127000"/>
                    </a:lnTo>
                    <a:lnTo>
                      <a:pt x="35585" y="139700"/>
                    </a:lnTo>
                    <a:lnTo>
                      <a:pt x="35725" y="139700"/>
                    </a:lnTo>
                    <a:lnTo>
                      <a:pt x="30911" y="152400"/>
                    </a:lnTo>
                    <a:lnTo>
                      <a:pt x="26746" y="165100"/>
                    </a:lnTo>
                    <a:lnTo>
                      <a:pt x="23152" y="165100"/>
                    </a:lnTo>
                    <a:lnTo>
                      <a:pt x="21462" y="177800"/>
                    </a:lnTo>
                    <a:close/>
                  </a:path>
                  <a:path w="2172970" h="1447800">
                    <a:moveTo>
                      <a:pt x="2163267" y="177800"/>
                    </a:moveTo>
                    <a:lnTo>
                      <a:pt x="2151075" y="177800"/>
                    </a:lnTo>
                    <a:lnTo>
                      <a:pt x="2149398" y="165100"/>
                    </a:lnTo>
                    <a:lnTo>
                      <a:pt x="2145804" y="165100"/>
                    </a:lnTo>
                    <a:lnTo>
                      <a:pt x="2141499" y="152400"/>
                    </a:lnTo>
                    <a:lnTo>
                      <a:pt x="2136813" y="139700"/>
                    </a:lnTo>
                    <a:lnTo>
                      <a:pt x="2136952" y="139700"/>
                    </a:lnTo>
                    <a:lnTo>
                      <a:pt x="2131644" y="127000"/>
                    </a:lnTo>
                    <a:lnTo>
                      <a:pt x="2148319" y="127000"/>
                    </a:lnTo>
                    <a:lnTo>
                      <a:pt x="2153259" y="139700"/>
                    </a:lnTo>
                    <a:lnTo>
                      <a:pt x="2157666" y="152400"/>
                    </a:lnTo>
                    <a:lnTo>
                      <a:pt x="2161527" y="165100"/>
                    </a:lnTo>
                    <a:lnTo>
                      <a:pt x="2163267" y="177800"/>
                    </a:lnTo>
                    <a:close/>
                  </a:path>
                  <a:path w="2172970" h="1447800">
                    <a:moveTo>
                      <a:pt x="18580" y="190500"/>
                    </a:moveTo>
                    <a:lnTo>
                      <a:pt x="6223" y="190500"/>
                    </a:lnTo>
                    <a:lnTo>
                      <a:pt x="7670" y="177800"/>
                    </a:lnTo>
                    <a:lnTo>
                      <a:pt x="19989" y="177800"/>
                    </a:lnTo>
                    <a:lnTo>
                      <a:pt x="18580" y="190500"/>
                    </a:lnTo>
                    <a:close/>
                  </a:path>
                  <a:path w="2172970" h="1447800">
                    <a:moveTo>
                      <a:pt x="2166315" y="190500"/>
                    </a:moveTo>
                    <a:lnTo>
                      <a:pt x="2153958" y="190500"/>
                    </a:lnTo>
                    <a:lnTo>
                      <a:pt x="2152548" y="177800"/>
                    </a:lnTo>
                    <a:lnTo>
                      <a:pt x="2164867" y="177800"/>
                    </a:lnTo>
                    <a:lnTo>
                      <a:pt x="2166315" y="190500"/>
                    </a:lnTo>
                    <a:close/>
                  </a:path>
                  <a:path w="2172970" h="1447800">
                    <a:moveTo>
                      <a:pt x="16256" y="203200"/>
                    </a:moveTo>
                    <a:lnTo>
                      <a:pt x="2755" y="203200"/>
                    </a:lnTo>
                    <a:lnTo>
                      <a:pt x="3771" y="190500"/>
                    </a:lnTo>
                    <a:lnTo>
                      <a:pt x="17386" y="190500"/>
                    </a:lnTo>
                    <a:lnTo>
                      <a:pt x="16256" y="203200"/>
                    </a:lnTo>
                    <a:close/>
                  </a:path>
                  <a:path w="2172970" h="1447800">
                    <a:moveTo>
                      <a:pt x="2169782" y="203200"/>
                    </a:moveTo>
                    <a:lnTo>
                      <a:pt x="2156282" y="203200"/>
                    </a:lnTo>
                    <a:lnTo>
                      <a:pt x="2155151" y="190500"/>
                    </a:lnTo>
                    <a:lnTo>
                      <a:pt x="2168766" y="190500"/>
                    </a:lnTo>
                    <a:lnTo>
                      <a:pt x="2169782" y="203200"/>
                    </a:lnTo>
                    <a:close/>
                  </a:path>
                  <a:path w="2172970" h="1447800">
                    <a:moveTo>
                      <a:pt x="14490" y="215900"/>
                    </a:moveTo>
                    <a:lnTo>
                      <a:pt x="1193" y="215900"/>
                    </a:lnTo>
                    <a:lnTo>
                      <a:pt x="1892" y="203200"/>
                    </a:lnTo>
                    <a:lnTo>
                      <a:pt x="15328" y="203200"/>
                    </a:lnTo>
                    <a:lnTo>
                      <a:pt x="14490" y="215900"/>
                    </a:lnTo>
                    <a:close/>
                  </a:path>
                  <a:path w="2172970" h="1447800">
                    <a:moveTo>
                      <a:pt x="2171344" y="215900"/>
                    </a:moveTo>
                    <a:lnTo>
                      <a:pt x="2158047" y="215900"/>
                    </a:lnTo>
                    <a:lnTo>
                      <a:pt x="2157209" y="203200"/>
                    </a:lnTo>
                    <a:lnTo>
                      <a:pt x="2170645" y="203200"/>
                    </a:lnTo>
                    <a:lnTo>
                      <a:pt x="2171344" y="215900"/>
                    </a:lnTo>
                    <a:close/>
                  </a:path>
                  <a:path w="2172970" h="1447800">
                    <a:moveTo>
                      <a:pt x="12915" y="228600"/>
                    </a:moveTo>
                    <a:lnTo>
                      <a:pt x="241" y="228600"/>
                    </a:lnTo>
                    <a:lnTo>
                      <a:pt x="635" y="215900"/>
                    </a:lnTo>
                    <a:lnTo>
                      <a:pt x="13309" y="215900"/>
                    </a:lnTo>
                    <a:lnTo>
                      <a:pt x="12915" y="228600"/>
                    </a:lnTo>
                    <a:close/>
                  </a:path>
                  <a:path w="2172970" h="1447800">
                    <a:moveTo>
                      <a:pt x="2172296" y="228600"/>
                    </a:moveTo>
                    <a:lnTo>
                      <a:pt x="2159622" y="228600"/>
                    </a:lnTo>
                    <a:lnTo>
                      <a:pt x="2159228" y="215900"/>
                    </a:lnTo>
                    <a:lnTo>
                      <a:pt x="2171903" y="215900"/>
                    </a:lnTo>
                    <a:lnTo>
                      <a:pt x="2172296" y="228600"/>
                    </a:lnTo>
                    <a:close/>
                  </a:path>
                  <a:path w="2172970" h="1447800">
                    <a:moveTo>
                      <a:pt x="12700" y="1206500"/>
                    </a:moveTo>
                    <a:lnTo>
                      <a:pt x="0" y="1206500"/>
                    </a:lnTo>
                    <a:lnTo>
                      <a:pt x="0" y="228600"/>
                    </a:lnTo>
                    <a:lnTo>
                      <a:pt x="12700" y="228600"/>
                    </a:lnTo>
                    <a:lnTo>
                      <a:pt x="12700" y="1206500"/>
                    </a:lnTo>
                    <a:close/>
                  </a:path>
                  <a:path w="2172970" h="1447800">
                    <a:moveTo>
                      <a:pt x="2172538" y="1206500"/>
                    </a:moveTo>
                    <a:lnTo>
                      <a:pt x="2159838" y="1206500"/>
                    </a:lnTo>
                    <a:lnTo>
                      <a:pt x="2159838" y="228600"/>
                    </a:lnTo>
                    <a:lnTo>
                      <a:pt x="2172538" y="228600"/>
                    </a:lnTo>
                    <a:lnTo>
                      <a:pt x="2172538" y="1206500"/>
                    </a:lnTo>
                    <a:close/>
                  </a:path>
                  <a:path w="2172970" h="1447800">
                    <a:moveTo>
                      <a:pt x="13309" y="1219200"/>
                    </a:moveTo>
                    <a:lnTo>
                      <a:pt x="635" y="1219200"/>
                    </a:lnTo>
                    <a:lnTo>
                      <a:pt x="241" y="1206500"/>
                    </a:lnTo>
                    <a:lnTo>
                      <a:pt x="12915" y="1206500"/>
                    </a:lnTo>
                    <a:lnTo>
                      <a:pt x="13309" y="1219200"/>
                    </a:lnTo>
                    <a:close/>
                  </a:path>
                  <a:path w="2172970" h="1447800">
                    <a:moveTo>
                      <a:pt x="2171903" y="1219200"/>
                    </a:moveTo>
                    <a:lnTo>
                      <a:pt x="2159228" y="1219200"/>
                    </a:lnTo>
                    <a:lnTo>
                      <a:pt x="2159622" y="1206500"/>
                    </a:lnTo>
                    <a:lnTo>
                      <a:pt x="2172296" y="1206500"/>
                    </a:lnTo>
                    <a:lnTo>
                      <a:pt x="2171903" y="1219200"/>
                    </a:lnTo>
                    <a:close/>
                  </a:path>
                  <a:path w="2172970" h="1447800">
                    <a:moveTo>
                      <a:pt x="14503" y="1231900"/>
                    </a:moveTo>
                    <a:lnTo>
                      <a:pt x="1892" y="1231900"/>
                    </a:lnTo>
                    <a:lnTo>
                      <a:pt x="1193" y="1219200"/>
                    </a:lnTo>
                    <a:lnTo>
                      <a:pt x="13817" y="1219200"/>
                    </a:lnTo>
                    <a:lnTo>
                      <a:pt x="14503" y="1231900"/>
                    </a:lnTo>
                    <a:close/>
                  </a:path>
                  <a:path w="2172970" h="1447800">
                    <a:moveTo>
                      <a:pt x="2170645" y="1231900"/>
                    </a:moveTo>
                    <a:lnTo>
                      <a:pt x="2158034" y="1231900"/>
                    </a:lnTo>
                    <a:lnTo>
                      <a:pt x="2158720" y="1219200"/>
                    </a:lnTo>
                    <a:lnTo>
                      <a:pt x="2171344" y="1219200"/>
                    </a:lnTo>
                    <a:lnTo>
                      <a:pt x="2170645" y="1231900"/>
                    </a:lnTo>
                    <a:close/>
                  </a:path>
                  <a:path w="2172970" h="1447800">
                    <a:moveTo>
                      <a:pt x="16281" y="1244600"/>
                    </a:moveTo>
                    <a:lnTo>
                      <a:pt x="3771" y="1244600"/>
                    </a:lnTo>
                    <a:lnTo>
                      <a:pt x="2755" y="1231900"/>
                    </a:lnTo>
                    <a:lnTo>
                      <a:pt x="15303" y="1231900"/>
                    </a:lnTo>
                    <a:lnTo>
                      <a:pt x="16281" y="1244600"/>
                    </a:lnTo>
                    <a:close/>
                  </a:path>
                  <a:path w="2172970" h="1447800">
                    <a:moveTo>
                      <a:pt x="2168766" y="1244600"/>
                    </a:moveTo>
                    <a:lnTo>
                      <a:pt x="2156256" y="1244600"/>
                    </a:lnTo>
                    <a:lnTo>
                      <a:pt x="2157234" y="1231900"/>
                    </a:lnTo>
                    <a:lnTo>
                      <a:pt x="2169782" y="1231900"/>
                    </a:lnTo>
                    <a:lnTo>
                      <a:pt x="2168766" y="1244600"/>
                    </a:lnTo>
                    <a:close/>
                  </a:path>
                  <a:path w="2172970" h="1447800">
                    <a:moveTo>
                      <a:pt x="18618" y="1257300"/>
                    </a:moveTo>
                    <a:lnTo>
                      <a:pt x="6223" y="1257300"/>
                    </a:lnTo>
                    <a:lnTo>
                      <a:pt x="4927" y="1244600"/>
                    </a:lnTo>
                    <a:lnTo>
                      <a:pt x="17348" y="1244600"/>
                    </a:lnTo>
                    <a:lnTo>
                      <a:pt x="18618" y="1257300"/>
                    </a:lnTo>
                    <a:close/>
                  </a:path>
                  <a:path w="2172970" h="1447800">
                    <a:moveTo>
                      <a:pt x="2166315" y="1257300"/>
                    </a:moveTo>
                    <a:lnTo>
                      <a:pt x="2153920" y="1257300"/>
                    </a:lnTo>
                    <a:lnTo>
                      <a:pt x="2155190" y="1244600"/>
                    </a:lnTo>
                    <a:lnTo>
                      <a:pt x="2167610" y="1244600"/>
                    </a:lnTo>
                    <a:lnTo>
                      <a:pt x="2166315" y="1257300"/>
                    </a:lnTo>
                    <a:close/>
                  </a:path>
                  <a:path w="2172970" h="1447800">
                    <a:moveTo>
                      <a:pt x="21501" y="1270000"/>
                    </a:moveTo>
                    <a:lnTo>
                      <a:pt x="9271" y="1270000"/>
                    </a:lnTo>
                    <a:lnTo>
                      <a:pt x="7670" y="1257300"/>
                    </a:lnTo>
                    <a:lnTo>
                      <a:pt x="19951" y="1257300"/>
                    </a:lnTo>
                    <a:lnTo>
                      <a:pt x="21501" y="1270000"/>
                    </a:lnTo>
                    <a:close/>
                  </a:path>
                  <a:path w="2172970" h="1447800">
                    <a:moveTo>
                      <a:pt x="2163267" y="1270000"/>
                    </a:moveTo>
                    <a:lnTo>
                      <a:pt x="2151037" y="1270000"/>
                    </a:lnTo>
                    <a:lnTo>
                      <a:pt x="2152586" y="1257300"/>
                    </a:lnTo>
                    <a:lnTo>
                      <a:pt x="2164867" y="1257300"/>
                    </a:lnTo>
                    <a:lnTo>
                      <a:pt x="2163267" y="1270000"/>
                    </a:lnTo>
                    <a:close/>
                  </a:path>
                  <a:path w="2172970" h="1447800">
                    <a:moveTo>
                      <a:pt x="52603" y="1333500"/>
                    </a:moveTo>
                    <a:lnTo>
                      <a:pt x="35585" y="1333500"/>
                    </a:lnTo>
                    <a:lnTo>
                      <a:pt x="29654" y="1320800"/>
                    </a:lnTo>
                    <a:lnTo>
                      <a:pt x="24218" y="1308100"/>
                    </a:lnTo>
                    <a:lnTo>
                      <a:pt x="19278" y="1295400"/>
                    </a:lnTo>
                    <a:lnTo>
                      <a:pt x="14871" y="1282700"/>
                    </a:lnTo>
                    <a:lnTo>
                      <a:pt x="11010" y="1270000"/>
                    </a:lnTo>
                    <a:lnTo>
                      <a:pt x="23075" y="1270000"/>
                    </a:lnTo>
                    <a:lnTo>
                      <a:pt x="26847" y="1282700"/>
                    </a:lnTo>
                    <a:lnTo>
                      <a:pt x="31038" y="1295400"/>
                    </a:lnTo>
                    <a:lnTo>
                      <a:pt x="35585" y="1295400"/>
                    </a:lnTo>
                    <a:lnTo>
                      <a:pt x="40894" y="1308100"/>
                    </a:lnTo>
                    <a:lnTo>
                      <a:pt x="40741" y="1308100"/>
                    </a:lnTo>
                    <a:lnTo>
                      <a:pt x="46520" y="1320800"/>
                    </a:lnTo>
                    <a:lnTo>
                      <a:pt x="46367" y="1320800"/>
                    </a:lnTo>
                    <a:lnTo>
                      <a:pt x="52603" y="1333500"/>
                    </a:lnTo>
                    <a:close/>
                  </a:path>
                  <a:path w="2172970" h="1447800">
                    <a:moveTo>
                      <a:pt x="2136952" y="1333500"/>
                    </a:moveTo>
                    <a:lnTo>
                      <a:pt x="2119934" y="1333500"/>
                    </a:lnTo>
                    <a:lnTo>
                      <a:pt x="2126183" y="1320800"/>
                    </a:lnTo>
                    <a:lnTo>
                      <a:pt x="2126018" y="1320800"/>
                    </a:lnTo>
                    <a:lnTo>
                      <a:pt x="2131796" y="1308100"/>
                    </a:lnTo>
                    <a:lnTo>
                      <a:pt x="2131644" y="1308100"/>
                    </a:lnTo>
                    <a:lnTo>
                      <a:pt x="2136952" y="1295400"/>
                    </a:lnTo>
                    <a:lnTo>
                      <a:pt x="2141499" y="1295400"/>
                    </a:lnTo>
                    <a:lnTo>
                      <a:pt x="2145804" y="1282700"/>
                    </a:lnTo>
                    <a:lnTo>
                      <a:pt x="2149462" y="1270000"/>
                    </a:lnTo>
                    <a:lnTo>
                      <a:pt x="2161527" y="1270000"/>
                    </a:lnTo>
                    <a:lnTo>
                      <a:pt x="2157666" y="1282700"/>
                    </a:lnTo>
                    <a:lnTo>
                      <a:pt x="2153259" y="1295400"/>
                    </a:lnTo>
                    <a:lnTo>
                      <a:pt x="2148319" y="1308100"/>
                    </a:lnTo>
                    <a:lnTo>
                      <a:pt x="2142883" y="1320800"/>
                    </a:lnTo>
                    <a:lnTo>
                      <a:pt x="2136952" y="1333500"/>
                    </a:lnTo>
                    <a:close/>
                  </a:path>
                  <a:path w="2172970" h="1447800">
                    <a:moveTo>
                      <a:pt x="81165" y="1371600"/>
                    </a:moveTo>
                    <a:lnTo>
                      <a:pt x="63919" y="1371600"/>
                    </a:lnTo>
                    <a:lnTo>
                      <a:pt x="56172" y="1358900"/>
                    </a:lnTo>
                    <a:lnTo>
                      <a:pt x="48856" y="1346200"/>
                    </a:lnTo>
                    <a:lnTo>
                      <a:pt x="41998" y="1333500"/>
                    </a:lnTo>
                    <a:lnTo>
                      <a:pt x="52438" y="1333500"/>
                    </a:lnTo>
                    <a:lnTo>
                      <a:pt x="59118" y="1346200"/>
                    </a:lnTo>
                    <a:lnTo>
                      <a:pt x="65874" y="1346200"/>
                    </a:lnTo>
                    <a:lnTo>
                      <a:pt x="73418" y="1358900"/>
                    </a:lnTo>
                    <a:lnTo>
                      <a:pt x="73215" y="1358900"/>
                    </a:lnTo>
                    <a:lnTo>
                      <a:pt x="81165" y="1371600"/>
                    </a:lnTo>
                    <a:close/>
                  </a:path>
                  <a:path w="2172970" h="1447800">
                    <a:moveTo>
                      <a:pt x="66065" y="1346200"/>
                    </a:moveTo>
                    <a:lnTo>
                      <a:pt x="59118" y="1346200"/>
                    </a:lnTo>
                    <a:lnTo>
                      <a:pt x="58940" y="1333500"/>
                    </a:lnTo>
                    <a:lnTo>
                      <a:pt x="66065" y="1346200"/>
                    </a:lnTo>
                    <a:close/>
                  </a:path>
                  <a:path w="2172970" h="1447800">
                    <a:moveTo>
                      <a:pt x="2113419" y="1346200"/>
                    </a:moveTo>
                    <a:lnTo>
                      <a:pt x="2106472" y="1346200"/>
                    </a:lnTo>
                    <a:lnTo>
                      <a:pt x="2113597" y="1333500"/>
                    </a:lnTo>
                    <a:lnTo>
                      <a:pt x="2113419" y="1346200"/>
                    </a:lnTo>
                    <a:close/>
                  </a:path>
                  <a:path w="2172970" h="1447800">
                    <a:moveTo>
                      <a:pt x="2108619" y="1371600"/>
                    </a:moveTo>
                    <a:lnTo>
                      <a:pt x="2091372" y="1371600"/>
                    </a:lnTo>
                    <a:lnTo>
                      <a:pt x="2099322" y="1358900"/>
                    </a:lnTo>
                    <a:lnTo>
                      <a:pt x="2099119" y="1358900"/>
                    </a:lnTo>
                    <a:lnTo>
                      <a:pt x="2106663" y="1346200"/>
                    </a:lnTo>
                    <a:lnTo>
                      <a:pt x="2113419" y="1346200"/>
                    </a:lnTo>
                    <a:lnTo>
                      <a:pt x="2120099" y="1333500"/>
                    </a:lnTo>
                    <a:lnTo>
                      <a:pt x="2130539" y="1333500"/>
                    </a:lnTo>
                    <a:lnTo>
                      <a:pt x="2123681" y="1346200"/>
                    </a:lnTo>
                    <a:lnTo>
                      <a:pt x="2116366" y="1358900"/>
                    </a:lnTo>
                    <a:lnTo>
                      <a:pt x="2108619" y="1371600"/>
                    </a:lnTo>
                    <a:close/>
                  </a:path>
                  <a:path w="2172970" h="1447800">
                    <a:moveTo>
                      <a:pt x="89281" y="1371600"/>
                    </a:moveTo>
                    <a:lnTo>
                      <a:pt x="81165" y="1371600"/>
                    </a:lnTo>
                    <a:lnTo>
                      <a:pt x="80949" y="1358900"/>
                    </a:lnTo>
                    <a:lnTo>
                      <a:pt x="89281" y="1371600"/>
                    </a:lnTo>
                    <a:close/>
                  </a:path>
                  <a:path w="2172970" h="1447800">
                    <a:moveTo>
                      <a:pt x="2091372" y="1371600"/>
                    </a:moveTo>
                    <a:lnTo>
                      <a:pt x="2083257" y="1371600"/>
                    </a:lnTo>
                    <a:lnTo>
                      <a:pt x="2091588" y="1358900"/>
                    </a:lnTo>
                    <a:lnTo>
                      <a:pt x="2091372" y="1371600"/>
                    </a:lnTo>
                    <a:close/>
                  </a:path>
                  <a:path w="2172970" h="1447800">
                    <a:moveTo>
                      <a:pt x="97764" y="1384300"/>
                    </a:moveTo>
                    <a:lnTo>
                      <a:pt x="80632" y="1384300"/>
                    </a:lnTo>
                    <a:lnTo>
                      <a:pt x="72072" y="1371600"/>
                    </a:lnTo>
                    <a:lnTo>
                      <a:pt x="89052" y="1371600"/>
                    </a:lnTo>
                    <a:lnTo>
                      <a:pt x="97764" y="1384300"/>
                    </a:lnTo>
                    <a:close/>
                  </a:path>
                  <a:path w="2172970" h="1447800">
                    <a:moveTo>
                      <a:pt x="2091905" y="1384300"/>
                    </a:moveTo>
                    <a:lnTo>
                      <a:pt x="2074773" y="1384300"/>
                    </a:lnTo>
                    <a:lnTo>
                      <a:pt x="2083485" y="1371600"/>
                    </a:lnTo>
                    <a:lnTo>
                      <a:pt x="2100465" y="1371600"/>
                    </a:lnTo>
                    <a:lnTo>
                      <a:pt x="2091905" y="1384300"/>
                    </a:lnTo>
                    <a:close/>
                  </a:path>
                  <a:path w="2172970" h="1447800">
                    <a:moveTo>
                      <a:pt x="135039" y="1409700"/>
                    </a:moveTo>
                    <a:lnTo>
                      <a:pt x="108534" y="1409700"/>
                    </a:lnTo>
                    <a:lnTo>
                      <a:pt x="98869" y="1397000"/>
                    </a:lnTo>
                    <a:lnTo>
                      <a:pt x="89560" y="1384300"/>
                    </a:lnTo>
                    <a:lnTo>
                      <a:pt x="106349" y="1384300"/>
                    </a:lnTo>
                    <a:lnTo>
                      <a:pt x="115760" y="1397000"/>
                    </a:lnTo>
                    <a:lnTo>
                      <a:pt x="124993" y="1397000"/>
                    </a:lnTo>
                    <a:lnTo>
                      <a:pt x="135039" y="1409700"/>
                    </a:lnTo>
                    <a:close/>
                  </a:path>
                  <a:path w="2172970" h="1447800">
                    <a:moveTo>
                      <a:pt x="2064003" y="1409700"/>
                    </a:moveTo>
                    <a:lnTo>
                      <a:pt x="2037499" y="1409700"/>
                    </a:lnTo>
                    <a:lnTo>
                      <a:pt x="2047544" y="1397000"/>
                    </a:lnTo>
                    <a:lnTo>
                      <a:pt x="2056777" y="1397000"/>
                    </a:lnTo>
                    <a:lnTo>
                      <a:pt x="2066188" y="1384300"/>
                    </a:lnTo>
                    <a:lnTo>
                      <a:pt x="2082977" y="1384300"/>
                    </a:lnTo>
                    <a:lnTo>
                      <a:pt x="2073668" y="1397000"/>
                    </a:lnTo>
                    <a:lnTo>
                      <a:pt x="2064003" y="1409700"/>
                    </a:lnTo>
                    <a:close/>
                  </a:path>
                  <a:path w="2172970" h="1447800">
                    <a:moveTo>
                      <a:pt x="166077" y="1422400"/>
                    </a:moveTo>
                    <a:lnTo>
                      <a:pt x="128841" y="1422400"/>
                    </a:lnTo>
                    <a:lnTo>
                      <a:pt x="118529" y="1409700"/>
                    </a:lnTo>
                    <a:lnTo>
                      <a:pt x="155181" y="1409700"/>
                    </a:lnTo>
                    <a:lnTo>
                      <a:pt x="166077" y="1422400"/>
                    </a:lnTo>
                    <a:close/>
                  </a:path>
                  <a:path w="2172970" h="1447800">
                    <a:moveTo>
                      <a:pt x="2043696" y="1422400"/>
                    </a:moveTo>
                    <a:lnTo>
                      <a:pt x="2006460" y="1422400"/>
                    </a:lnTo>
                    <a:lnTo>
                      <a:pt x="2017356" y="1409700"/>
                    </a:lnTo>
                    <a:lnTo>
                      <a:pt x="2054009" y="1409700"/>
                    </a:lnTo>
                    <a:lnTo>
                      <a:pt x="2043696" y="1422400"/>
                    </a:lnTo>
                    <a:close/>
                  </a:path>
                  <a:path w="2172970" h="1447800">
                    <a:moveTo>
                      <a:pt x="199250" y="1435100"/>
                    </a:moveTo>
                    <a:lnTo>
                      <a:pt x="161569" y="1435100"/>
                    </a:lnTo>
                    <a:lnTo>
                      <a:pt x="150380" y="1422400"/>
                    </a:lnTo>
                    <a:lnTo>
                      <a:pt x="193421" y="1422400"/>
                    </a:lnTo>
                    <a:lnTo>
                      <a:pt x="199250" y="1435100"/>
                    </a:lnTo>
                    <a:close/>
                  </a:path>
                  <a:path w="2172970" h="1447800">
                    <a:moveTo>
                      <a:pt x="2010968" y="1435100"/>
                    </a:moveTo>
                    <a:lnTo>
                      <a:pt x="1973287" y="1435100"/>
                    </a:lnTo>
                    <a:lnTo>
                      <a:pt x="1979117" y="1422400"/>
                    </a:lnTo>
                    <a:lnTo>
                      <a:pt x="2022157" y="1422400"/>
                    </a:lnTo>
                    <a:lnTo>
                      <a:pt x="2010968" y="1435100"/>
                    </a:lnTo>
                    <a:close/>
                  </a:path>
                  <a:path w="2172970" h="1447800">
                    <a:moveTo>
                      <a:pt x="1969871" y="1447800"/>
                    </a:moveTo>
                    <a:lnTo>
                      <a:pt x="202679" y="1447800"/>
                    </a:lnTo>
                    <a:lnTo>
                      <a:pt x="196634" y="1435100"/>
                    </a:lnTo>
                    <a:lnTo>
                      <a:pt x="1975904" y="1435100"/>
                    </a:lnTo>
                    <a:lnTo>
                      <a:pt x="1969871" y="1447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</p:grpSp>
        <p:sp>
          <p:nvSpPr>
            <p:cNvPr id="13" name="object 13"/>
            <p:cNvSpPr txBox="1"/>
            <p:nvPr/>
          </p:nvSpPr>
          <p:spPr>
            <a:xfrm>
              <a:off x="5635124" y="1664641"/>
              <a:ext cx="1859914" cy="82041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latin typeface="+mn-lt"/>
                  <a:cs typeface="Times New Roman"/>
                </a:rPr>
                <a:t>Q&amp;A</a:t>
              </a:r>
              <a:endParaRPr sz="1600" dirty="0">
                <a:latin typeface="+mn-lt"/>
                <a:cs typeface="Times New Roman"/>
              </a:endParaRPr>
            </a:p>
            <a:p>
              <a:pPr marL="12700" marR="5080">
                <a:lnSpc>
                  <a:spcPct val="100000"/>
                </a:lnSpc>
                <a:spcBef>
                  <a:spcPts val="25"/>
                </a:spcBef>
              </a:pPr>
              <a:r>
                <a:rPr sz="1200" dirty="0">
                  <a:latin typeface="+mn-lt"/>
                  <a:cs typeface="Times New Roman"/>
                </a:rPr>
                <a:t>RETRO (Borgeaud et al2021) REALM (Gu et al, 2020)</a:t>
              </a:r>
            </a:p>
            <a:p>
              <a:pPr marL="12700">
                <a:lnSpc>
                  <a:spcPct val="100000"/>
                </a:lnSpc>
              </a:pPr>
              <a:r>
                <a:rPr sz="1200" dirty="0">
                  <a:latin typeface="+mn-lt"/>
                  <a:cs typeface="Times New Roman"/>
                </a:rPr>
                <a:t>ATLAS (lzacard et al, 2023)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D39EE87-FA45-46EC-93FD-60FAFDBEF5C3}"/>
              </a:ext>
            </a:extLst>
          </p:cNvPr>
          <p:cNvGrpSpPr/>
          <p:nvPr/>
        </p:nvGrpSpPr>
        <p:grpSpPr>
          <a:xfrm>
            <a:off x="7667309" y="1566407"/>
            <a:ext cx="2172970" cy="1447800"/>
            <a:chOff x="7667309" y="1566407"/>
            <a:chExt cx="2172970" cy="1447800"/>
          </a:xfrm>
        </p:grpSpPr>
        <p:grpSp>
          <p:nvGrpSpPr>
            <p:cNvPr id="14" name="object 14"/>
            <p:cNvGrpSpPr/>
            <p:nvPr/>
          </p:nvGrpSpPr>
          <p:grpSpPr>
            <a:xfrm>
              <a:off x="7667309" y="1566407"/>
              <a:ext cx="2172970" cy="1447800"/>
              <a:chOff x="6822185" y="1351661"/>
              <a:chExt cx="2172970" cy="1447800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6829043" y="1357884"/>
                <a:ext cx="2159635" cy="1440180"/>
              </a:xfrm>
              <a:custGeom>
                <a:avLst/>
                <a:gdLst/>
                <a:ahLst/>
                <a:cxnLst/>
                <a:rect l="l" t="t" r="r" b="b"/>
                <a:pathLst>
                  <a:path w="2159634" h="1440180">
                    <a:moveTo>
                      <a:pt x="1918715" y="1440179"/>
                    </a:moveTo>
                    <a:lnTo>
                      <a:pt x="239267" y="1440179"/>
                    </a:lnTo>
                    <a:lnTo>
                      <a:pt x="190950" y="1435285"/>
                    </a:lnTo>
                    <a:lnTo>
                      <a:pt x="145945" y="1421278"/>
                    </a:lnTo>
                    <a:lnTo>
                      <a:pt x="105225" y="1399113"/>
                    </a:lnTo>
                    <a:lnTo>
                      <a:pt x="69765" y="1369747"/>
                    </a:lnTo>
                    <a:lnTo>
                      <a:pt x="40539" y="1334135"/>
                    </a:lnTo>
                    <a:lnTo>
                      <a:pt x="18520" y="1293234"/>
                    </a:lnTo>
                    <a:lnTo>
                      <a:pt x="4682" y="1248000"/>
                    </a:lnTo>
                    <a:lnTo>
                      <a:pt x="0" y="1199388"/>
                    </a:lnTo>
                    <a:lnTo>
                      <a:pt x="0" y="240791"/>
                    </a:lnTo>
                    <a:lnTo>
                      <a:pt x="4682" y="192204"/>
                    </a:lnTo>
                    <a:lnTo>
                      <a:pt x="18520" y="146988"/>
                    </a:lnTo>
                    <a:lnTo>
                      <a:pt x="40539" y="106097"/>
                    </a:lnTo>
                    <a:lnTo>
                      <a:pt x="69765" y="70489"/>
                    </a:lnTo>
                    <a:lnTo>
                      <a:pt x="105225" y="41120"/>
                    </a:lnTo>
                    <a:lnTo>
                      <a:pt x="145945" y="18944"/>
                    </a:lnTo>
                    <a:lnTo>
                      <a:pt x="190950" y="4919"/>
                    </a:lnTo>
                    <a:lnTo>
                      <a:pt x="239267" y="0"/>
                    </a:lnTo>
                    <a:lnTo>
                      <a:pt x="1918715" y="0"/>
                    </a:lnTo>
                    <a:lnTo>
                      <a:pt x="1967315" y="4919"/>
                    </a:lnTo>
                    <a:lnTo>
                      <a:pt x="2012541" y="18944"/>
                    </a:lnTo>
                    <a:lnTo>
                      <a:pt x="2053437" y="41120"/>
                    </a:lnTo>
                    <a:lnTo>
                      <a:pt x="2089046" y="70489"/>
                    </a:lnTo>
                    <a:lnTo>
                      <a:pt x="2118414" y="106097"/>
                    </a:lnTo>
                    <a:lnTo>
                      <a:pt x="2140584" y="146988"/>
                    </a:lnTo>
                    <a:lnTo>
                      <a:pt x="2154601" y="192204"/>
                    </a:lnTo>
                    <a:lnTo>
                      <a:pt x="2159507" y="240791"/>
                    </a:lnTo>
                    <a:lnTo>
                      <a:pt x="2159507" y="1199388"/>
                    </a:lnTo>
                    <a:lnTo>
                      <a:pt x="2154601" y="1248000"/>
                    </a:lnTo>
                    <a:lnTo>
                      <a:pt x="2140584" y="1293234"/>
                    </a:lnTo>
                    <a:lnTo>
                      <a:pt x="2118414" y="1334135"/>
                    </a:lnTo>
                    <a:lnTo>
                      <a:pt x="2089046" y="1369747"/>
                    </a:lnTo>
                    <a:lnTo>
                      <a:pt x="2053437" y="1399113"/>
                    </a:lnTo>
                    <a:lnTo>
                      <a:pt x="2012541" y="1421278"/>
                    </a:lnTo>
                    <a:lnTo>
                      <a:pt x="1967315" y="1435285"/>
                    </a:lnTo>
                    <a:lnTo>
                      <a:pt x="1918715" y="1440179"/>
                    </a:lnTo>
                    <a:close/>
                  </a:path>
                </a:pathLst>
              </a:custGeom>
              <a:solidFill>
                <a:srgbClr val="F8CAAC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6822185" y="1351661"/>
                <a:ext cx="217297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2172970" h="1447800">
                    <a:moveTo>
                      <a:pt x="2010968" y="12700"/>
                    </a:moveTo>
                    <a:lnTo>
                      <a:pt x="161569" y="12700"/>
                    </a:lnTo>
                    <a:lnTo>
                      <a:pt x="172986" y="0"/>
                    </a:lnTo>
                    <a:lnTo>
                      <a:pt x="1999564" y="0"/>
                    </a:lnTo>
                    <a:lnTo>
                      <a:pt x="2010968" y="12700"/>
                    </a:lnTo>
                    <a:close/>
                  </a:path>
                  <a:path w="2172970" h="1447800">
                    <a:moveTo>
                      <a:pt x="165785" y="25400"/>
                    </a:moveTo>
                    <a:lnTo>
                      <a:pt x="128841" y="25400"/>
                    </a:lnTo>
                    <a:lnTo>
                      <a:pt x="139471" y="12700"/>
                    </a:lnTo>
                    <a:lnTo>
                      <a:pt x="176936" y="12700"/>
                    </a:lnTo>
                    <a:lnTo>
                      <a:pt x="165785" y="25400"/>
                    </a:lnTo>
                    <a:close/>
                  </a:path>
                  <a:path w="2172970" h="1447800">
                    <a:moveTo>
                      <a:pt x="2043696" y="25400"/>
                    </a:moveTo>
                    <a:lnTo>
                      <a:pt x="2006752" y="25400"/>
                    </a:lnTo>
                    <a:lnTo>
                      <a:pt x="1995601" y="12700"/>
                    </a:lnTo>
                    <a:lnTo>
                      <a:pt x="2033079" y="12700"/>
                    </a:lnTo>
                    <a:lnTo>
                      <a:pt x="2043696" y="25400"/>
                    </a:lnTo>
                    <a:close/>
                  </a:path>
                  <a:path w="2172970" h="1447800">
                    <a:moveTo>
                      <a:pt x="134772" y="38100"/>
                    </a:moveTo>
                    <a:lnTo>
                      <a:pt x="108534" y="38100"/>
                    </a:lnTo>
                    <a:lnTo>
                      <a:pt x="118529" y="25400"/>
                    </a:lnTo>
                    <a:lnTo>
                      <a:pt x="145122" y="25400"/>
                    </a:lnTo>
                    <a:lnTo>
                      <a:pt x="134772" y="38100"/>
                    </a:lnTo>
                    <a:close/>
                  </a:path>
                  <a:path w="2172970" h="1447800">
                    <a:moveTo>
                      <a:pt x="2064016" y="38100"/>
                    </a:moveTo>
                    <a:lnTo>
                      <a:pt x="2037778" y="38100"/>
                    </a:lnTo>
                    <a:lnTo>
                      <a:pt x="2027428" y="25400"/>
                    </a:lnTo>
                    <a:lnTo>
                      <a:pt x="2054021" y="25400"/>
                    </a:lnTo>
                    <a:lnTo>
                      <a:pt x="2064016" y="38100"/>
                    </a:lnTo>
                    <a:close/>
                  </a:path>
                  <a:path w="2172970" h="1447800">
                    <a:moveTo>
                      <a:pt x="97536" y="63500"/>
                    </a:moveTo>
                    <a:lnTo>
                      <a:pt x="80632" y="63500"/>
                    </a:lnTo>
                    <a:lnTo>
                      <a:pt x="89573" y="50800"/>
                    </a:lnTo>
                    <a:lnTo>
                      <a:pt x="98869" y="38100"/>
                    </a:lnTo>
                    <a:lnTo>
                      <a:pt x="125247" y="38100"/>
                    </a:lnTo>
                    <a:lnTo>
                      <a:pt x="115519" y="50800"/>
                    </a:lnTo>
                    <a:lnTo>
                      <a:pt x="106603" y="50800"/>
                    </a:lnTo>
                    <a:lnTo>
                      <a:pt x="97536" y="63500"/>
                    </a:lnTo>
                    <a:close/>
                  </a:path>
                  <a:path w="2172970" h="1447800">
                    <a:moveTo>
                      <a:pt x="2091918" y="63500"/>
                    </a:moveTo>
                    <a:lnTo>
                      <a:pt x="2075014" y="63500"/>
                    </a:lnTo>
                    <a:lnTo>
                      <a:pt x="2065947" y="50800"/>
                    </a:lnTo>
                    <a:lnTo>
                      <a:pt x="2057031" y="50800"/>
                    </a:lnTo>
                    <a:lnTo>
                      <a:pt x="2047290" y="38100"/>
                    </a:lnTo>
                    <a:lnTo>
                      <a:pt x="2073668" y="38100"/>
                    </a:lnTo>
                    <a:lnTo>
                      <a:pt x="2082977" y="50800"/>
                    </a:lnTo>
                    <a:lnTo>
                      <a:pt x="2091918" y="63500"/>
                    </a:lnTo>
                    <a:close/>
                  </a:path>
                  <a:path w="2172970" h="1447800">
                    <a:moveTo>
                      <a:pt x="73215" y="88900"/>
                    </a:moveTo>
                    <a:lnTo>
                      <a:pt x="56184" y="88900"/>
                    </a:lnTo>
                    <a:lnTo>
                      <a:pt x="63919" y="76200"/>
                    </a:lnTo>
                    <a:lnTo>
                      <a:pt x="72072" y="63500"/>
                    </a:lnTo>
                    <a:lnTo>
                      <a:pt x="89281" y="63500"/>
                    </a:lnTo>
                    <a:lnTo>
                      <a:pt x="80949" y="76200"/>
                    </a:lnTo>
                    <a:lnTo>
                      <a:pt x="81165" y="76200"/>
                    </a:lnTo>
                    <a:lnTo>
                      <a:pt x="73215" y="88900"/>
                    </a:lnTo>
                    <a:close/>
                  </a:path>
                  <a:path w="2172970" h="1447800">
                    <a:moveTo>
                      <a:pt x="2116366" y="88900"/>
                    </a:moveTo>
                    <a:lnTo>
                      <a:pt x="2099322" y="88900"/>
                    </a:lnTo>
                    <a:lnTo>
                      <a:pt x="2091385" y="76200"/>
                    </a:lnTo>
                    <a:lnTo>
                      <a:pt x="2091588" y="76200"/>
                    </a:lnTo>
                    <a:lnTo>
                      <a:pt x="2083257" y="63500"/>
                    </a:lnTo>
                    <a:lnTo>
                      <a:pt x="2100465" y="63500"/>
                    </a:lnTo>
                    <a:lnTo>
                      <a:pt x="2108619" y="76200"/>
                    </a:lnTo>
                    <a:lnTo>
                      <a:pt x="2116366" y="88900"/>
                    </a:lnTo>
                    <a:close/>
                  </a:path>
                  <a:path w="2172970" h="1447800">
                    <a:moveTo>
                      <a:pt x="40741" y="127000"/>
                    </a:moveTo>
                    <a:lnTo>
                      <a:pt x="29654" y="127000"/>
                    </a:lnTo>
                    <a:lnTo>
                      <a:pt x="35585" y="114300"/>
                    </a:lnTo>
                    <a:lnTo>
                      <a:pt x="41998" y="101600"/>
                    </a:lnTo>
                    <a:lnTo>
                      <a:pt x="48869" y="88900"/>
                    </a:lnTo>
                    <a:lnTo>
                      <a:pt x="66065" y="88900"/>
                    </a:lnTo>
                    <a:lnTo>
                      <a:pt x="58940" y="101600"/>
                    </a:lnTo>
                    <a:lnTo>
                      <a:pt x="59131" y="101600"/>
                    </a:lnTo>
                    <a:lnTo>
                      <a:pt x="52438" y="114300"/>
                    </a:lnTo>
                    <a:lnTo>
                      <a:pt x="46520" y="114300"/>
                    </a:lnTo>
                    <a:lnTo>
                      <a:pt x="40741" y="127000"/>
                    </a:lnTo>
                    <a:close/>
                  </a:path>
                  <a:path w="2172970" h="1447800">
                    <a:moveTo>
                      <a:pt x="2142883" y="127000"/>
                    </a:moveTo>
                    <a:lnTo>
                      <a:pt x="2131796" y="127000"/>
                    </a:lnTo>
                    <a:lnTo>
                      <a:pt x="2126018" y="114300"/>
                    </a:lnTo>
                    <a:lnTo>
                      <a:pt x="2120112" y="114300"/>
                    </a:lnTo>
                    <a:lnTo>
                      <a:pt x="2113419" y="101600"/>
                    </a:lnTo>
                    <a:lnTo>
                      <a:pt x="2113597" y="101600"/>
                    </a:lnTo>
                    <a:lnTo>
                      <a:pt x="2106472" y="88900"/>
                    </a:lnTo>
                    <a:lnTo>
                      <a:pt x="2123681" y="88900"/>
                    </a:lnTo>
                    <a:lnTo>
                      <a:pt x="2130552" y="101600"/>
                    </a:lnTo>
                    <a:lnTo>
                      <a:pt x="2136952" y="114300"/>
                    </a:lnTo>
                    <a:lnTo>
                      <a:pt x="2142883" y="127000"/>
                    </a:lnTo>
                    <a:close/>
                  </a:path>
                  <a:path w="2172970" h="1447800">
                    <a:moveTo>
                      <a:pt x="21463" y="177800"/>
                    </a:moveTo>
                    <a:lnTo>
                      <a:pt x="9271" y="177800"/>
                    </a:lnTo>
                    <a:lnTo>
                      <a:pt x="11010" y="165100"/>
                    </a:lnTo>
                    <a:lnTo>
                      <a:pt x="14871" y="152400"/>
                    </a:lnTo>
                    <a:lnTo>
                      <a:pt x="19278" y="139700"/>
                    </a:lnTo>
                    <a:lnTo>
                      <a:pt x="24218" y="127000"/>
                    </a:lnTo>
                    <a:lnTo>
                      <a:pt x="40894" y="127000"/>
                    </a:lnTo>
                    <a:lnTo>
                      <a:pt x="35585" y="139700"/>
                    </a:lnTo>
                    <a:lnTo>
                      <a:pt x="35725" y="139700"/>
                    </a:lnTo>
                    <a:lnTo>
                      <a:pt x="30924" y="152400"/>
                    </a:lnTo>
                    <a:lnTo>
                      <a:pt x="26746" y="165100"/>
                    </a:lnTo>
                    <a:lnTo>
                      <a:pt x="23152" y="165100"/>
                    </a:lnTo>
                    <a:lnTo>
                      <a:pt x="21463" y="177800"/>
                    </a:lnTo>
                    <a:close/>
                  </a:path>
                  <a:path w="2172970" h="1447800">
                    <a:moveTo>
                      <a:pt x="2163279" y="177800"/>
                    </a:moveTo>
                    <a:lnTo>
                      <a:pt x="2151075" y="177800"/>
                    </a:lnTo>
                    <a:lnTo>
                      <a:pt x="2149398" y="165100"/>
                    </a:lnTo>
                    <a:lnTo>
                      <a:pt x="2145804" y="165100"/>
                    </a:lnTo>
                    <a:lnTo>
                      <a:pt x="2141499" y="152400"/>
                    </a:lnTo>
                    <a:lnTo>
                      <a:pt x="2136813" y="139700"/>
                    </a:lnTo>
                    <a:lnTo>
                      <a:pt x="2136952" y="139700"/>
                    </a:lnTo>
                    <a:lnTo>
                      <a:pt x="2131656" y="127000"/>
                    </a:lnTo>
                    <a:lnTo>
                      <a:pt x="2148332" y="127000"/>
                    </a:lnTo>
                    <a:lnTo>
                      <a:pt x="2153259" y="139700"/>
                    </a:lnTo>
                    <a:lnTo>
                      <a:pt x="2157679" y="152400"/>
                    </a:lnTo>
                    <a:lnTo>
                      <a:pt x="2161540" y="165100"/>
                    </a:lnTo>
                    <a:lnTo>
                      <a:pt x="2163279" y="177800"/>
                    </a:lnTo>
                    <a:close/>
                  </a:path>
                  <a:path w="2172970" h="1447800">
                    <a:moveTo>
                      <a:pt x="18592" y="190500"/>
                    </a:moveTo>
                    <a:lnTo>
                      <a:pt x="6235" y="190500"/>
                    </a:lnTo>
                    <a:lnTo>
                      <a:pt x="7683" y="177800"/>
                    </a:lnTo>
                    <a:lnTo>
                      <a:pt x="20002" y="177800"/>
                    </a:lnTo>
                    <a:lnTo>
                      <a:pt x="18592" y="190500"/>
                    </a:lnTo>
                    <a:close/>
                  </a:path>
                  <a:path w="2172970" h="1447800">
                    <a:moveTo>
                      <a:pt x="2166315" y="190500"/>
                    </a:moveTo>
                    <a:lnTo>
                      <a:pt x="2153958" y="190500"/>
                    </a:lnTo>
                    <a:lnTo>
                      <a:pt x="2152548" y="177800"/>
                    </a:lnTo>
                    <a:lnTo>
                      <a:pt x="2164867" y="177800"/>
                    </a:lnTo>
                    <a:lnTo>
                      <a:pt x="2166315" y="190500"/>
                    </a:lnTo>
                    <a:close/>
                  </a:path>
                  <a:path w="2172970" h="1447800">
                    <a:moveTo>
                      <a:pt x="16256" y="203200"/>
                    </a:moveTo>
                    <a:lnTo>
                      <a:pt x="2755" y="203200"/>
                    </a:lnTo>
                    <a:lnTo>
                      <a:pt x="3771" y="190500"/>
                    </a:lnTo>
                    <a:lnTo>
                      <a:pt x="17386" y="190500"/>
                    </a:lnTo>
                    <a:lnTo>
                      <a:pt x="16256" y="203200"/>
                    </a:lnTo>
                    <a:close/>
                  </a:path>
                  <a:path w="2172970" h="1447800">
                    <a:moveTo>
                      <a:pt x="2169782" y="203200"/>
                    </a:moveTo>
                    <a:lnTo>
                      <a:pt x="2156282" y="203200"/>
                    </a:lnTo>
                    <a:lnTo>
                      <a:pt x="2155164" y="190500"/>
                    </a:lnTo>
                    <a:lnTo>
                      <a:pt x="2168779" y="190500"/>
                    </a:lnTo>
                    <a:lnTo>
                      <a:pt x="2169782" y="203200"/>
                    </a:lnTo>
                    <a:close/>
                  </a:path>
                  <a:path w="2172970" h="1447800">
                    <a:moveTo>
                      <a:pt x="14490" y="215900"/>
                    </a:moveTo>
                    <a:lnTo>
                      <a:pt x="1193" y="215900"/>
                    </a:lnTo>
                    <a:lnTo>
                      <a:pt x="1905" y="203200"/>
                    </a:lnTo>
                    <a:lnTo>
                      <a:pt x="15328" y="203200"/>
                    </a:lnTo>
                    <a:lnTo>
                      <a:pt x="14490" y="215900"/>
                    </a:lnTo>
                    <a:close/>
                  </a:path>
                  <a:path w="2172970" h="1447800">
                    <a:moveTo>
                      <a:pt x="2171357" y="215900"/>
                    </a:moveTo>
                    <a:lnTo>
                      <a:pt x="2158060" y="215900"/>
                    </a:lnTo>
                    <a:lnTo>
                      <a:pt x="2157222" y="203200"/>
                    </a:lnTo>
                    <a:lnTo>
                      <a:pt x="2170645" y="203200"/>
                    </a:lnTo>
                    <a:lnTo>
                      <a:pt x="2171357" y="215900"/>
                    </a:lnTo>
                    <a:close/>
                  </a:path>
                  <a:path w="2172970" h="1447800">
                    <a:moveTo>
                      <a:pt x="12915" y="228600"/>
                    </a:moveTo>
                    <a:lnTo>
                      <a:pt x="241" y="228600"/>
                    </a:lnTo>
                    <a:lnTo>
                      <a:pt x="635" y="215900"/>
                    </a:lnTo>
                    <a:lnTo>
                      <a:pt x="13309" y="215900"/>
                    </a:lnTo>
                    <a:lnTo>
                      <a:pt x="12915" y="228600"/>
                    </a:lnTo>
                    <a:close/>
                  </a:path>
                  <a:path w="2172970" h="1447800">
                    <a:moveTo>
                      <a:pt x="2172296" y="228600"/>
                    </a:moveTo>
                    <a:lnTo>
                      <a:pt x="2159622" y="228600"/>
                    </a:lnTo>
                    <a:lnTo>
                      <a:pt x="2159228" y="215900"/>
                    </a:lnTo>
                    <a:lnTo>
                      <a:pt x="2171903" y="215900"/>
                    </a:lnTo>
                    <a:lnTo>
                      <a:pt x="2172296" y="228600"/>
                    </a:lnTo>
                    <a:close/>
                  </a:path>
                  <a:path w="2172970" h="1447800">
                    <a:moveTo>
                      <a:pt x="12700" y="1206500"/>
                    </a:moveTo>
                    <a:lnTo>
                      <a:pt x="0" y="1206500"/>
                    </a:lnTo>
                    <a:lnTo>
                      <a:pt x="0" y="228600"/>
                    </a:lnTo>
                    <a:lnTo>
                      <a:pt x="12700" y="228600"/>
                    </a:lnTo>
                    <a:lnTo>
                      <a:pt x="12700" y="1206500"/>
                    </a:lnTo>
                    <a:close/>
                  </a:path>
                  <a:path w="2172970" h="1447800">
                    <a:moveTo>
                      <a:pt x="2172538" y="1206500"/>
                    </a:moveTo>
                    <a:lnTo>
                      <a:pt x="2159838" y="1206500"/>
                    </a:lnTo>
                    <a:lnTo>
                      <a:pt x="2159838" y="228600"/>
                    </a:lnTo>
                    <a:lnTo>
                      <a:pt x="2172538" y="228600"/>
                    </a:lnTo>
                    <a:lnTo>
                      <a:pt x="2172538" y="1206500"/>
                    </a:lnTo>
                    <a:close/>
                  </a:path>
                  <a:path w="2172970" h="1447800">
                    <a:moveTo>
                      <a:pt x="13309" y="1219200"/>
                    </a:moveTo>
                    <a:lnTo>
                      <a:pt x="635" y="1219200"/>
                    </a:lnTo>
                    <a:lnTo>
                      <a:pt x="241" y="1206500"/>
                    </a:lnTo>
                    <a:lnTo>
                      <a:pt x="12915" y="1206500"/>
                    </a:lnTo>
                    <a:lnTo>
                      <a:pt x="13309" y="1219200"/>
                    </a:lnTo>
                    <a:close/>
                  </a:path>
                  <a:path w="2172970" h="1447800">
                    <a:moveTo>
                      <a:pt x="2171903" y="1219200"/>
                    </a:moveTo>
                    <a:lnTo>
                      <a:pt x="2159228" y="1219200"/>
                    </a:lnTo>
                    <a:lnTo>
                      <a:pt x="2159622" y="1206500"/>
                    </a:lnTo>
                    <a:lnTo>
                      <a:pt x="2172296" y="1206500"/>
                    </a:lnTo>
                    <a:lnTo>
                      <a:pt x="2171903" y="1219200"/>
                    </a:lnTo>
                    <a:close/>
                  </a:path>
                  <a:path w="2172970" h="1447800">
                    <a:moveTo>
                      <a:pt x="14516" y="1231900"/>
                    </a:moveTo>
                    <a:lnTo>
                      <a:pt x="1905" y="1231900"/>
                    </a:lnTo>
                    <a:lnTo>
                      <a:pt x="1193" y="1219200"/>
                    </a:lnTo>
                    <a:lnTo>
                      <a:pt x="13817" y="1219200"/>
                    </a:lnTo>
                    <a:lnTo>
                      <a:pt x="14516" y="1231900"/>
                    </a:lnTo>
                    <a:close/>
                  </a:path>
                  <a:path w="2172970" h="1447800">
                    <a:moveTo>
                      <a:pt x="2170645" y="1231900"/>
                    </a:moveTo>
                    <a:lnTo>
                      <a:pt x="2158034" y="1231900"/>
                    </a:lnTo>
                    <a:lnTo>
                      <a:pt x="2158720" y="1219200"/>
                    </a:lnTo>
                    <a:lnTo>
                      <a:pt x="2171357" y="1219200"/>
                    </a:lnTo>
                    <a:lnTo>
                      <a:pt x="2170645" y="1231900"/>
                    </a:lnTo>
                    <a:close/>
                  </a:path>
                  <a:path w="2172970" h="1447800">
                    <a:moveTo>
                      <a:pt x="16281" y="1244600"/>
                    </a:moveTo>
                    <a:lnTo>
                      <a:pt x="3771" y="1244600"/>
                    </a:lnTo>
                    <a:lnTo>
                      <a:pt x="2755" y="1231900"/>
                    </a:lnTo>
                    <a:lnTo>
                      <a:pt x="15303" y="1231900"/>
                    </a:lnTo>
                    <a:lnTo>
                      <a:pt x="16281" y="1244600"/>
                    </a:lnTo>
                    <a:close/>
                  </a:path>
                  <a:path w="2172970" h="1447800">
                    <a:moveTo>
                      <a:pt x="2168779" y="1244600"/>
                    </a:moveTo>
                    <a:lnTo>
                      <a:pt x="2156256" y="1244600"/>
                    </a:lnTo>
                    <a:lnTo>
                      <a:pt x="2157247" y="1231900"/>
                    </a:lnTo>
                    <a:lnTo>
                      <a:pt x="2169782" y="1231900"/>
                    </a:lnTo>
                    <a:lnTo>
                      <a:pt x="2168779" y="1244600"/>
                    </a:lnTo>
                    <a:close/>
                  </a:path>
                  <a:path w="2172970" h="1447800">
                    <a:moveTo>
                      <a:pt x="18618" y="1257300"/>
                    </a:moveTo>
                    <a:lnTo>
                      <a:pt x="6235" y="1257300"/>
                    </a:lnTo>
                    <a:lnTo>
                      <a:pt x="4927" y="1244600"/>
                    </a:lnTo>
                    <a:lnTo>
                      <a:pt x="17348" y="1244600"/>
                    </a:lnTo>
                    <a:lnTo>
                      <a:pt x="18618" y="1257300"/>
                    </a:lnTo>
                    <a:close/>
                  </a:path>
                  <a:path w="2172970" h="1447800">
                    <a:moveTo>
                      <a:pt x="2166315" y="1257300"/>
                    </a:moveTo>
                    <a:lnTo>
                      <a:pt x="2153920" y="1257300"/>
                    </a:lnTo>
                    <a:lnTo>
                      <a:pt x="2155190" y="1244600"/>
                    </a:lnTo>
                    <a:lnTo>
                      <a:pt x="2167623" y="1244600"/>
                    </a:lnTo>
                    <a:lnTo>
                      <a:pt x="2166315" y="1257300"/>
                    </a:lnTo>
                    <a:close/>
                  </a:path>
                  <a:path w="2172970" h="1447800">
                    <a:moveTo>
                      <a:pt x="21501" y="1270000"/>
                    </a:moveTo>
                    <a:lnTo>
                      <a:pt x="9271" y="1270000"/>
                    </a:lnTo>
                    <a:lnTo>
                      <a:pt x="7683" y="1257300"/>
                    </a:lnTo>
                    <a:lnTo>
                      <a:pt x="19951" y="1257300"/>
                    </a:lnTo>
                    <a:lnTo>
                      <a:pt x="21501" y="1270000"/>
                    </a:lnTo>
                    <a:close/>
                  </a:path>
                  <a:path w="2172970" h="1447800">
                    <a:moveTo>
                      <a:pt x="2163279" y="1270000"/>
                    </a:moveTo>
                    <a:lnTo>
                      <a:pt x="2151037" y="1270000"/>
                    </a:lnTo>
                    <a:lnTo>
                      <a:pt x="2152586" y="1257300"/>
                    </a:lnTo>
                    <a:lnTo>
                      <a:pt x="2164867" y="1257300"/>
                    </a:lnTo>
                    <a:lnTo>
                      <a:pt x="2163279" y="1270000"/>
                    </a:lnTo>
                    <a:close/>
                  </a:path>
                  <a:path w="2172970" h="1447800">
                    <a:moveTo>
                      <a:pt x="52603" y="1333500"/>
                    </a:moveTo>
                    <a:lnTo>
                      <a:pt x="35585" y="1333500"/>
                    </a:lnTo>
                    <a:lnTo>
                      <a:pt x="29654" y="1320800"/>
                    </a:lnTo>
                    <a:lnTo>
                      <a:pt x="24218" y="1308100"/>
                    </a:lnTo>
                    <a:lnTo>
                      <a:pt x="19278" y="1295400"/>
                    </a:lnTo>
                    <a:lnTo>
                      <a:pt x="14871" y="1282700"/>
                    </a:lnTo>
                    <a:lnTo>
                      <a:pt x="11010" y="1270000"/>
                    </a:lnTo>
                    <a:lnTo>
                      <a:pt x="23075" y="1270000"/>
                    </a:lnTo>
                    <a:lnTo>
                      <a:pt x="26847" y="1282700"/>
                    </a:lnTo>
                    <a:lnTo>
                      <a:pt x="31038" y="1295400"/>
                    </a:lnTo>
                    <a:lnTo>
                      <a:pt x="35585" y="1295400"/>
                    </a:lnTo>
                    <a:lnTo>
                      <a:pt x="40894" y="1308100"/>
                    </a:lnTo>
                    <a:lnTo>
                      <a:pt x="40741" y="1308100"/>
                    </a:lnTo>
                    <a:lnTo>
                      <a:pt x="46520" y="1320800"/>
                    </a:lnTo>
                    <a:lnTo>
                      <a:pt x="46367" y="1320800"/>
                    </a:lnTo>
                    <a:lnTo>
                      <a:pt x="52603" y="1333500"/>
                    </a:lnTo>
                    <a:close/>
                  </a:path>
                  <a:path w="2172970" h="1447800">
                    <a:moveTo>
                      <a:pt x="2136952" y="1333500"/>
                    </a:moveTo>
                    <a:lnTo>
                      <a:pt x="2119934" y="1333500"/>
                    </a:lnTo>
                    <a:lnTo>
                      <a:pt x="2126183" y="1320800"/>
                    </a:lnTo>
                    <a:lnTo>
                      <a:pt x="2126018" y="1320800"/>
                    </a:lnTo>
                    <a:lnTo>
                      <a:pt x="2131796" y="1308100"/>
                    </a:lnTo>
                    <a:lnTo>
                      <a:pt x="2131656" y="1308100"/>
                    </a:lnTo>
                    <a:lnTo>
                      <a:pt x="2136952" y="1295400"/>
                    </a:lnTo>
                    <a:lnTo>
                      <a:pt x="2141499" y="1295400"/>
                    </a:lnTo>
                    <a:lnTo>
                      <a:pt x="2145804" y="1282700"/>
                    </a:lnTo>
                    <a:lnTo>
                      <a:pt x="2149462" y="1270000"/>
                    </a:lnTo>
                    <a:lnTo>
                      <a:pt x="2161540" y="1270000"/>
                    </a:lnTo>
                    <a:lnTo>
                      <a:pt x="2157679" y="1282700"/>
                    </a:lnTo>
                    <a:lnTo>
                      <a:pt x="2153259" y="1295400"/>
                    </a:lnTo>
                    <a:lnTo>
                      <a:pt x="2148332" y="1308100"/>
                    </a:lnTo>
                    <a:lnTo>
                      <a:pt x="2142883" y="1320800"/>
                    </a:lnTo>
                    <a:lnTo>
                      <a:pt x="2136952" y="1333500"/>
                    </a:lnTo>
                    <a:close/>
                  </a:path>
                  <a:path w="2172970" h="1447800">
                    <a:moveTo>
                      <a:pt x="81165" y="1371600"/>
                    </a:moveTo>
                    <a:lnTo>
                      <a:pt x="63919" y="1371600"/>
                    </a:lnTo>
                    <a:lnTo>
                      <a:pt x="56184" y="1358900"/>
                    </a:lnTo>
                    <a:lnTo>
                      <a:pt x="48869" y="1346200"/>
                    </a:lnTo>
                    <a:lnTo>
                      <a:pt x="41998" y="1333500"/>
                    </a:lnTo>
                    <a:lnTo>
                      <a:pt x="52438" y="1333500"/>
                    </a:lnTo>
                    <a:lnTo>
                      <a:pt x="59131" y="1346200"/>
                    </a:lnTo>
                    <a:lnTo>
                      <a:pt x="65874" y="1346200"/>
                    </a:lnTo>
                    <a:lnTo>
                      <a:pt x="73418" y="1358900"/>
                    </a:lnTo>
                    <a:lnTo>
                      <a:pt x="73215" y="1358900"/>
                    </a:lnTo>
                    <a:lnTo>
                      <a:pt x="81165" y="1371600"/>
                    </a:lnTo>
                    <a:close/>
                  </a:path>
                  <a:path w="2172970" h="1447800">
                    <a:moveTo>
                      <a:pt x="66065" y="1346200"/>
                    </a:moveTo>
                    <a:lnTo>
                      <a:pt x="59131" y="1346200"/>
                    </a:lnTo>
                    <a:lnTo>
                      <a:pt x="58940" y="1333500"/>
                    </a:lnTo>
                    <a:lnTo>
                      <a:pt x="66065" y="1346200"/>
                    </a:lnTo>
                    <a:close/>
                  </a:path>
                  <a:path w="2172970" h="1447800">
                    <a:moveTo>
                      <a:pt x="2113419" y="1346200"/>
                    </a:moveTo>
                    <a:lnTo>
                      <a:pt x="2106472" y="1346200"/>
                    </a:lnTo>
                    <a:lnTo>
                      <a:pt x="2113597" y="1333500"/>
                    </a:lnTo>
                    <a:lnTo>
                      <a:pt x="2113419" y="1346200"/>
                    </a:lnTo>
                    <a:close/>
                  </a:path>
                  <a:path w="2172970" h="1447800">
                    <a:moveTo>
                      <a:pt x="2108619" y="1371600"/>
                    </a:moveTo>
                    <a:lnTo>
                      <a:pt x="2091385" y="1371600"/>
                    </a:lnTo>
                    <a:lnTo>
                      <a:pt x="2099322" y="1358900"/>
                    </a:lnTo>
                    <a:lnTo>
                      <a:pt x="2099119" y="1358900"/>
                    </a:lnTo>
                    <a:lnTo>
                      <a:pt x="2106663" y="1346200"/>
                    </a:lnTo>
                    <a:lnTo>
                      <a:pt x="2113419" y="1346200"/>
                    </a:lnTo>
                    <a:lnTo>
                      <a:pt x="2120112" y="1333500"/>
                    </a:lnTo>
                    <a:lnTo>
                      <a:pt x="2130552" y="1333500"/>
                    </a:lnTo>
                    <a:lnTo>
                      <a:pt x="2123681" y="1346200"/>
                    </a:lnTo>
                    <a:lnTo>
                      <a:pt x="2116366" y="1358900"/>
                    </a:lnTo>
                    <a:lnTo>
                      <a:pt x="2108619" y="1371600"/>
                    </a:lnTo>
                    <a:close/>
                  </a:path>
                  <a:path w="2172970" h="1447800">
                    <a:moveTo>
                      <a:pt x="89281" y="1371600"/>
                    </a:moveTo>
                    <a:lnTo>
                      <a:pt x="81165" y="1371600"/>
                    </a:lnTo>
                    <a:lnTo>
                      <a:pt x="80949" y="1358900"/>
                    </a:lnTo>
                    <a:lnTo>
                      <a:pt x="89281" y="1371600"/>
                    </a:lnTo>
                    <a:close/>
                  </a:path>
                  <a:path w="2172970" h="1447800">
                    <a:moveTo>
                      <a:pt x="2091385" y="1371600"/>
                    </a:moveTo>
                    <a:lnTo>
                      <a:pt x="2083257" y="1371600"/>
                    </a:lnTo>
                    <a:lnTo>
                      <a:pt x="2091588" y="1358900"/>
                    </a:lnTo>
                    <a:lnTo>
                      <a:pt x="2091385" y="1371600"/>
                    </a:lnTo>
                    <a:close/>
                  </a:path>
                  <a:path w="2172970" h="1447800">
                    <a:moveTo>
                      <a:pt x="97764" y="1384300"/>
                    </a:moveTo>
                    <a:lnTo>
                      <a:pt x="80632" y="1384300"/>
                    </a:lnTo>
                    <a:lnTo>
                      <a:pt x="72072" y="1371600"/>
                    </a:lnTo>
                    <a:lnTo>
                      <a:pt x="89065" y="1371600"/>
                    </a:lnTo>
                    <a:lnTo>
                      <a:pt x="97764" y="1384300"/>
                    </a:lnTo>
                    <a:close/>
                  </a:path>
                  <a:path w="2172970" h="1447800">
                    <a:moveTo>
                      <a:pt x="2091918" y="1384300"/>
                    </a:moveTo>
                    <a:lnTo>
                      <a:pt x="2074773" y="1384300"/>
                    </a:lnTo>
                    <a:lnTo>
                      <a:pt x="2083485" y="1371600"/>
                    </a:lnTo>
                    <a:lnTo>
                      <a:pt x="2100465" y="1371600"/>
                    </a:lnTo>
                    <a:lnTo>
                      <a:pt x="2091918" y="1384300"/>
                    </a:lnTo>
                    <a:close/>
                  </a:path>
                  <a:path w="2172970" h="1447800">
                    <a:moveTo>
                      <a:pt x="135039" y="1409700"/>
                    </a:moveTo>
                    <a:lnTo>
                      <a:pt x="108534" y="1409700"/>
                    </a:lnTo>
                    <a:lnTo>
                      <a:pt x="98869" y="1397000"/>
                    </a:lnTo>
                    <a:lnTo>
                      <a:pt x="89573" y="1384300"/>
                    </a:lnTo>
                    <a:lnTo>
                      <a:pt x="106362" y="1384300"/>
                    </a:lnTo>
                    <a:lnTo>
                      <a:pt x="115773" y="1397000"/>
                    </a:lnTo>
                    <a:lnTo>
                      <a:pt x="124993" y="1397000"/>
                    </a:lnTo>
                    <a:lnTo>
                      <a:pt x="135039" y="1409700"/>
                    </a:lnTo>
                    <a:close/>
                  </a:path>
                  <a:path w="2172970" h="1447800">
                    <a:moveTo>
                      <a:pt x="2064016" y="1409700"/>
                    </a:moveTo>
                    <a:lnTo>
                      <a:pt x="2037499" y="1409700"/>
                    </a:lnTo>
                    <a:lnTo>
                      <a:pt x="2047557" y="1397000"/>
                    </a:lnTo>
                    <a:lnTo>
                      <a:pt x="2056777" y="1397000"/>
                    </a:lnTo>
                    <a:lnTo>
                      <a:pt x="2066188" y="1384300"/>
                    </a:lnTo>
                    <a:lnTo>
                      <a:pt x="2082977" y="1384300"/>
                    </a:lnTo>
                    <a:lnTo>
                      <a:pt x="2073668" y="1397000"/>
                    </a:lnTo>
                    <a:lnTo>
                      <a:pt x="2064016" y="1409700"/>
                    </a:lnTo>
                    <a:close/>
                  </a:path>
                  <a:path w="2172970" h="1447800">
                    <a:moveTo>
                      <a:pt x="166090" y="1422400"/>
                    </a:moveTo>
                    <a:lnTo>
                      <a:pt x="128841" y="1422400"/>
                    </a:lnTo>
                    <a:lnTo>
                      <a:pt x="118529" y="1409700"/>
                    </a:lnTo>
                    <a:lnTo>
                      <a:pt x="155181" y="1409700"/>
                    </a:lnTo>
                    <a:lnTo>
                      <a:pt x="166090" y="1422400"/>
                    </a:lnTo>
                    <a:close/>
                  </a:path>
                  <a:path w="2172970" h="1447800">
                    <a:moveTo>
                      <a:pt x="2043696" y="1422400"/>
                    </a:moveTo>
                    <a:lnTo>
                      <a:pt x="2006460" y="1422400"/>
                    </a:lnTo>
                    <a:lnTo>
                      <a:pt x="2017356" y="1409700"/>
                    </a:lnTo>
                    <a:lnTo>
                      <a:pt x="2054021" y="1409700"/>
                    </a:lnTo>
                    <a:lnTo>
                      <a:pt x="2043696" y="1422400"/>
                    </a:lnTo>
                    <a:close/>
                  </a:path>
                  <a:path w="2172970" h="1447800">
                    <a:moveTo>
                      <a:pt x="199263" y="1435100"/>
                    </a:moveTo>
                    <a:lnTo>
                      <a:pt x="161569" y="1435100"/>
                    </a:lnTo>
                    <a:lnTo>
                      <a:pt x="150380" y="1422400"/>
                    </a:lnTo>
                    <a:lnTo>
                      <a:pt x="193421" y="1422400"/>
                    </a:lnTo>
                    <a:lnTo>
                      <a:pt x="199263" y="1435100"/>
                    </a:lnTo>
                    <a:close/>
                  </a:path>
                  <a:path w="2172970" h="1447800">
                    <a:moveTo>
                      <a:pt x="2010968" y="1435100"/>
                    </a:moveTo>
                    <a:lnTo>
                      <a:pt x="1973287" y="1435100"/>
                    </a:lnTo>
                    <a:lnTo>
                      <a:pt x="1979117" y="1422400"/>
                    </a:lnTo>
                    <a:lnTo>
                      <a:pt x="2022157" y="1422400"/>
                    </a:lnTo>
                    <a:lnTo>
                      <a:pt x="2010968" y="1435100"/>
                    </a:lnTo>
                    <a:close/>
                  </a:path>
                  <a:path w="2172970" h="1447800">
                    <a:moveTo>
                      <a:pt x="1969871" y="1447800"/>
                    </a:moveTo>
                    <a:lnTo>
                      <a:pt x="202679" y="1447800"/>
                    </a:lnTo>
                    <a:lnTo>
                      <a:pt x="196634" y="1435100"/>
                    </a:lnTo>
                    <a:lnTo>
                      <a:pt x="1975904" y="1435100"/>
                    </a:lnTo>
                    <a:lnTo>
                      <a:pt x="1969871" y="1447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</p:grpSp>
        <p:sp>
          <p:nvSpPr>
            <p:cNvPr id="17" name="object 17"/>
            <p:cNvSpPr txBox="1"/>
            <p:nvPr/>
          </p:nvSpPr>
          <p:spPr>
            <a:xfrm>
              <a:off x="7822618" y="1664641"/>
              <a:ext cx="1861820" cy="10033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latin typeface="+mn-lt"/>
                  <a:cs typeface="Times New Roman"/>
                </a:rPr>
                <a:t>Fact Checking</a:t>
              </a:r>
              <a:endParaRPr sz="1600" dirty="0">
                <a:latin typeface="+mn-lt"/>
                <a:cs typeface="Times New Roman"/>
              </a:endParaRPr>
            </a:p>
            <a:p>
              <a:pPr marL="12700" marR="5080">
                <a:lnSpc>
                  <a:spcPct val="100000"/>
                </a:lnSpc>
                <a:spcBef>
                  <a:spcPts val="25"/>
                </a:spcBef>
              </a:pPr>
              <a:r>
                <a:rPr sz="1200" dirty="0">
                  <a:latin typeface="+mn-lt"/>
                  <a:cs typeface="Times New Roman"/>
                </a:rPr>
                <a:t>RAG (Lewis et al, 2020) ATLAS (lzacard et al, 2022) Evi. Generator (Asai et al, 2022a</a:t>
              </a:r>
              <a:r>
                <a:rPr lang="en-US" sz="1200" dirty="0">
                  <a:latin typeface="+mn-lt"/>
                  <a:cs typeface="Malgun Gothic"/>
                </a:rPr>
                <a:t>)</a:t>
              </a:r>
              <a:endParaRPr sz="1200" dirty="0">
                <a:latin typeface="+mn-lt"/>
                <a:cs typeface="Malgun Gothic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20A2AD-0656-4B61-A194-97AF062D4766}"/>
              </a:ext>
            </a:extLst>
          </p:cNvPr>
          <p:cNvGrpSpPr/>
          <p:nvPr/>
        </p:nvGrpSpPr>
        <p:grpSpPr>
          <a:xfrm>
            <a:off x="7667309" y="4806405"/>
            <a:ext cx="2172970" cy="1447800"/>
            <a:chOff x="7667309" y="4806405"/>
            <a:chExt cx="2172970" cy="1447800"/>
          </a:xfrm>
        </p:grpSpPr>
        <p:grpSp>
          <p:nvGrpSpPr>
            <p:cNvPr id="18" name="object 18"/>
            <p:cNvGrpSpPr/>
            <p:nvPr/>
          </p:nvGrpSpPr>
          <p:grpSpPr>
            <a:xfrm>
              <a:off x="7667309" y="4806405"/>
              <a:ext cx="2172970" cy="1447800"/>
              <a:chOff x="6822185" y="4591659"/>
              <a:chExt cx="2172970" cy="1447800"/>
            </a:xfrm>
          </p:grpSpPr>
          <p:sp>
            <p:nvSpPr>
              <p:cNvPr id="19" name="object 19"/>
              <p:cNvSpPr/>
              <p:nvPr/>
            </p:nvSpPr>
            <p:spPr>
              <a:xfrm>
                <a:off x="6829043" y="4597908"/>
                <a:ext cx="2159635" cy="1440180"/>
              </a:xfrm>
              <a:custGeom>
                <a:avLst/>
                <a:gdLst/>
                <a:ahLst/>
                <a:cxnLst/>
                <a:rect l="l" t="t" r="r" b="b"/>
                <a:pathLst>
                  <a:path w="2159634" h="1440179">
                    <a:moveTo>
                      <a:pt x="1918715" y="1440179"/>
                    </a:moveTo>
                    <a:lnTo>
                      <a:pt x="239267" y="1440179"/>
                    </a:lnTo>
                    <a:lnTo>
                      <a:pt x="190950" y="1435277"/>
                    </a:lnTo>
                    <a:lnTo>
                      <a:pt x="145945" y="1421263"/>
                    </a:lnTo>
                    <a:lnTo>
                      <a:pt x="105225" y="1399095"/>
                    </a:lnTo>
                    <a:lnTo>
                      <a:pt x="69765" y="1369728"/>
                    </a:lnTo>
                    <a:lnTo>
                      <a:pt x="40539" y="1334118"/>
                    </a:lnTo>
                    <a:lnTo>
                      <a:pt x="18520" y="1293220"/>
                    </a:lnTo>
                    <a:lnTo>
                      <a:pt x="4682" y="1247991"/>
                    </a:lnTo>
                    <a:lnTo>
                      <a:pt x="0" y="1199388"/>
                    </a:lnTo>
                    <a:lnTo>
                      <a:pt x="0" y="240791"/>
                    </a:lnTo>
                    <a:lnTo>
                      <a:pt x="4682" y="192196"/>
                    </a:lnTo>
                    <a:lnTo>
                      <a:pt x="18520" y="146973"/>
                    </a:lnTo>
                    <a:lnTo>
                      <a:pt x="40539" y="106079"/>
                    </a:lnTo>
                    <a:lnTo>
                      <a:pt x="69765" y="70470"/>
                    </a:lnTo>
                    <a:lnTo>
                      <a:pt x="105225" y="41102"/>
                    </a:lnTo>
                    <a:lnTo>
                      <a:pt x="145945" y="18930"/>
                    </a:lnTo>
                    <a:lnTo>
                      <a:pt x="190950" y="4910"/>
                    </a:lnTo>
                    <a:lnTo>
                      <a:pt x="239267" y="0"/>
                    </a:lnTo>
                    <a:lnTo>
                      <a:pt x="1918715" y="0"/>
                    </a:lnTo>
                    <a:lnTo>
                      <a:pt x="1967315" y="4910"/>
                    </a:lnTo>
                    <a:lnTo>
                      <a:pt x="2012541" y="18930"/>
                    </a:lnTo>
                    <a:lnTo>
                      <a:pt x="2053437" y="41102"/>
                    </a:lnTo>
                    <a:lnTo>
                      <a:pt x="2089046" y="70470"/>
                    </a:lnTo>
                    <a:lnTo>
                      <a:pt x="2118414" y="106079"/>
                    </a:lnTo>
                    <a:lnTo>
                      <a:pt x="2140584" y="146973"/>
                    </a:lnTo>
                    <a:lnTo>
                      <a:pt x="2154601" y="192196"/>
                    </a:lnTo>
                    <a:lnTo>
                      <a:pt x="2159507" y="240791"/>
                    </a:lnTo>
                    <a:lnTo>
                      <a:pt x="2159507" y="1199388"/>
                    </a:lnTo>
                    <a:lnTo>
                      <a:pt x="2154601" y="1247991"/>
                    </a:lnTo>
                    <a:lnTo>
                      <a:pt x="2140584" y="1293220"/>
                    </a:lnTo>
                    <a:lnTo>
                      <a:pt x="2118414" y="1334118"/>
                    </a:lnTo>
                    <a:lnTo>
                      <a:pt x="2089046" y="1369728"/>
                    </a:lnTo>
                    <a:lnTo>
                      <a:pt x="2053437" y="1399095"/>
                    </a:lnTo>
                    <a:lnTo>
                      <a:pt x="2012541" y="1421263"/>
                    </a:lnTo>
                    <a:lnTo>
                      <a:pt x="1967315" y="1435277"/>
                    </a:lnTo>
                    <a:lnTo>
                      <a:pt x="1918715" y="1440179"/>
                    </a:lnTo>
                    <a:close/>
                  </a:path>
                </a:pathLst>
              </a:custGeom>
              <a:solidFill>
                <a:srgbClr val="FABDE8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6822185" y="4591659"/>
                <a:ext cx="217297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2172970" h="1447800">
                    <a:moveTo>
                      <a:pt x="2010968" y="12700"/>
                    </a:moveTo>
                    <a:lnTo>
                      <a:pt x="161569" y="12700"/>
                    </a:lnTo>
                    <a:lnTo>
                      <a:pt x="172986" y="0"/>
                    </a:lnTo>
                    <a:lnTo>
                      <a:pt x="1999564" y="0"/>
                    </a:lnTo>
                    <a:lnTo>
                      <a:pt x="2010968" y="12700"/>
                    </a:lnTo>
                    <a:close/>
                  </a:path>
                  <a:path w="2172970" h="1447800">
                    <a:moveTo>
                      <a:pt x="165785" y="25400"/>
                    </a:moveTo>
                    <a:lnTo>
                      <a:pt x="128841" y="25400"/>
                    </a:lnTo>
                    <a:lnTo>
                      <a:pt x="139471" y="12700"/>
                    </a:lnTo>
                    <a:lnTo>
                      <a:pt x="176936" y="12700"/>
                    </a:lnTo>
                    <a:lnTo>
                      <a:pt x="165785" y="25400"/>
                    </a:lnTo>
                    <a:close/>
                  </a:path>
                  <a:path w="2172970" h="1447800">
                    <a:moveTo>
                      <a:pt x="2043696" y="25400"/>
                    </a:moveTo>
                    <a:lnTo>
                      <a:pt x="2006752" y="25400"/>
                    </a:lnTo>
                    <a:lnTo>
                      <a:pt x="1995601" y="12700"/>
                    </a:lnTo>
                    <a:lnTo>
                      <a:pt x="2033079" y="12700"/>
                    </a:lnTo>
                    <a:lnTo>
                      <a:pt x="2043696" y="25400"/>
                    </a:lnTo>
                    <a:close/>
                  </a:path>
                  <a:path w="2172970" h="1447800">
                    <a:moveTo>
                      <a:pt x="134772" y="38100"/>
                    </a:moveTo>
                    <a:lnTo>
                      <a:pt x="108534" y="38100"/>
                    </a:lnTo>
                    <a:lnTo>
                      <a:pt x="118529" y="25400"/>
                    </a:lnTo>
                    <a:lnTo>
                      <a:pt x="145122" y="25400"/>
                    </a:lnTo>
                    <a:lnTo>
                      <a:pt x="134772" y="38100"/>
                    </a:lnTo>
                    <a:close/>
                  </a:path>
                  <a:path w="2172970" h="1447800">
                    <a:moveTo>
                      <a:pt x="2064016" y="38100"/>
                    </a:moveTo>
                    <a:lnTo>
                      <a:pt x="2037778" y="38100"/>
                    </a:lnTo>
                    <a:lnTo>
                      <a:pt x="2027428" y="25400"/>
                    </a:lnTo>
                    <a:lnTo>
                      <a:pt x="2054021" y="25400"/>
                    </a:lnTo>
                    <a:lnTo>
                      <a:pt x="2064016" y="38100"/>
                    </a:lnTo>
                    <a:close/>
                  </a:path>
                  <a:path w="2172970" h="1447800">
                    <a:moveTo>
                      <a:pt x="97536" y="63500"/>
                    </a:moveTo>
                    <a:lnTo>
                      <a:pt x="80632" y="63500"/>
                    </a:lnTo>
                    <a:lnTo>
                      <a:pt x="89573" y="50800"/>
                    </a:lnTo>
                    <a:lnTo>
                      <a:pt x="98869" y="38100"/>
                    </a:lnTo>
                    <a:lnTo>
                      <a:pt x="125247" y="38100"/>
                    </a:lnTo>
                    <a:lnTo>
                      <a:pt x="115519" y="50800"/>
                    </a:lnTo>
                    <a:lnTo>
                      <a:pt x="106603" y="50800"/>
                    </a:lnTo>
                    <a:lnTo>
                      <a:pt x="97536" y="63500"/>
                    </a:lnTo>
                    <a:close/>
                  </a:path>
                  <a:path w="2172970" h="1447800">
                    <a:moveTo>
                      <a:pt x="2091918" y="63500"/>
                    </a:moveTo>
                    <a:lnTo>
                      <a:pt x="2075014" y="63500"/>
                    </a:lnTo>
                    <a:lnTo>
                      <a:pt x="2065947" y="50800"/>
                    </a:lnTo>
                    <a:lnTo>
                      <a:pt x="2057031" y="50800"/>
                    </a:lnTo>
                    <a:lnTo>
                      <a:pt x="2047290" y="38100"/>
                    </a:lnTo>
                    <a:lnTo>
                      <a:pt x="2073668" y="38100"/>
                    </a:lnTo>
                    <a:lnTo>
                      <a:pt x="2082977" y="50800"/>
                    </a:lnTo>
                    <a:lnTo>
                      <a:pt x="2091918" y="63500"/>
                    </a:lnTo>
                    <a:close/>
                  </a:path>
                  <a:path w="2172970" h="1447800">
                    <a:moveTo>
                      <a:pt x="73215" y="88900"/>
                    </a:moveTo>
                    <a:lnTo>
                      <a:pt x="56184" y="88900"/>
                    </a:lnTo>
                    <a:lnTo>
                      <a:pt x="63919" y="76200"/>
                    </a:lnTo>
                    <a:lnTo>
                      <a:pt x="72072" y="63500"/>
                    </a:lnTo>
                    <a:lnTo>
                      <a:pt x="89281" y="63500"/>
                    </a:lnTo>
                    <a:lnTo>
                      <a:pt x="80949" y="76200"/>
                    </a:lnTo>
                    <a:lnTo>
                      <a:pt x="81165" y="76200"/>
                    </a:lnTo>
                    <a:lnTo>
                      <a:pt x="73215" y="88900"/>
                    </a:lnTo>
                    <a:close/>
                  </a:path>
                  <a:path w="2172970" h="1447800">
                    <a:moveTo>
                      <a:pt x="2116366" y="88900"/>
                    </a:moveTo>
                    <a:lnTo>
                      <a:pt x="2099322" y="88900"/>
                    </a:lnTo>
                    <a:lnTo>
                      <a:pt x="2091385" y="76200"/>
                    </a:lnTo>
                    <a:lnTo>
                      <a:pt x="2091588" y="76200"/>
                    </a:lnTo>
                    <a:lnTo>
                      <a:pt x="2083257" y="63500"/>
                    </a:lnTo>
                    <a:lnTo>
                      <a:pt x="2100465" y="63500"/>
                    </a:lnTo>
                    <a:lnTo>
                      <a:pt x="2108619" y="76200"/>
                    </a:lnTo>
                    <a:lnTo>
                      <a:pt x="2116366" y="88900"/>
                    </a:lnTo>
                    <a:close/>
                  </a:path>
                  <a:path w="2172970" h="1447800">
                    <a:moveTo>
                      <a:pt x="40741" y="127000"/>
                    </a:moveTo>
                    <a:lnTo>
                      <a:pt x="29654" y="127000"/>
                    </a:lnTo>
                    <a:lnTo>
                      <a:pt x="35585" y="114300"/>
                    </a:lnTo>
                    <a:lnTo>
                      <a:pt x="41998" y="101600"/>
                    </a:lnTo>
                    <a:lnTo>
                      <a:pt x="48869" y="88900"/>
                    </a:lnTo>
                    <a:lnTo>
                      <a:pt x="66065" y="88900"/>
                    </a:lnTo>
                    <a:lnTo>
                      <a:pt x="58940" y="101600"/>
                    </a:lnTo>
                    <a:lnTo>
                      <a:pt x="59131" y="101600"/>
                    </a:lnTo>
                    <a:lnTo>
                      <a:pt x="52438" y="114300"/>
                    </a:lnTo>
                    <a:lnTo>
                      <a:pt x="46520" y="114300"/>
                    </a:lnTo>
                    <a:lnTo>
                      <a:pt x="40741" y="127000"/>
                    </a:lnTo>
                    <a:close/>
                  </a:path>
                  <a:path w="2172970" h="1447800">
                    <a:moveTo>
                      <a:pt x="2142883" y="127000"/>
                    </a:moveTo>
                    <a:lnTo>
                      <a:pt x="2131796" y="127000"/>
                    </a:lnTo>
                    <a:lnTo>
                      <a:pt x="2126018" y="114300"/>
                    </a:lnTo>
                    <a:lnTo>
                      <a:pt x="2120112" y="114300"/>
                    </a:lnTo>
                    <a:lnTo>
                      <a:pt x="2113419" y="101600"/>
                    </a:lnTo>
                    <a:lnTo>
                      <a:pt x="2113597" y="101600"/>
                    </a:lnTo>
                    <a:lnTo>
                      <a:pt x="2106472" y="88900"/>
                    </a:lnTo>
                    <a:lnTo>
                      <a:pt x="2123681" y="88900"/>
                    </a:lnTo>
                    <a:lnTo>
                      <a:pt x="2130552" y="101600"/>
                    </a:lnTo>
                    <a:lnTo>
                      <a:pt x="2136952" y="114300"/>
                    </a:lnTo>
                    <a:lnTo>
                      <a:pt x="2142883" y="127000"/>
                    </a:lnTo>
                    <a:close/>
                  </a:path>
                  <a:path w="2172970" h="1447800">
                    <a:moveTo>
                      <a:pt x="21463" y="177800"/>
                    </a:moveTo>
                    <a:lnTo>
                      <a:pt x="9271" y="177800"/>
                    </a:lnTo>
                    <a:lnTo>
                      <a:pt x="11010" y="165100"/>
                    </a:lnTo>
                    <a:lnTo>
                      <a:pt x="14871" y="152400"/>
                    </a:lnTo>
                    <a:lnTo>
                      <a:pt x="19278" y="139700"/>
                    </a:lnTo>
                    <a:lnTo>
                      <a:pt x="24218" y="127000"/>
                    </a:lnTo>
                    <a:lnTo>
                      <a:pt x="40894" y="127000"/>
                    </a:lnTo>
                    <a:lnTo>
                      <a:pt x="35585" y="139700"/>
                    </a:lnTo>
                    <a:lnTo>
                      <a:pt x="35725" y="139700"/>
                    </a:lnTo>
                    <a:lnTo>
                      <a:pt x="30924" y="152400"/>
                    </a:lnTo>
                    <a:lnTo>
                      <a:pt x="26746" y="165100"/>
                    </a:lnTo>
                    <a:lnTo>
                      <a:pt x="23152" y="165100"/>
                    </a:lnTo>
                    <a:lnTo>
                      <a:pt x="21463" y="177800"/>
                    </a:lnTo>
                    <a:close/>
                  </a:path>
                  <a:path w="2172970" h="1447800">
                    <a:moveTo>
                      <a:pt x="2163279" y="177800"/>
                    </a:moveTo>
                    <a:lnTo>
                      <a:pt x="2151075" y="177800"/>
                    </a:lnTo>
                    <a:lnTo>
                      <a:pt x="2149398" y="165100"/>
                    </a:lnTo>
                    <a:lnTo>
                      <a:pt x="2145804" y="165100"/>
                    </a:lnTo>
                    <a:lnTo>
                      <a:pt x="2141499" y="152400"/>
                    </a:lnTo>
                    <a:lnTo>
                      <a:pt x="2136813" y="139700"/>
                    </a:lnTo>
                    <a:lnTo>
                      <a:pt x="2136952" y="139700"/>
                    </a:lnTo>
                    <a:lnTo>
                      <a:pt x="2131656" y="127000"/>
                    </a:lnTo>
                    <a:lnTo>
                      <a:pt x="2148332" y="127000"/>
                    </a:lnTo>
                    <a:lnTo>
                      <a:pt x="2153259" y="139700"/>
                    </a:lnTo>
                    <a:lnTo>
                      <a:pt x="2157679" y="152400"/>
                    </a:lnTo>
                    <a:lnTo>
                      <a:pt x="2161540" y="165100"/>
                    </a:lnTo>
                    <a:lnTo>
                      <a:pt x="2163279" y="177800"/>
                    </a:lnTo>
                    <a:close/>
                  </a:path>
                  <a:path w="2172970" h="1447800">
                    <a:moveTo>
                      <a:pt x="18592" y="190500"/>
                    </a:moveTo>
                    <a:lnTo>
                      <a:pt x="6235" y="190500"/>
                    </a:lnTo>
                    <a:lnTo>
                      <a:pt x="7683" y="177800"/>
                    </a:lnTo>
                    <a:lnTo>
                      <a:pt x="20002" y="177800"/>
                    </a:lnTo>
                    <a:lnTo>
                      <a:pt x="18592" y="190500"/>
                    </a:lnTo>
                    <a:close/>
                  </a:path>
                  <a:path w="2172970" h="1447800">
                    <a:moveTo>
                      <a:pt x="2166315" y="190500"/>
                    </a:moveTo>
                    <a:lnTo>
                      <a:pt x="2153958" y="190500"/>
                    </a:lnTo>
                    <a:lnTo>
                      <a:pt x="2152548" y="177800"/>
                    </a:lnTo>
                    <a:lnTo>
                      <a:pt x="2164867" y="177800"/>
                    </a:lnTo>
                    <a:lnTo>
                      <a:pt x="2166315" y="190500"/>
                    </a:lnTo>
                    <a:close/>
                  </a:path>
                  <a:path w="2172970" h="1447800">
                    <a:moveTo>
                      <a:pt x="16256" y="203200"/>
                    </a:moveTo>
                    <a:lnTo>
                      <a:pt x="2755" y="203200"/>
                    </a:lnTo>
                    <a:lnTo>
                      <a:pt x="3771" y="190500"/>
                    </a:lnTo>
                    <a:lnTo>
                      <a:pt x="17386" y="190500"/>
                    </a:lnTo>
                    <a:lnTo>
                      <a:pt x="16256" y="203200"/>
                    </a:lnTo>
                    <a:close/>
                  </a:path>
                  <a:path w="2172970" h="1447800">
                    <a:moveTo>
                      <a:pt x="2169782" y="203200"/>
                    </a:moveTo>
                    <a:lnTo>
                      <a:pt x="2156282" y="203200"/>
                    </a:lnTo>
                    <a:lnTo>
                      <a:pt x="2155164" y="190500"/>
                    </a:lnTo>
                    <a:lnTo>
                      <a:pt x="2168779" y="190500"/>
                    </a:lnTo>
                    <a:lnTo>
                      <a:pt x="2169782" y="203200"/>
                    </a:lnTo>
                    <a:close/>
                  </a:path>
                  <a:path w="2172970" h="1447800">
                    <a:moveTo>
                      <a:pt x="14490" y="215900"/>
                    </a:moveTo>
                    <a:lnTo>
                      <a:pt x="1193" y="215900"/>
                    </a:lnTo>
                    <a:lnTo>
                      <a:pt x="1905" y="203200"/>
                    </a:lnTo>
                    <a:lnTo>
                      <a:pt x="15328" y="203200"/>
                    </a:lnTo>
                    <a:lnTo>
                      <a:pt x="14490" y="215900"/>
                    </a:lnTo>
                    <a:close/>
                  </a:path>
                  <a:path w="2172970" h="1447800">
                    <a:moveTo>
                      <a:pt x="2171357" y="215900"/>
                    </a:moveTo>
                    <a:lnTo>
                      <a:pt x="2158060" y="215900"/>
                    </a:lnTo>
                    <a:lnTo>
                      <a:pt x="2157222" y="203200"/>
                    </a:lnTo>
                    <a:lnTo>
                      <a:pt x="2170645" y="203200"/>
                    </a:lnTo>
                    <a:lnTo>
                      <a:pt x="2171357" y="215900"/>
                    </a:lnTo>
                    <a:close/>
                  </a:path>
                  <a:path w="2172970" h="1447800">
                    <a:moveTo>
                      <a:pt x="12915" y="228600"/>
                    </a:moveTo>
                    <a:lnTo>
                      <a:pt x="241" y="228600"/>
                    </a:lnTo>
                    <a:lnTo>
                      <a:pt x="635" y="215900"/>
                    </a:lnTo>
                    <a:lnTo>
                      <a:pt x="13309" y="215900"/>
                    </a:lnTo>
                    <a:lnTo>
                      <a:pt x="12915" y="228600"/>
                    </a:lnTo>
                    <a:close/>
                  </a:path>
                  <a:path w="2172970" h="1447800">
                    <a:moveTo>
                      <a:pt x="2172296" y="228600"/>
                    </a:moveTo>
                    <a:lnTo>
                      <a:pt x="2159622" y="228600"/>
                    </a:lnTo>
                    <a:lnTo>
                      <a:pt x="2159228" y="215900"/>
                    </a:lnTo>
                    <a:lnTo>
                      <a:pt x="2171903" y="215900"/>
                    </a:lnTo>
                    <a:lnTo>
                      <a:pt x="2172296" y="228600"/>
                    </a:lnTo>
                    <a:close/>
                  </a:path>
                  <a:path w="2172970" h="1447800">
                    <a:moveTo>
                      <a:pt x="12700" y="1206500"/>
                    </a:moveTo>
                    <a:lnTo>
                      <a:pt x="0" y="1206500"/>
                    </a:lnTo>
                    <a:lnTo>
                      <a:pt x="0" y="228600"/>
                    </a:lnTo>
                    <a:lnTo>
                      <a:pt x="12700" y="228600"/>
                    </a:lnTo>
                    <a:lnTo>
                      <a:pt x="12700" y="1206500"/>
                    </a:lnTo>
                    <a:close/>
                  </a:path>
                  <a:path w="2172970" h="1447800">
                    <a:moveTo>
                      <a:pt x="2172538" y="1206500"/>
                    </a:moveTo>
                    <a:lnTo>
                      <a:pt x="2159838" y="1206500"/>
                    </a:lnTo>
                    <a:lnTo>
                      <a:pt x="2159838" y="228600"/>
                    </a:lnTo>
                    <a:lnTo>
                      <a:pt x="2172538" y="228600"/>
                    </a:lnTo>
                    <a:lnTo>
                      <a:pt x="2172538" y="1206500"/>
                    </a:lnTo>
                    <a:close/>
                  </a:path>
                  <a:path w="2172970" h="1447800">
                    <a:moveTo>
                      <a:pt x="13309" y="1219200"/>
                    </a:moveTo>
                    <a:lnTo>
                      <a:pt x="635" y="1219200"/>
                    </a:lnTo>
                    <a:lnTo>
                      <a:pt x="241" y="1206500"/>
                    </a:lnTo>
                    <a:lnTo>
                      <a:pt x="12915" y="1206500"/>
                    </a:lnTo>
                    <a:lnTo>
                      <a:pt x="13309" y="1219200"/>
                    </a:lnTo>
                    <a:close/>
                  </a:path>
                  <a:path w="2172970" h="1447800">
                    <a:moveTo>
                      <a:pt x="2171903" y="1219200"/>
                    </a:moveTo>
                    <a:lnTo>
                      <a:pt x="2159228" y="1219200"/>
                    </a:lnTo>
                    <a:lnTo>
                      <a:pt x="2159622" y="1206500"/>
                    </a:lnTo>
                    <a:lnTo>
                      <a:pt x="2172296" y="1206500"/>
                    </a:lnTo>
                    <a:lnTo>
                      <a:pt x="2171903" y="1219200"/>
                    </a:lnTo>
                    <a:close/>
                  </a:path>
                  <a:path w="2172970" h="1447800">
                    <a:moveTo>
                      <a:pt x="14516" y="1231900"/>
                    </a:moveTo>
                    <a:lnTo>
                      <a:pt x="1905" y="1231900"/>
                    </a:lnTo>
                    <a:lnTo>
                      <a:pt x="1193" y="1219200"/>
                    </a:lnTo>
                    <a:lnTo>
                      <a:pt x="13817" y="1219200"/>
                    </a:lnTo>
                    <a:lnTo>
                      <a:pt x="14516" y="1231900"/>
                    </a:lnTo>
                    <a:close/>
                  </a:path>
                  <a:path w="2172970" h="1447800">
                    <a:moveTo>
                      <a:pt x="2170645" y="1231900"/>
                    </a:moveTo>
                    <a:lnTo>
                      <a:pt x="2158034" y="1231900"/>
                    </a:lnTo>
                    <a:lnTo>
                      <a:pt x="2158720" y="1219200"/>
                    </a:lnTo>
                    <a:lnTo>
                      <a:pt x="2171357" y="1219200"/>
                    </a:lnTo>
                    <a:lnTo>
                      <a:pt x="2170645" y="1231900"/>
                    </a:lnTo>
                    <a:close/>
                  </a:path>
                  <a:path w="2172970" h="1447800">
                    <a:moveTo>
                      <a:pt x="16281" y="1244600"/>
                    </a:moveTo>
                    <a:lnTo>
                      <a:pt x="3771" y="1244600"/>
                    </a:lnTo>
                    <a:lnTo>
                      <a:pt x="2755" y="1231900"/>
                    </a:lnTo>
                    <a:lnTo>
                      <a:pt x="15303" y="1231900"/>
                    </a:lnTo>
                    <a:lnTo>
                      <a:pt x="16281" y="1244600"/>
                    </a:lnTo>
                    <a:close/>
                  </a:path>
                  <a:path w="2172970" h="1447800">
                    <a:moveTo>
                      <a:pt x="2168779" y="1244600"/>
                    </a:moveTo>
                    <a:lnTo>
                      <a:pt x="2156256" y="1244600"/>
                    </a:lnTo>
                    <a:lnTo>
                      <a:pt x="2157247" y="1231900"/>
                    </a:lnTo>
                    <a:lnTo>
                      <a:pt x="2169782" y="1231900"/>
                    </a:lnTo>
                    <a:lnTo>
                      <a:pt x="2168779" y="1244600"/>
                    </a:lnTo>
                    <a:close/>
                  </a:path>
                  <a:path w="2172970" h="1447800">
                    <a:moveTo>
                      <a:pt x="18618" y="1257300"/>
                    </a:moveTo>
                    <a:lnTo>
                      <a:pt x="6235" y="1257300"/>
                    </a:lnTo>
                    <a:lnTo>
                      <a:pt x="4927" y="1244600"/>
                    </a:lnTo>
                    <a:lnTo>
                      <a:pt x="17348" y="1244600"/>
                    </a:lnTo>
                    <a:lnTo>
                      <a:pt x="18618" y="1257300"/>
                    </a:lnTo>
                    <a:close/>
                  </a:path>
                  <a:path w="2172970" h="1447800">
                    <a:moveTo>
                      <a:pt x="2166315" y="1257300"/>
                    </a:moveTo>
                    <a:lnTo>
                      <a:pt x="2153920" y="1257300"/>
                    </a:lnTo>
                    <a:lnTo>
                      <a:pt x="2155190" y="1244600"/>
                    </a:lnTo>
                    <a:lnTo>
                      <a:pt x="2167623" y="1244600"/>
                    </a:lnTo>
                    <a:lnTo>
                      <a:pt x="2166315" y="1257300"/>
                    </a:lnTo>
                    <a:close/>
                  </a:path>
                  <a:path w="2172970" h="1447800">
                    <a:moveTo>
                      <a:pt x="21501" y="1270000"/>
                    </a:moveTo>
                    <a:lnTo>
                      <a:pt x="9271" y="1270000"/>
                    </a:lnTo>
                    <a:lnTo>
                      <a:pt x="7683" y="1257300"/>
                    </a:lnTo>
                    <a:lnTo>
                      <a:pt x="19951" y="1257300"/>
                    </a:lnTo>
                    <a:lnTo>
                      <a:pt x="21501" y="1270000"/>
                    </a:lnTo>
                    <a:close/>
                  </a:path>
                  <a:path w="2172970" h="1447800">
                    <a:moveTo>
                      <a:pt x="2163279" y="1270000"/>
                    </a:moveTo>
                    <a:lnTo>
                      <a:pt x="2151037" y="1270000"/>
                    </a:lnTo>
                    <a:lnTo>
                      <a:pt x="2152586" y="1257300"/>
                    </a:lnTo>
                    <a:lnTo>
                      <a:pt x="2164867" y="1257300"/>
                    </a:lnTo>
                    <a:lnTo>
                      <a:pt x="2163279" y="1270000"/>
                    </a:lnTo>
                    <a:close/>
                  </a:path>
                  <a:path w="2172970" h="1447800">
                    <a:moveTo>
                      <a:pt x="52603" y="1333500"/>
                    </a:moveTo>
                    <a:lnTo>
                      <a:pt x="35585" y="1333500"/>
                    </a:lnTo>
                    <a:lnTo>
                      <a:pt x="29654" y="1320800"/>
                    </a:lnTo>
                    <a:lnTo>
                      <a:pt x="24218" y="1308100"/>
                    </a:lnTo>
                    <a:lnTo>
                      <a:pt x="19278" y="1295400"/>
                    </a:lnTo>
                    <a:lnTo>
                      <a:pt x="14871" y="1282700"/>
                    </a:lnTo>
                    <a:lnTo>
                      <a:pt x="11010" y="1270000"/>
                    </a:lnTo>
                    <a:lnTo>
                      <a:pt x="23075" y="1270000"/>
                    </a:lnTo>
                    <a:lnTo>
                      <a:pt x="26847" y="1282700"/>
                    </a:lnTo>
                    <a:lnTo>
                      <a:pt x="31038" y="1295400"/>
                    </a:lnTo>
                    <a:lnTo>
                      <a:pt x="35585" y="1295400"/>
                    </a:lnTo>
                    <a:lnTo>
                      <a:pt x="40894" y="1308100"/>
                    </a:lnTo>
                    <a:lnTo>
                      <a:pt x="40741" y="1308100"/>
                    </a:lnTo>
                    <a:lnTo>
                      <a:pt x="46520" y="1320800"/>
                    </a:lnTo>
                    <a:lnTo>
                      <a:pt x="46367" y="1320800"/>
                    </a:lnTo>
                    <a:lnTo>
                      <a:pt x="52603" y="1333500"/>
                    </a:lnTo>
                    <a:close/>
                  </a:path>
                  <a:path w="2172970" h="1447800">
                    <a:moveTo>
                      <a:pt x="2136952" y="1333500"/>
                    </a:moveTo>
                    <a:lnTo>
                      <a:pt x="2119934" y="1333500"/>
                    </a:lnTo>
                    <a:lnTo>
                      <a:pt x="2126183" y="1320800"/>
                    </a:lnTo>
                    <a:lnTo>
                      <a:pt x="2126018" y="1320800"/>
                    </a:lnTo>
                    <a:lnTo>
                      <a:pt x="2131796" y="1308100"/>
                    </a:lnTo>
                    <a:lnTo>
                      <a:pt x="2131656" y="1308100"/>
                    </a:lnTo>
                    <a:lnTo>
                      <a:pt x="2136952" y="1295400"/>
                    </a:lnTo>
                    <a:lnTo>
                      <a:pt x="2141499" y="1295400"/>
                    </a:lnTo>
                    <a:lnTo>
                      <a:pt x="2145804" y="1282700"/>
                    </a:lnTo>
                    <a:lnTo>
                      <a:pt x="2149462" y="1270000"/>
                    </a:lnTo>
                    <a:lnTo>
                      <a:pt x="2161540" y="1270000"/>
                    </a:lnTo>
                    <a:lnTo>
                      <a:pt x="2157679" y="1282700"/>
                    </a:lnTo>
                    <a:lnTo>
                      <a:pt x="2153259" y="1295400"/>
                    </a:lnTo>
                    <a:lnTo>
                      <a:pt x="2148332" y="1308100"/>
                    </a:lnTo>
                    <a:lnTo>
                      <a:pt x="2142883" y="1320800"/>
                    </a:lnTo>
                    <a:lnTo>
                      <a:pt x="2136952" y="1333500"/>
                    </a:lnTo>
                    <a:close/>
                  </a:path>
                  <a:path w="2172970" h="1447800">
                    <a:moveTo>
                      <a:pt x="81165" y="1371600"/>
                    </a:moveTo>
                    <a:lnTo>
                      <a:pt x="63919" y="1371600"/>
                    </a:lnTo>
                    <a:lnTo>
                      <a:pt x="56184" y="1358900"/>
                    </a:lnTo>
                    <a:lnTo>
                      <a:pt x="48869" y="1346200"/>
                    </a:lnTo>
                    <a:lnTo>
                      <a:pt x="41998" y="1333500"/>
                    </a:lnTo>
                    <a:lnTo>
                      <a:pt x="52438" y="1333500"/>
                    </a:lnTo>
                    <a:lnTo>
                      <a:pt x="59131" y="1346200"/>
                    </a:lnTo>
                    <a:lnTo>
                      <a:pt x="65874" y="1346200"/>
                    </a:lnTo>
                    <a:lnTo>
                      <a:pt x="73418" y="1358900"/>
                    </a:lnTo>
                    <a:lnTo>
                      <a:pt x="73215" y="1358900"/>
                    </a:lnTo>
                    <a:lnTo>
                      <a:pt x="81165" y="1371600"/>
                    </a:lnTo>
                    <a:close/>
                  </a:path>
                  <a:path w="2172970" h="1447800">
                    <a:moveTo>
                      <a:pt x="66065" y="1346200"/>
                    </a:moveTo>
                    <a:lnTo>
                      <a:pt x="59131" y="1346200"/>
                    </a:lnTo>
                    <a:lnTo>
                      <a:pt x="58940" y="1333500"/>
                    </a:lnTo>
                    <a:lnTo>
                      <a:pt x="66065" y="1346200"/>
                    </a:lnTo>
                    <a:close/>
                  </a:path>
                  <a:path w="2172970" h="1447800">
                    <a:moveTo>
                      <a:pt x="2113419" y="1346200"/>
                    </a:moveTo>
                    <a:lnTo>
                      <a:pt x="2106472" y="1346200"/>
                    </a:lnTo>
                    <a:lnTo>
                      <a:pt x="2113597" y="1333500"/>
                    </a:lnTo>
                    <a:lnTo>
                      <a:pt x="2113419" y="1346200"/>
                    </a:lnTo>
                    <a:close/>
                  </a:path>
                  <a:path w="2172970" h="1447800">
                    <a:moveTo>
                      <a:pt x="2108619" y="1371600"/>
                    </a:moveTo>
                    <a:lnTo>
                      <a:pt x="2091385" y="1371600"/>
                    </a:lnTo>
                    <a:lnTo>
                      <a:pt x="2099322" y="1358900"/>
                    </a:lnTo>
                    <a:lnTo>
                      <a:pt x="2099119" y="1358900"/>
                    </a:lnTo>
                    <a:lnTo>
                      <a:pt x="2106663" y="1346200"/>
                    </a:lnTo>
                    <a:lnTo>
                      <a:pt x="2113419" y="1346200"/>
                    </a:lnTo>
                    <a:lnTo>
                      <a:pt x="2120112" y="1333500"/>
                    </a:lnTo>
                    <a:lnTo>
                      <a:pt x="2130552" y="1333500"/>
                    </a:lnTo>
                    <a:lnTo>
                      <a:pt x="2123681" y="1346200"/>
                    </a:lnTo>
                    <a:lnTo>
                      <a:pt x="2116366" y="1358900"/>
                    </a:lnTo>
                    <a:lnTo>
                      <a:pt x="2108619" y="1371600"/>
                    </a:lnTo>
                    <a:close/>
                  </a:path>
                  <a:path w="2172970" h="1447800">
                    <a:moveTo>
                      <a:pt x="89281" y="1371600"/>
                    </a:moveTo>
                    <a:lnTo>
                      <a:pt x="81165" y="1371600"/>
                    </a:lnTo>
                    <a:lnTo>
                      <a:pt x="80949" y="1358900"/>
                    </a:lnTo>
                    <a:lnTo>
                      <a:pt x="89281" y="1371600"/>
                    </a:lnTo>
                    <a:close/>
                  </a:path>
                  <a:path w="2172970" h="1447800">
                    <a:moveTo>
                      <a:pt x="2091385" y="1371600"/>
                    </a:moveTo>
                    <a:lnTo>
                      <a:pt x="2083257" y="1371600"/>
                    </a:lnTo>
                    <a:lnTo>
                      <a:pt x="2091588" y="1358900"/>
                    </a:lnTo>
                    <a:lnTo>
                      <a:pt x="2091385" y="1371600"/>
                    </a:lnTo>
                    <a:close/>
                  </a:path>
                  <a:path w="2172970" h="1447800">
                    <a:moveTo>
                      <a:pt x="97764" y="1384300"/>
                    </a:moveTo>
                    <a:lnTo>
                      <a:pt x="80632" y="1384300"/>
                    </a:lnTo>
                    <a:lnTo>
                      <a:pt x="72072" y="1371600"/>
                    </a:lnTo>
                    <a:lnTo>
                      <a:pt x="89065" y="1371600"/>
                    </a:lnTo>
                    <a:lnTo>
                      <a:pt x="97764" y="1384300"/>
                    </a:lnTo>
                    <a:close/>
                  </a:path>
                  <a:path w="2172970" h="1447800">
                    <a:moveTo>
                      <a:pt x="2091918" y="1384300"/>
                    </a:moveTo>
                    <a:lnTo>
                      <a:pt x="2074773" y="1384300"/>
                    </a:lnTo>
                    <a:lnTo>
                      <a:pt x="2083485" y="1371600"/>
                    </a:lnTo>
                    <a:lnTo>
                      <a:pt x="2100465" y="1371600"/>
                    </a:lnTo>
                    <a:lnTo>
                      <a:pt x="2091918" y="1384300"/>
                    </a:lnTo>
                    <a:close/>
                  </a:path>
                  <a:path w="2172970" h="1447800">
                    <a:moveTo>
                      <a:pt x="135039" y="1409700"/>
                    </a:moveTo>
                    <a:lnTo>
                      <a:pt x="108534" y="1409700"/>
                    </a:lnTo>
                    <a:lnTo>
                      <a:pt x="98869" y="1397000"/>
                    </a:lnTo>
                    <a:lnTo>
                      <a:pt x="89573" y="1384300"/>
                    </a:lnTo>
                    <a:lnTo>
                      <a:pt x="106362" y="1384300"/>
                    </a:lnTo>
                    <a:lnTo>
                      <a:pt x="115773" y="1397000"/>
                    </a:lnTo>
                    <a:lnTo>
                      <a:pt x="124993" y="1397000"/>
                    </a:lnTo>
                    <a:lnTo>
                      <a:pt x="135039" y="1409700"/>
                    </a:lnTo>
                    <a:close/>
                  </a:path>
                  <a:path w="2172970" h="1447800">
                    <a:moveTo>
                      <a:pt x="2064016" y="1409700"/>
                    </a:moveTo>
                    <a:lnTo>
                      <a:pt x="2037499" y="1409700"/>
                    </a:lnTo>
                    <a:lnTo>
                      <a:pt x="2047557" y="1397000"/>
                    </a:lnTo>
                    <a:lnTo>
                      <a:pt x="2056777" y="1397000"/>
                    </a:lnTo>
                    <a:lnTo>
                      <a:pt x="2066188" y="1384300"/>
                    </a:lnTo>
                    <a:lnTo>
                      <a:pt x="2082977" y="1384300"/>
                    </a:lnTo>
                    <a:lnTo>
                      <a:pt x="2073668" y="1397000"/>
                    </a:lnTo>
                    <a:lnTo>
                      <a:pt x="2064016" y="1409700"/>
                    </a:lnTo>
                    <a:close/>
                  </a:path>
                  <a:path w="2172970" h="1447800">
                    <a:moveTo>
                      <a:pt x="166090" y="1422400"/>
                    </a:moveTo>
                    <a:lnTo>
                      <a:pt x="128841" y="1422400"/>
                    </a:lnTo>
                    <a:lnTo>
                      <a:pt x="118529" y="1409700"/>
                    </a:lnTo>
                    <a:lnTo>
                      <a:pt x="155181" y="1409700"/>
                    </a:lnTo>
                    <a:lnTo>
                      <a:pt x="166090" y="1422400"/>
                    </a:lnTo>
                    <a:close/>
                  </a:path>
                  <a:path w="2172970" h="1447800">
                    <a:moveTo>
                      <a:pt x="2043696" y="1422400"/>
                    </a:moveTo>
                    <a:lnTo>
                      <a:pt x="2006460" y="1422400"/>
                    </a:lnTo>
                    <a:lnTo>
                      <a:pt x="2017356" y="1409700"/>
                    </a:lnTo>
                    <a:lnTo>
                      <a:pt x="2054021" y="1409700"/>
                    </a:lnTo>
                    <a:lnTo>
                      <a:pt x="2043696" y="1422400"/>
                    </a:lnTo>
                    <a:close/>
                  </a:path>
                  <a:path w="2172970" h="1447800">
                    <a:moveTo>
                      <a:pt x="199263" y="1435100"/>
                    </a:moveTo>
                    <a:lnTo>
                      <a:pt x="161569" y="1435100"/>
                    </a:lnTo>
                    <a:lnTo>
                      <a:pt x="150380" y="1422400"/>
                    </a:lnTo>
                    <a:lnTo>
                      <a:pt x="193421" y="1422400"/>
                    </a:lnTo>
                    <a:lnTo>
                      <a:pt x="199263" y="1435100"/>
                    </a:lnTo>
                    <a:close/>
                  </a:path>
                  <a:path w="2172970" h="1447800">
                    <a:moveTo>
                      <a:pt x="2010968" y="1435100"/>
                    </a:moveTo>
                    <a:lnTo>
                      <a:pt x="1973287" y="1435100"/>
                    </a:lnTo>
                    <a:lnTo>
                      <a:pt x="1979117" y="1422400"/>
                    </a:lnTo>
                    <a:lnTo>
                      <a:pt x="2022157" y="1422400"/>
                    </a:lnTo>
                    <a:lnTo>
                      <a:pt x="2010968" y="1435100"/>
                    </a:lnTo>
                    <a:close/>
                  </a:path>
                  <a:path w="2172970" h="1447800">
                    <a:moveTo>
                      <a:pt x="1969871" y="1447800"/>
                    </a:moveTo>
                    <a:lnTo>
                      <a:pt x="202679" y="1447800"/>
                    </a:lnTo>
                    <a:lnTo>
                      <a:pt x="196634" y="1435100"/>
                    </a:lnTo>
                    <a:lnTo>
                      <a:pt x="1975904" y="1435100"/>
                    </a:lnTo>
                    <a:lnTo>
                      <a:pt x="1969871" y="1447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</p:grpSp>
        <p:sp>
          <p:nvSpPr>
            <p:cNvPr id="21" name="object 21"/>
            <p:cNvSpPr txBox="1"/>
            <p:nvPr/>
          </p:nvSpPr>
          <p:spPr>
            <a:xfrm>
              <a:off x="7730836" y="4904639"/>
              <a:ext cx="2102966" cy="87395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960119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latin typeface="+mn-lt"/>
                  <a:cs typeface="Times New Roman"/>
                </a:rPr>
                <a:t>Sentiment</a:t>
              </a:r>
              <a:r>
                <a:rPr lang="en-US" sz="1600" b="1" dirty="0">
                  <a:latin typeface="+mn-lt"/>
                  <a:cs typeface="Times New Roman"/>
                </a:rPr>
                <a:t> </a:t>
              </a:r>
              <a:r>
                <a:rPr sz="1600" b="1" dirty="0">
                  <a:latin typeface="+mn-lt"/>
                  <a:cs typeface="Times New Roman"/>
                </a:rPr>
                <a:t>analysis</a:t>
              </a:r>
              <a:endParaRPr sz="1600" dirty="0">
                <a:latin typeface="+mn-lt"/>
                <a:cs typeface="Times New Roman"/>
              </a:endParaRPr>
            </a:p>
            <a:p>
              <a:pPr marL="12700" marR="5080">
                <a:lnSpc>
                  <a:spcPct val="100000"/>
                </a:lnSpc>
                <a:spcBef>
                  <a:spcPts val="25"/>
                </a:spcBef>
              </a:pPr>
              <a:r>
                <a:rPr sz="1200" dirty="0">
                  <a:latin typeface="+mn-lt"/>
                  <a:cs typeface="Times New Roman"/>
                </a:rPr>
                <a:t>k NN- Prompt (Shi</a:t>
              </a:r>
              <a:r>
                <a:rPr lang="en-US" sz="1200" dirty="0">
                  <a:latin typeface="+mn-lt"/>
                  <a:cs typeface="Times New Roman"/>
                </a:rPr>
                <a:t> </a:t>
              </a:r>
              <a:r>
                <a:rPr sz="1200" dirty="0">
                  <a:latin typeface="+mn-lt"/>
                  <a:cs typeface="Times New Roman"/>
                </a:rPr>
                <a:t>et al., 2022)NPM (Min et al., 2023)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1000C72-E22C-4123-BFCA-6A260A59568B}"/>
              </a:ext>
            </a:extLst>
          </p:cNvPr>
          <p:cNvGrpSpPr/>
          <p:nvPr/>
        </p:nvGrpSpPr>
        <p:grpSpPr>
          <a:xfrm>
            <a:off x="7667309" y="3186406"/>
            <a:ext cx="2172970" cy="1447800"/>
            <a:chOff x="7667309" y="3186406"/>
            <a:chExt cx="2172970" cy="1447800"/>
          </a:xfrm>
        </p:grpSpPr>
        <p:grpSp>
          <p:nvGrpSpPr>
            <p:cNvPr id="22" name="object 22"/>
            <p:cNvGrpSpPr/>
            <p:nvPr/>
          </p:nvGrpSpPr>
          <p:grpSpPr>
            <a:xfrm>
              <a:off x="7667309" y="3186406"/>
              <a:ext cx="2172970" cy="1447800"/>
              <a:chOff x="6822185" y="2971660"/>
              <a:chExt cx="2172970" cy="1447800"/>
            </a:xfrm>
          </p:grpSpPr>
          <p:sp>
            <p:nvSpPr>
              <p:cNvPr id="23" name="object 23"/>
              <p:cNvSpPr/>
              <p:nvPr/>
            </p:nvSpPr>
            <p:spPr>
              <a:xfrm>
                <a:off x="6829043" y="2977895"/>
                <a:ext cx="2159635" cy="1440180"/>
              </a:xfrm>
              <a:custGeom>
                <a:avLst/>
                <a:gdLst/>
                <a:ahLst/>
                <a:cxnLst/>
                <a:rect l="l" t="t" r="r" b="b"/>
                <a:pathLst>
                  <a:path w="2159634" h="1440179">
                    <a:moveTo>
                      <a:pt x="1918715" y="1440179"/>
                    </a:moveTo>
                    <a:lnTo>
                      <a:pt x="239267" y="1440179"/>
                    </a:lnTo>
                    <a:lnTo>
                      <a:pt x="190950" y="1435281"/>
                    </a:lnTo>
                    <a:lnTo>
                      <a:pt x="145945" y="1421271"/>
                    </a:lnTo>
                    <a:lnTo>
                      <a:pt x="105225" y="1399104"/>
                    </a:lnTo>
                    <a:lnTo>
                      <a:pt x="69765" y="1369737"/>
                    </a:lnTo>
                    <a:lnTo>
                      <a:pt x="40539" y="1334126"/>
                    </a:lnTo>
                    <a:lnTo>
                      <a:pt x="18520" y="1293227"/>
                    </a:lnTo>
                    <a:lnTo>
                      <a:pt x="4682" y="1247996"/>
                    </a:lnTo>
                    <a:lnTo>
                      <a:pt x="0" y="1199388"/>
                    </a:lnTo>
                    <a:lnTo>
                      <a:pt x="0" y="240791"/>
                    </a:lnTo>
                    <a:lnTo>
                      <a:pt x="4682" y="192200"/>
                    </a:lnTo>
                    <a:lnTo>
                      <a:pt x="18520" y="146980"/>
                    </a:lnTo>
                    <a:lnTo>
                      <a:pt x="40539" y="106088"/>
                    </a:lnTo>
                    <a:lnTo>
                      <a:pt x="69765" y="70480"/>
                    </a:lnTo>
                    <a:lnTo>
                      <a:pt x="105225" y="41111"/>
                    </a:lnTo>
                    <a:lnTo>
                      <a:pt x="145945" y="18937"/>
                    </a:lnTo>
                    <a:lnTo>
                      <a:pt x="190950" y="4915"/>
                    </a:lnTo>
                    <a:lnTo>
                      <a:pt x="239267" y="0"/>
                    </a:lnTo>
                    <a:lnTo>
                      <a:pt x="1918715" y="0"/>
                    </a:lnTo>
                    <a:lnTo>
                      <a:pt x="1967315" y="4915"/>
                    </a:lnTo>
                    <a:lnTo>
                      <a:pt x="2012541" y="18937"/>
                    </a:lnTo>
                    <a:lnTo>
                      <a:pt x="2053437" y="41111"/>
                    </a:lnTo>
                    <a:lnTo>
                      <a:pt x="2089046" y="70480"/>
                    </a:lnTo>
                    <a:lnTo>
                      <a:pt x="2118414" y="106088"/>
                    </a:lnTo>
                    <a:lnTo>
                      <a:pt x="2140584" y="146980"/>
                    </a:lnTo>
                    <a:lnTo>
                      <a:pt x="2154601" y="192200"/>
                    </a:lnTo>
                    <a:lnTo>
                      <a:pt x="2159507" y="240791"/>
                    </a:lnTo>
                    <a:lnTo>
                      <a:pt x="2159507" y="1199388"/>
                    </a:lnTo>
                    <a:lnTo>
                      <a:pt x="2154601" y="1247996"/>
                    </a:lnTo>
                    <a:lnTo>
                      <a:pt x="2140584" y="1293227"/>
                    </a:lnTo>
                    <a:lnTo>
                      <a:pt x="2118414" y="1334126"/>
                    </a:lnTo>
                    <a:lnTo>
                      <a:pt x="2089046" y="1369737"/>
                    </a:lnTo>
                    <a:lnTo>
                      <a:pt x="2053437" y="1399104"/>
                    </a:lnTo>
                    <a:lnTo>
                      <a:pt x="2012541" y="1421271"/>
                    </a:lnTo>
                    <a:lnTo>
                      <a:pt x="1967315" y="1435281"/>
                    </a:lnTo>
                    <a:lnTo>
                      <a:pt x="1918715" y="1440179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6822185" y="2971660"/>
                <a:ext cx="217297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2172970" h="1447800">
                    <a:moveTo>
                      <a:pt x="2010968" y="12699"/>
                    </a:moveTo>
                    <a:lnTo>
                      <a:pt x="161569" y="12699"/>
                    </a:lnTo>
                    <a:lnTo>
                      <a:pt x="172986" y="0"/>
                    </a:lnTo>
                    <a:lnTo>
                      <a:pt x="1999564" y="0"/>
                    </a:lnTo>
                    <a:lnTo>
                      <a:pt x="2010968" y="12699"/>
                    </a:lnTo>
                    <a:close/>
                  </a:path>
                  <a:path w="2172970" h="1447800">
                    <a:moveTo>
                      <a:pt x="165785" y="25399"/>
                    </a:moveTo>
                    <a:lnTo>
                      <a:pt x="128841" y="25399"/>
                    </a:lnTo>
                    <a:lnTo>
                      <a:pt x="139471" y="12699"/>
                    </a:lnTo>
                    <a:lnTo>
                      <a:pt x="176936" y="12699"/>
                    </a:lnTo>
                    <a:lnTo>
                      <a:pt x="165785" y="25399"/>
                    </a:lnTo>
                    <a:close/>
                  </a:path>
                  <a:path w="2172970" h="1447800">
                    <a:moveTo>
                      <a:pt x="2043696" y="25399"/>
                    </a:moveTo>
                    <a:lnTo>
                      <a:pt x="2006752" y="25399"/>
                    </a:lnTo>
                    <a:lnTo>
                      <a:pt x="1995601" y="12699"/>
                    </a:lnTo>
                    <a:lnTo>
                      <a:pt x="2033079" y="12699"/>
                    </a:lnTo>
                    <a:lnTo>
                      <a:pt x="2043696" y="25399"/>
                    </a:lnTo>
                    <a:close/>
                  </a:path>
                  <a:path w="2172970" h="1447800">
                    <a:moveTo>
                      <a:pt x="134772" y="38099"/>
                    </a:moveTo>
                    <a:lnTo>
                      <a:pt x="108534" y="38099"/>
                    </a:lnTo>
                    <a:lnTo>
                      <a:pt x="118529" y="25399"/>
                    </a:lnTo>
                    <a:lnTo>
                      <a:pt x="145122" y="25399"/>
                    </a:lnTo>
                    <a:lnTo>
                      <a:pt x="134772" y="38099"/>
                    </a:lnTo>
                    <a:close/>
                  </a:path>
                  <a:path w="2172970" h="1447800">
                    <a:moveTo>
                      <a:pt x="2064016" y="38099"/>
                    </a:moveTo>
                    <a:lnTo>
                      <a:pt x="2037778" y="38099"/>
                    </a:lnTo>
                    <a:lnTo>
                      <a:pt x="2027428" y="25399"/>
                    </a:lnTo>
                    <a:lnTo>
                      <a:pt x="2054021" y="25399"/>
                    </a:lnTo>
                    <a:lnTo>
                      <a:pt x="2064016" y="38099"/>
                    </a:lnTo>
                    <a:close/>
                  </a:path>
                  <a:path w="2172970" h="1447800">
                    <a:moveTo>
                      <a:pt x="97536" y="63499"/>
                    </a:moveTo>
                    <a:lnTo>
                      <a:pt x="80632" y="63499"/>
                    </a:lnTo>
                    <a:lnTo>
                      <a:pt x="89573" y="50799"/>
                    </a:lnTo>
                    <a:lnTo>
                      <a:pt x="98869" y="38099"/>
                    </a:lnTo>
                    <a:lnTo>
                      <a:pt x="125247" y="38099"/>
                    </a:lnTo>
                    <a:lnTo>
                      <a:pt x="115519" y="50799"/>
                    </a:lnTo>
                    <a:lnTo>
                      <a:pt x="106603" y="50799"/>
                    </a:lnTo>
                    <a:lnTo>
                      <a:pt x="97536" y="63499"/>
                    </a:lnTo>
                    <a:close/>
                  </a:path>
                  <a:path w="2172970" h="1447800">
                    <a:moveTo>
                      <a:pt x="2091918" y="63499"/>
                    </a:moveTo>
                    <a:lnTo>
                      <a:pt x="2075014" y="63499"/>
                    </a:lnTo>
                    <a:lnTo>
                      <a:pt x="2065947" y="50799"/>
                    </a:lnTo>
                    <a:lnTo>
                      <a:pt x="2057031" y="50799"/>
                    </a:lnTo>
                    <a:lnTo>
                      <a:pt x="2047290" y="38099"/>
                    </a:lnTo>
                    <a:lnTo>
                      <a:pt x="2073668" y="38099"/>
                    </a:lnTo>
                    <a:lnTo>
                      <a:pt x="2082977" y="50799"/>
                    </a:lnTo>
                    <a:lnTo>
                      <a:pt x="2091918" y="63499"/>
                    </a:lnTo>
                    <a:close/>
                  </a:path>
                  <a:path w="2172970" h="1447800">
                    <a:moveTo>
                      <a:pt x="73215" y="88899"/>
                    </a:moveTo>
                    <a:lnTo>
                      <a:pt x="56184" y="88899"/>
                    </a:lnTo>
                    <a:lnTo>
                      <a:pt x="63919" y="76199"/>
                    </a:lnTo>
                    <a:lnTo>
                      <a:pt x="72072" y="63499"/>
                    </a:lnTo>
                    <a:lnTo>
                      <a:pt x="89281" y="63499"/>
                    </a:lnTo>
                    <a:lnTo>
                      <a:pt x="80949" y="76199"/>
                    </a:lnTo>
                    <a:lnTo>
                      <a:pt x="81165" y="76199"/>
                    </a:lnTo>
                    <a:lnTo>
                      <a:pt x="73215" y="88899"/>
                    </a:lnTo>
                    <a:close/>
                  </a:path>
                  <a:path w="2172970" h="1447800">
                    <a:moveTo>
                      <a:pt x="2116366" y="88899"/>
                    </a:moveTo>
                    <a:lnTo>
                      <a:pt x="2099322" y="88899"/>
                    </a:lnTo>
                    <a:lnTo>
                      <a:pt x="2091385" y="76199"/>
                    </a:lnTo>
                    <a:lnTo>
                      <a:pt x="2091588" y="76199"/>
                    </a:lnTo>
                    <a:lnTo>
                      <a:pt x="2083257" y="63499"/>
                    </a:lnTo>
                    <a:lnTo>
                      <a:pt x="2100465" y="63499"/>
                    </a:lnTo>
                    <a:lnTo>
                      <a:pt x="2108619" y="76199"/>
                    </a:lnTo>
                    <a:lnTo>
                      <a:pt x="2116366" y="88899"/>
                    </a:lnTo>
                    <a:close/>
                  </a:path>
                  <a:path w="2172970" h="1447800">
                    <a:moveTo>
                      <a:pt x="40741" y="126999"/>
                    </a:moveTo>
                    <a:lnTo>
                      <a:pt x="29654" y="126999"/>
                    </a:lnTo>
                    <a:lnTo>
                      <a:pt x="35585" y="114299"/>
                    </a:lnTo>
                    <a:lnTo>
                      <a:pt x="41998" y="101599"/>
                    </a:lnTo>
                    <a:lnTo>
                      <a:pt x="48869" y="88899"/>
                    </a:lnTo>
                    <a:lnTo>
                      <a:pt x="66065" y="88899"/>
                    </a:lnTo>
                    <a:lnTo>
                      <a:pt x="58940" y="101599"/>
                    </a:lnTo>
                    <a:lnTo>
                      <a:pt x="59131" y="101599"/>
                    </a:lnTo>
                    <a:lnTo>
                      <a:pt x="52438" y="114299"/>
                    </a:lnTo>
                    <a:lnTo>
                      <a:pt x="46520" y="114299"/>
                    </a:lnTo>
                    <a:lnTo>
                      <a:pt x="40741" y="126999"/>
                    </a:lnTo>
                    <a:close/>
                  </a:path>
                  <a:path w="2172970" h="1447800">
                    <a:moveTo>
                      <a:pt x="2142883" y="126999"/>
                    </a:moveTo>
                    <a:lnTo>
                      <a:pt x="2131796" y="126999"/>
                    </a:lnTo>
                    <a:lnTo>
                      <a:pt x="2126018" y="114299"/>
                    </a:lnTo>
                    <a:lnTo>
                      <a:pt x="2120112" y="114299"/>
                    </a:lnTo>
                    <a:lnTo>
                      <a:pt x="2113419" y="101599"/>
                    </a:lnTo>
                    <a:lnTo>
                      <a:pt x="2113597" y="101599"/>
                    </a:lnTo>
                    <a:lnTo>
                      <a:pt x="2106472" y="88899"/>
                    </a:lnTo>
                    <a:lnTo>
                      <a:pt x="2123681" y="88899"/>
                    </a:lnTo>
                    <a:lnTo>
                      <a:pt x="2130552" y="101599"/>
                    </a:lnTo>
                    <a:lnTo>
                      <a:pt x="2136952" y="114299"/>
                    </a:lnTo>
                    <a:lnTo>
                      <a:pt x="2142883" y="126999"/>
                    </a:lnTo>
                    <a:close/>
                  </a:path>
                  <a:path w="2172970" h="1447800">
                    <a:moveTo>
                      <a:pt x="21463" y="177799"/>
                    </a:moveTo>
                    <a:lnTo>
                      <a:pt x="9271" y="177799"/>
                    </a:lnTo>
                    <a:lnTo>
                      <a:pt x="11010" y="165099"/>
                    </a:lnTo>
                    <a:lnTo>
                      <a:pt x="14871" y="152399"/>
                    </a:lnTo>
                    <a:lnTo>
                      <a:pt x="19278" y="139699"/>
                    </a:lnTo>
                    <a:lnTo>
                      <a:pt x="24218" y="126999"/>
                    </a:lnTo>
                    <a:lnTo>
                      <a:pt x="40894" y="126999"/>
                    </a:lnTo>
                    <a:lnTo>
                      <a:pt x="35585" y="139699"/>
                    </a:lnTo>
                    <a:lnTo>
                      <a:pt x="35725" y="139699"/>
                    </a:lnTo>
                    <a:lnTo>
                      <a:pt x="30924" y="152399"/>
                    </a:lnTo>
                    <a:lnTo>
                      <a:pt x="26746" y="165099"/>
                    </a:lnTo>
                    <a:lnTo>
                      <a:pt x="23152" y="165099"/>
                    </a:lnTo>
                    <a:lnTo>
                      <a:pt x="21463" y="177799"/>
                    </a:lnTo>
                    <a:close/>
                  </a:path>
                  <a:path w="2172970" h="1447800">
                    <a:moveTo>
                      <a:pt x="2163279" y="177799"/>
                    </a:moveTo>
                    <a:lnTo>
                      <a:pt x="2151075" y="177799"/>
                    </a:lnTo>
                    <a:lnTo>
                      <a:pt x="2149398" y="165099"/>
                    </a:lnTo>
                    <a:lnTo>
                      <a:pt x="2145804" y="165099"/>
                    </a:lnTo>
                    <a:lnTo>
                      <a:pt x="2141499" y="152399"/>
                    </a:lnTo>
                    <a:lnTo>
                      <a:pt x="2136813" y="139699"/>
                    </a:lnTo>
                    <a:lnTo>
                      <a:pt x="2136952" y="139699"/>
                    </a:lnTo>
                    <a:lnTo>
                      <a:pt x="2131656" y="126999"/>
                    </a:lnTo>
                    <a:lnTo>
                      <a:pt x="2148332" y="126999"/>
                    </a:lnTo>
                    <a:lnTo>
                      <a:pt x="2153259" y="139699"/>
                    </a:lnTo>
                    <a:lnTo>
                      <a:pt x="2157679" y="152399"/>
                    </a:lnTo>
                    <a:lnTo>
                      <a:pt x="2161540" y="165099"/>
                    </a:lnTo>
                    <a:lnTo>
                      <a:pt x="2163279" y="177799"/>
                    </a:lnTo>
                    <a:close/>
                  </a:path>
                  <a:path w="2172970" h="1447800">
                    <a:moveTo>
                      <a:pt x="18592" y="190499"/>
                    </a:moveTo>
                    <a:lnTo>
                      <a:pt x="6235" y="190499"/>
                    </a:lnTo>
                    <a:lnTo>
                      <a:pt x="7683" y="177799"/>
                    </a:lnTo>
                    <a:lnTo>
                      <a:pt x="20002" y="177799"/>
                    </a:lnTo>
                    <a:lnTo>
                      <a:pt x="18592" y="190499"/>
                    </a:lnTo>
                    <a:close/>
                  </a:path>
                  <a:path w="2172970" h="1447800">
                    <a:moveTo>
                      <a:pt x="2166315" y="190499"/>
                    </a:moveTo>
                    <a:lnTo>
                      <a:pt x="2153958" y="190499"/>
                    </a:lnTo>
                    <a:lnTo>
                      <a:pt x="2152548" y="177799"/>
                    </a:lnTo>
                    <a:lnTo>
                      <a:pt x="2164867" y="177799"/>
                    </a:lnTo>
                    <a:lnTo>
                      <a:pt x="2166315" y="190499"/>
                    </a:lnTo>
                    <a:close/>
                  </a:path>
                  <a:path w="2172970" h="1447800">
                    <a:moveTo>
                      <a:pt x="16256" y="203199"/>
                    </a:moveTo>
                    <a:lnTo>
                      <a:pt x="2755" y="203199"/>
                    </a:lnTo>
                    <a:lnTo>
                      <a:pt x="3771" y="190499"/>
                    </a:lnTo>
                    <a:lnTo>
                      <a:pt x="17386" y="190499"/>
                    </a:lnTo>
                    <a:lnTo>
                      <a:pt x="16256" y="203199"/>
                    </a:lnTo>
                    <a:close/>
                  </a:path>
                  <a:path w="2172970" h="1447800">
                    <a:moveTo>
                      <a:pt x="2169782" y="203199"/>
                    </a:moveTo>
                    <a:lnTo>
                      <a:pt x="2156282" y="203199"/>
                    </a:lnTo>
                    <a:lnTo>
                      <a:pt x="2155164" y="190499"/>
                    </a:lnTo>
                    <a:lnTo>
                      <a:pt x="2168779" y="190499"/>
                    </a:lnTo>
                    <a:lnTo>
                      <a:pt x="2169782" y="203199"/>
                    </a:lnTo>
                    <a:close/>
                  </a:path>
                  <a:path w="2172970" h="1447800">
                    <a:moveTo>
                      <a:pt x="14490" y="215899"/>
                    </a:moveTo>
                    <a:lnTo>
                      <a:pt x="1193" y="215899"/>
                    </a:lnTo>
                    <a:lnTo>
                      <a:pt x="1905" y="203199"/>
                    </a:lnTo>
                    <a:lnTo>
                      <a:pt x="15328" y="203199"/>
                    </a:lnTo>
                    <a:lnTo>
                      <a:pt x="14490" y="215899"/>
                    </a:lnTo>
                    <a:close/>
                  </a:path>
                  <a:path w="2172970" h="1447800">
                    <a:moveTo>
                      <a:pt x="2171357" y="215899"/>
                    </a:moveTo>
                    <a:lnTo>
                      <a:pt x="2158060" y="215899"/>
                    </a:lnTo>
                    <a:lnTo>
                      <a:pt x="2157222" y="203199"/>
                    </a:lnTo>
                    <a:lnTo>
                      <a:pt x="2170645" y="203199"/>
                    </a:lnTo>
                    <a:lnTo>
                      <a:pt x="2171357" y="215899"/>
                    </a:lnTo>
                    <a:close/>
                  </a:path>
                  <a:path w="2172970" h="1447800">
                    <a:moveTo>
                      <a:pt x="12915" y="228599"/>
                    </a:moveTo>
                    <a:lnTo>
                      <a:pt x="241" y="228599"/>
                    </a:lnTo>
                    <a:lnTo>
                      <a:pt x="635" y="215899"/>
                    </a:lnTo>
                    <a:lnTo>
                      <a:pt x="13309" y="215899"/>
                    </a:lnTo>
                    <a:lnTo>
                      <a:pt x="12915" y="228599"/>
                    </a:lnTo>
                    <a:close/>
                  </a:path>
                  <a:path w="2172970" h="1447800">
                    <a:moveTo>
                      <a:pt x="2172296" y="228599"/>
                    </a:moveTo>
                    <a:lnTo>
                      <a:pt x="2159622" y="228599"/>
                    </a:lnTo>
                    <a:lnTo>
                      <a:pt x="2159228" y="215899"/>
                    </a:lnTo>
                    <a:lnTo>
                      <a:pt x="2171903" y="215899"/>
                    </a:lnTo>
                    <a:lnTo>
                      <a:pt x="2172296" y="228599"/>
                    </a:lnTo>
                    <a:close/>
                  </a:path>
                  <a:path w="2172970" h="1447800">
                    <a:moveTo>
                      <a:pt x="12700" y="1206500"/>
                    </a:moveTo>
                    <a:lnTo>
                      <a:pt x="0" y="1206500"/>
                    </a:lnTo>
                    <a:lnTo>
                      <a:pt x="0" y="228599"/>
                    </a:lnTo>
                    <a:lnTo>
                      <a:pt x="12700" y="228599"/>
                    </a:lnTo>
                    <a:lnTo>
                      <a:pt x="12700" y="1206500"/>
                    </a:lnTo>
                    <a:close/>
                  </a:path>
                  <a:path w="2172970" h="1447800">
                    <a:moveTo>
                      <a:pt x="2172538" y="1206500"/>
                    </a:moveTo>
                    <a:lnTo>
                      <a:pt x="2159838" y="1206500"/>
                    </a:lnTo>
                    <a:lnTo>
                      <a:pt x="2159838" y="228599"/>
                    </a:lnTo>
                    <a:lnTo>
                      <a:pt x="2172538" y="228599"/>
                    </a:lnTo>
                    <a:lnTo>
                      <a:pt x="2172538" y="1206500"/>
                    </a:lnTo>
                    <a:close/>
                  </a:path>
                  <a:path w="2172970" h="1447800">
                    <a:moveTo>
                      <a:pt x="13309" y="1219200"/>
                    </a:moveTo>
                    <a:lnTo>
                      <a:pt x="635" y="1219200"/>
                    </a:lnTo>
                    <a:lnTo>
                      <a:pt x="241" y="1206500"/>
                    </a:lnTo>
                    <a:lnTo>
                      <a:pt x="12915" y="1206500"/>
                    </a:lnTo>
                    <a:lnTo>
                      <a:pt x="13309" y="1219200"/>
                    </a:lnTo>
                    <a:close/>
                  </a:path>
                  <a:path w="2172970" h="1447800">
                    <a:moveTo>
                      <a:pt x="2171903" y="1219200"/>
                    </a:moveTo>
                    <a:lnTo>
                      <a:pt x="2159228" y="1219200"/>
                    </a:lnTo>
                    <a:lnTo>
                      <a:pt x="2159622" y="1206500"/>
                    </a:lnTo>
                    <a:lnTo>
                      <a:pt x="2172296" y="1206500"/>
                    </a:lnTo>
                    <a:lnTo>
                      <a:pt x="2171903" y="1219200"/>
                    </a:lnTo>
                    <a:close/>
                  </a:path>
                  <a:path w="2172970" h="1447800">
                    <a:moveTo>
                      <a:pt x="14516" y="1231900"/>
                    </a:moveTo>
                    <a:lnTo>
                      <a:pt x="1905" y="1231900"/>
                    </a:lnTo>
                    <a:lnTo>
                      <a:pt x="1193" y="1219200"/>
                    </a:lnTo>
                    <a:lnTo>
                      <a:pt x="13817" y="1219200"/>
                    </a:lnTo>
                    <a:lnTo>
                      <a:pt x="14516" y="1231900"/>
                    </a:lnTo>
                    <a:close/>
                  </a:path>
                  <a:path w="2172970" h="1447800">
                    <a:moveTo>
                      <a:pt x="2170645" y="1231900"/>
                    </a:moveTo>
                    <a:lnTo>
                      <a:pt x="2158034" y="1231900"/>
                    </a:lnTo>
                    <a:lnTo>
                      <a:pt x="2158720" y="1219200"/>
                    </a:lnTo>
                    <a:lnTo>
                      <a:pt x="2171357" y="1219200"/>
                    </a:lnTo>
                    <a:lnTo>
                      <a:pt x="2170645" y="1231900"/>
                    </a:lnTo>
                    <a:close/>
                  </a:path>
                  <a:path w="2172970" h="1447800">
                    <a:moveTo>
                      <a:pt x="16281" y="1244600"/>
                    </a:moveTo>
                    <a:lnTo>
                      <a:pt x="3771" y="1244600"/>
                    </a:lnTo>
                    <a:lnTo>
                      <a:pt x="2755" y="1231900"/>
                    </a:lnTo>
                    <a:lnTo>
                      <a:pt x="15303" y="1231900"/>
                    </a:lnTo>
                    <a:lnTo>
                      <a:pt x="16281" y="1244600"/>
                    </a:lnTo>
                    <a:close/>
                  </a:path>
                  <a:path w="2172970" h="1447800">
                    <a:moveTo>
                      <a:pt x="2168779" y="1244600"/>
                    </a:moveTo>
                    <a:lnTo>
                      <a:pt x="2156256" y="1244600"/>
                    </a:lnTo>
                    <a:lnTo>
                      <a:pt x="2157247" y="1231900"/>
                    </a:lnTo>
                    <a:lnTo>
                      <a:pt x="2169782" y="1231900"/>
                    </a:lnTo>
                    <a:lnTo>
                      <a:pt x="2168779" y="1244600"/>
                    </a:lnTo>
                    <a:close/>
                  </a:path>
                  <a:path w="2172970" h="1447800">
                    <a:moveTo>
                      <a:pt x="18618" y="1257300"/>
                    </a:moveTo>
                    <a:lnTo>
                      <a:pt x="6235" y="1257300"/>
                    </a:lnTo>
                    <a:lnTo>
                      <a:pt x="4927" y="1244600"/>
                    </a:lnTo>
                    <a:lnTo>
                      <a:pt x="17348" y="1244600"/>
                    </a:lnTo>
                    <a:lnTo>
                      <a:pt x="18618" y="1257300"/>
                    </a:lnTo>
                    <a:close/>
                  </a:path>
                  <a:path w="2172970" h="1447800">
                    <a:moveTo>
                      <a:pt x="2166315" y="1257300"/>
                    </a:moveTo>
                    <a:lnTo>
                      <a:pt x="2153920" y="1257300"/>
                    </a:lnTo>
                    <a:lnTo>
                      <a:pt x="2155190" y="1244600"/>
                    </a:lnTo>
                    <a:lnTo>
                      <a:pt x="2167623" y="1244600"/>
                    </a:lnTo>
                    <a:lnTo>
                      <a:pt x="2166315" y="1257300"/>
                    </a:lnTo>
                    <a:close/>
                  </a:path>
                  <a:path w="2172970" h="1447800">
                    <a:moveTo>
                      <a:pt x="21501" y="1270000"/>
                    </a:moveTo>
                    <a:lnTo>
                      <a:pt x="9271" y="1270000"/>
                    </a:lnTo>
                    <a:lnTo>
                      <a:pt x="7683" y="1257300"/>
                    </a:lnTo>
                    <a:lnTo>
                      <a:pt x="19951" y="1257300"/>
                    </a:lnTo>
                    <a:lnTo>
                      <a:pt x="21501" y="1270000"/>
                    </a:lnTo>
                    <a:close/>
                  </a:path>
                  <a:path w="2172970" h="1447800">
                    <a:moveTo>
                      <a:pt x="2163279" y="1270000"/>
                    </a:moveTo>
                    <a:lnTo>
                      <a:pt x="2151037" y="1270000"/>
                    </a:lnTo>
                    <a:lnTo>
                      <a:pt x="2152586" y="1257300"/>
                    </a:lnTo>
                    <a:lnTo>
                      <a:pt x="2164867" y="1257300"/>
                    </a:lnTo>
                    <a:lnTo>
                      <a:pt x="2163279" y="1270000"/>
                    </a:lnTo>
                    <a:close/>
                  </a:path>
                  <a:path w="2172970" h="1447800">
                    <a:moveTo>
                      <a:pt x="52603" y="1333500"/>
                    </a:moveTo>
                    <a:lnTo>
                      <a:pt x="35585" y="1333500"/>
                    </a:lnTo>
                    <a:lnTo>
                      <a:pt x="29654" y="1320800"/>
                    </a:lnTo>
                    <a:lnTo>
                      <a:pt x="24218" y="1308100"/>
                    </a:lnTo>
                    <a:lnTo>
                      <a:pt x="19278" y="1295400"/>
                    </a:lnTo>
                    <a:lnTo>
                      <a:pt x="14871" y="1282700"/>
                    </a:lnTo>
                    <a:lnTo>
                      <a:pt x="11010" y="1270000"/>
                    </a:lnTo>
                    <a:lnTo>
                      <a:pt x="23075" y="1270000"/>
                    </a:lnTo>
                    <a:lnTo>
                      <a:pt x="26847" y="1282700"/>
                    </a:lnTo>
                    <a:lnTo>
                      <a:pt x="31038" y="1295400"/>
                    </a:lnTo>
                    <a:lnTo>
                      <a:pt x="35585" y="1295400"/>
                    </a:lnTo>
                    <a:lnTo>
                      <a:pt x="40894" y="1308100"/>
                    </a:lnTo>
                    <a:lnTo>
                      <a:pt x="40741" y="1308100"/>
                    </a:lnTo>
                    <a:lnTo>
                      <a:pt x="46520" y="1320800"/>
                    </a:lnTo>
                    <a:lnTo>
                      <a:pt x="46367" y="1320800"/>
                    </a:lnTo>
                    <a:lnTo>
                      <a:pt x="52603" y="1333500"/>
                    </a:lnTo>
                    <a:close/>
                  </a:path>
                  <a:path w="2172970" h="1447800">
                    <a:moveTo>
                      <a:pt x="2136952" y="1333500"/>
                    </a:moveTo>
                    <a:lnTo>
                      <a:pt x="2119934" y="1333500"/>
                    </a:lnTo>
                    <a:lnTo>
                      <a:pt x="2126183" y="1320800"/>
                    </a:lnTo>
                    <a:lnTo>
                      <a:pt x="2126018" y="1320800"/>
                    </a:lnTo>
                    <a:lnTo>
                      <a:pt x="2131796" y="1308100"/>
                    </a:lnTo>
                    <a:lnTo>
                      <a:pt x="2131656" y="1308100"/>
                    </a:lnTo>
                    <a:lnTo>
                      <a:pt x="2136952" y="1295400"/>
                    </a:lnTo>
                    <a:lnTo>
                      <a:pt x="2141499" y="1295400"/>
                    </a:lnTo>
                    <a:lnTo>
                      <a:pt x="2145804" y="1282700"/>
                    </a:lnTo>
                    <a:lnTo>
                      <a:pt x="2149462" y="1270000"/>
                    </a:lnTo>
                    <a:lnTo>
                      <a:pt x="2161540" y="1270000"/>
                    </a:lnTo>
                    <a:lnTo>
                      <a:pt x="2157679" y="1282700"/>
                    </a:lnTo>
                    <a:lnTo>
                      <a:pt x="2153259" y="1295400"/>
                    </a:lnTo>
                    <a:lnTo>
                      <a:pt x="2148332" y="1308100"/>
                    </a:lnTo>
                    <a:lnTo>
                      <a:pt x="2142883" y="1320800"/>
                    </a:lnTo>
                    <a:lnTo>
                      <a:pt x="2136952" y="1333500"/>
                    </a:lnTo>
                    <a:close/>
                  </a:path>
                  <a:path w="2172970" h="1447800">
                    <a:moveTo>
                      <a:pt x="81165" y="1371600"/>
                    </a:moveTo>
                    <a:lnTo>
                      <a:pt x="63919" y="1371600"/>
                    </a:lnTo>
                    <a:lnTo>
                      <a:pt x="56184" y="1358900"/>
                    </a:lnTo>
                    <a:lnTo>
                      <a:pt x="48869" y="1346200"/>
                    </a:lnTo>
                    <a:lnTo>
                      <a:pt x="41998" y="1333500"/>
                    </a:lnTo>
                    <a:lnTo>
                      <a:pt x="52438" y="1333500"/>
                    </a:lnTo>
                    <a:lnTo>
                      <a:pt x="59131" y="1346200"/>
                    </a:lnTo>
                    <a:lnTo>
                      <a:pt x="65874" y="1346200"/>
                    </a:lnTo>
                    <a:lnTo>
                      <a:pt x="73418" y="1358900"/>
                    </a:lnTo>
                    <a:lnTo>
                      <a:pt x="73215" y="1358900"/>
                    </a:lnTo>
                    <a:lnTo>
                      <a:pt x="81165" y="1371600"/>
                    </a:lnTo>
                    <a:close/>
                  </a:path>
                  <a:path w="2172970" h="1447800">
                    <a:moveTo>
                      <a:pt x="66065" y="1346200"/>
                    </a:moveTo>
                    <a:lnTo>
                      <a:pt x="59131" y="1346200"/>
                    </a:lnTo>
                    <a:lnTo>
                      <a:pt x="58940" y="1333500"/>
                    </a:lnTo>
                    <a:lnTo>
                      <a:pt x="66065" y="1346200"/>
                    </a:lnTo>
                    <a:close/>
                  </a:path>
                  <a:path w="2172970" h="1447800">
                    <a:moveTo>
                      <a:pt x="2113419" y="1346200"/>
                    </a:moveTo>
                    <a:lnTo>
                      <a:pt x="2106472" y="1346200"/>
                    </a:lnTo>
                    <a:lnTo>
                      <a:pt x="2113597" y="1333500"/>
                    </a:lnTo>
                    <a:lnTo>
                      <a:pt x="2113419" y="1346200"/>
                    </a:lnTo>
                    <a:close/>
                  </a:path>
                  <a:path w="2172970" h="1447800">
                    <a:moveTo>
                      <a:pt x="2108619" y="1371600"/>
                    </a:moveTo>
                    <a:lnTo>
                      <a:pt x="2091385" y="1371600"/>
                    </a:lnTo>
                    <a:lnTo>
                      <a:pt x="2099322" y="1358900"/>
                    </a:lnTo>
                    <a:lnTo>
                      <a:pt x="2099119" y="1358900"/>
                    </a:lnTo>
                    <a:lnTo>
                      <a:pt x="2106663" y="1346200"/>
                    </a:lnTo>
                    <a:lnTo>
                      <a:pt x="2113419" y="1346200"/>
                    </a:lnTo>
                    <a:lnTo>
                      <a:pt x="2120112" y="1333500"/>
                    </a:lnTo>
                    <a:lnTo>
                      <a:pt x="2130552" y="1333500"/>
                    </a:lnTo>
                    <a:lnTo>
                      <a:pt x="2123681" y="1346200"/>
                    </a:lnTo>
                    <a:lnTo>
                      <a:pt x="2116366" y="1358900"/>
                    </a:lnTo>
                    <a:lnTo>
                      <a:pt x="2108619" y="1371600"/>
                    </a:lnTo>
                    <a:close/>
                  </a:path>
                  <a:path w="2172970" h="1447800">
                    <a:moveTo>
                      <a:pt x="89281" y="1371600"/>
                    </a:moveTo>
                    <a:lnTo>
                      <a:pt x="81165" y="1371600"/>
                    </a:lnTo>
                    <a:lnTo>
                      <a:pt x="80949" y="1358900"/>
                    </a:lnTo>
                    <a:lnTo>
                      <a:pt x="89281" y="1371600"/>
                    </a:lnTo>
                    <a:close/>
                  </a:path>
                  <a:path w="2172970" h="1447800">
                    <a:moveTo>
                      <a:pt x="2091385" y="1371600"/>
                    </a:moveTo>
                    <a:lnTo>
                      <a:pt x="2083257" y="1371600"/>
                    </a:lnTo>
                    <a:lnTo>
                      <a:pt x="2091588" y="1358900"/>
                    </a:lnTo>
                    <a:lnTo>
                      <a:pt x="2091385" y="1371600"/>
                    </a:lnTo>
                    <a:close/>
                  </a:path>
                  <a:path w="2172970" h="1447800">
                    <a:moveTo>
                      <a:pt x="97764" y="1384300"/>
                    </a:moveTo>
                    <a:lnTo>
                      <a:pt x="80632" y="1384300"/>
                    </a:lnTo>
                    <a:lnTo>
                      <a:pt x="72072" y="1371600"/>
                    </a:lnTo>
                    <a:lnTo>
                      <a:pt x="89065" y="1371600"/>
                    </a:lnTo>
                    <a:lnTo>
                      <a:pt x="97764" y="1384300"/>
                    </a:lnTo>
                    <a:close/>
                  </a:path>
                  <a:path w="2172970" h="1447800">
                    <a:moveTo>
                      <a:pt x="2091918" y="1384300"/>
                    </a:moveTo>
                    <a:lnTo>
                      <a:pt x="2074773" y="1384300"/>
                    </a:lnTo>
                    <a:lnTo>
                      <a:pt x="2083485" y="1371600"/>
                    </a:lnTo>
                    <a:lnTo>
                      <a:pt x="2100465" y="1371600"/>
                    </a:lnTo>
                    <a:lnTo>
                      <a:pt x="2091918" y="1384300"/>
                    </a:lnTo>
                    <a:close/>
                  </a:path>
                  <a:path w="2172970" h="1447800">
                    <a:moveTo>
                      <a:pt x="135039" y="1409700"/>
                    </a:moveTo>
                    <a:lnTo>
                      <a:pt x="108534" y="1409700"/>
                    </a:lnTo>
                    <a:lnTo>
                      <a:pt x="98869" y="1397000"/>
                    </a:lnTo>
                    <a:lnTo>
                      <a:pt x="89573" y="1384300"/>
                    </a:lnTo>
                    <a:lnTo>
                      <a:pt x="106362" y="1384300"/>
                    </a:lnTo>
                    <a:lnTo>
                      <a:pt x="115773" y="1397000"/>
                    </a:lnTo>
                    <a:lnTo>
                      <a:pt x="124993" y="1397000"/>
                    </a:lnTo>
                    <a:lnTo>
                      <a:pt x="135039" y="1409700"/>
                    </a:lnTo>
                    <a:close/>
                  </a:path>
                  <a:path w="2172970" h="1447800">
                    <a:moveTo>
                      <a:pt x="2064016" y="1409700"/>
                    </a:moveTo>
                    <a:lnTo>
                      <a:pt x="2037499" y="1409700"/>
                    </a:lnTo>
                    <a:lnTo>
                      <a:pt x="2047557" y="1397000"/>
                    </a:lnTo>
                    <a:lnTo>
                      <a:pt x="2056777" y="1397000"/>
                    </a:lnTo>
                    <a:lnTo>
                      <a:pt x="2066188" y="1384300"/>
                    </a:lnTo>
                    <a:lnTo>
                      <a:pt x="2082977" y="1384300"/>
                    </a:lnTo>
                    <a:lnTo>
                      <a:pt x="2073668" y="1397000"/>
                    </a:lnTo>
                    <a:lnTo>
                      <a:pt x="2064016" y="1409700"/>
                    </a:lnTo>
                    <a:close/>
                  </a:path>
                  <a:path w="2172970" h="1447800">
                    <a:moveTo>
                      <a:pt x="166090" y="1422400"/>
                    </a:moveTo>
                    <a:lnTo>
                      <a:pt x="128841" y="1422400"/>
                    </a:lnTo>
                    <a:lnTo>
                      <a:pt x="118529" y="1409700"/>
                    </a:lnTo>
                    <a:lnTo>
                      <a:pt x="155181" y="1409700"/>
                    </a:lnTo>
                    <a:lnTo>
                      <a:pt x="166090" y="1422400"/>
                    </a:lnTo>
                    <a:close/>
                  </a:path>
                  <a:path w="2172970" h="1447800">
                    <a:moveTo>
                      <a:pt x="2043696" y="1422400"/>
                    </a:moveTo>
                    <a:lnTo>
                      <a:pt x="2006460" y="1422400"/>
                    </a:lnTo>
                    <a:lnTo>
                      <a:pt x="2017356" y="1409700"/>
                    </a:lnTo>
                    <a:lnTo>
                      <a:pt x="2054021" y="1409700"/>
                    </a:lnTo>
                    <a:lnTo>
                      <a:pt x="2043696" y="1422400"/>
                    </a:lnTo>
                    <a:close/>
                  </a:path>
                  <a:path w="2172970" h="1447800">
                    <a:moveTo>
                      <a:pt x="199263" y="1435100"/>
                    </a:moveTo>
                    <a:lnTo>
                      <a:pt x="161569" y="1435100"/>
                    </a:lnTo>
                    <a:lnTo>
                      <a:pt x="150380" y="1422400"/>
                    </a:lnTo>
                    <a:lnTo>
                      <a:pt x="193421" y="1422400"/>
                    </a:lnTo>
                    <a:lnTo>
                      <a:pt x="199263" y="1435100"/>
                    </a:lnTo>
                    <a:close/>
                  </a:path>
                  <a:path w="2172970" h="1447800">
                    <a:moveTo>
                      <a:pt x="2010968" y="1435100"/>
                    </a:moveTo>
                    <a:lnTo>
                      <a:pt x="1973287" y="1435100"/>
                    </a:lnTo>
                    <a:lnTo>
                      <a:pt x="1979117" y="1422400"/>
                    </a:lnTo>
                    <a:lnTo>
                      <a:pt x="2022157" y="1422400"/>
                    </a:lnTo>
                    <a:lnTo>
                      <a:pt x="2010968" y="1435100"/>
                    </a:lnTo>
                    <a:close/>
                  </a:path>
                  <a:path w="2172970" h="1447800">
                    <a:moveTo>
                      <a:pt x="1969871" y="1447800"/>
                    </a:moveTo>
                    <a:lnTo>
                      <a:pt x="202679" y="1447800"/>
                    </a:lnTo>
                    <a:lnTo>
                      <a:pt x="196634" y="1435100"/>
                    </a:lnTo>
                    <a:lnTo>
                      <a:pt x="1975904" y="1435100"/>
                    </a:lnTo>
                    <a:lnTo>
                      <a:pt x="1969871" y="1447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</p:grpSp>
        <p:sp>
          <p:nvSpPr>
            <p:cNvPr id="25" name="object 25"/>
            <p:cNvSpPr txBox="1"/>
            <p:nvPr/>
          </p:nvSpPr>
          <p:spPr>
            <a:xfrm>
              <a:off x="7822618" y="3284640"/>
              <a:ext cx="1861820" cy="82041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algn="just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latin typeface="+mn-lt"/>
                  <a:cs typeface="Times New Roman"/>
                </a:rPr>
                <a:t>Machine Translation</a:t>
              </a:r>
              <a:endParaRPr sz="1600" dirty="0">
                <a:latin typeface="+mn-lt"/>
                <a:cs typeface="Times New Roman"/>
              </a:endParaRPr>
            </a:p>
            <a:p>
              <a:pPr marL="12700" marR="5080" algn="just">
                <a:lnSpc>
                  <a:spcPct val="100000"/>
                </a:lnSpc>
                <a:spcBef>
                  <a:spcPts val="25"/>
                </a:spcBef>
              </a:pPr>
              <a:r>
                <a:rPr sz="1200" dirty="0">
                  <a:latin typeface="+mn-lt"/>
                  <a:cs typeface="Times New Roman"/>
                </a:rPr>
                <a:t>kNN-MT (Khandelwal et al., 2020)TRIME-MT (Zhong et al., 2022)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47B408F-35D8-48B1-9474-C3CD6E214413}"/>
              </a:ext>
            </a:extLst>
          </p:cNvPr>
          <p:cNvGrpSpPr/>
          <p:nvPr/>
        </p:nvGrpSpPr>
        <p:grpSpPr>
          <a:xfrm>
            <a:off x="9868653" y="4806405"/>
            <a:ext cx="2172970" cy="1447800"/>
            <a:chOff x="9868653" y="4806405"/>
            <a:chExt cx="2172970" cy="1447800"/>
          </a:xfrm>
        </p:grpSpPr>
        <p:grpSp>
          <p:nvGrpSpPr>
            <p:cNvPr id="26" name="object 26"/>
            <p:cNvGrpSpPr/>
            <p:nvPr/>
          </p:nvGrpSpPr>
          <p:grpSpPr>
            <a:xfrm>
              <a:off x="9868653" y="4806405"/>
              <a:ext cx="2172970" cy="1447800"/>
              <a:chOff x="9342183" y="4591659"/>
              <a:chExt cx="2172970" cy="1447800"/>
            </a:xfrm>
          </p:grpSpPr>
          <p:sp>
            <p:nvSpPr>
              <p:cNvPr id="27" name="object 27"/>
              <p:cNvSpPr/>
              <p:nvPr/>
            </p:nvSpPr>
            <p:spPr>
              <a:xfrm>
                <a:off x="9348215" y="4597908"/>
                <a:ext cx="2159635" cy="1440180"/>
              </a:xfrm>
              <a:custGeom>
                <a:avLst/>
                <a:gdLst/>
                <a:ahLst/>
                <a:cxnLst/>
                <a:rect l="l" t="t" r="r" b="b"/>
                <a:pathLst>
                  <a:path w="2159634" h="1440179">
                    <a:moveTo>
                      <a:pt x="1920239" y="1440179"/>
                    </a:moveTo>
                    <a:lnTo>
                      <a:pt x="240791" y="1440179"/>
                    </a:lnTo>
                    <a:lnTo>
                      <a:pt x="192242" y="1435277"/>
                    </a:lnTo>
                    <a:lnTo>
                      <a:pt x="147052" y="1421263"/>
                    </a:lnTo>
                    <a:lnTo>
                      <a:pt x="106178" y="1399095"/>
                    </a:lnTo>
                    <a:lnTo>
                      <a:pt x="70575" y="1369728"/>
                    </a:lnTo>
                    <a:lnTo>
                      <a:pt x="41200" y="1334118"/>
                    </a:lnTo>
                    <a:lnTo>
                      <a:pt x="19008" y="1293220"/>
                    </a:lnTo>
                    <a:lnTo>
                      <a:pt x="4956" y="1247991"/>
                    </a:lnTo>
                    <a:lnTo>
                      <a:pt x="0" y="1199388"/>
                    </a:lnTo>
                    <a:lnTo>
                      <a:pt x="0" y="240791"/>
                    </a:lnTo>
                    <a:lnTo>
                      <a:pt x="4956" y="192196"/>
                    </a:lnTo>
                    <a:lnTo>
                      <a:pt x="19008" y="146973"/>
                    </a:lnTo>
                    <a:lnTo>
                      <a:pt x="41200" y="106079"/>
                    </a:lnTo>
                    <a:lnTo>
                      <a:pt x="70575" y="70470"/>
                    </a:lnTo>
                    <a:lnTo>
                      <a:pt x="106178" y="41102"/>
                    </a:lnTo>
                    <a:lnTo>
                      <a:pt x="147052" y="18930"/>
                    </a:lnTo>
                    <a:lnTo>
                      <a:pt x="192242" y="4910"/>
                    </a:lnTo>
                    <a:lnTo>
                      <a:pt x="240791" y="0"/>
                    </a:lnTo>
                    <a:lnTo>
                      <a:pt x="1920239" y="0"/>
                    </a:lnTo>
                    <a:lnTo>
                      <a:pt x="1968607" y="4910"/>
                    </a:lnTo>
                    <a:lnTo>
                      <a:pt x="2013648" y="18930"/>
                    </a:lnTo>
                    <a:lnTo>
                      <a:pt x="2054389" y="41102"/>
                    </a:lnTo>
                    <a:lnTo>
                      <a:pt x="2089856" y="70470"/>
                    </a:lnTo>
                    <a:lnTo>
                      <a:pt x="2119075" y="106079"/>
                    </a:lnTo>
                    <a:lnTo>
                      <a:pt x="2141072" y="146973"/>
                    </a:lnTo>
                    <a:lnTo>
                      <a:pt x="2154875" y="192196"/>
                    </a:lnTo>
                    <a:lnTo>
                      <a:pt x="2159507" y="240791"/>
                    </a:lnTo>
                    <a:lnTo>
                      <a:pt x="2159507" y="1199388"/>
                    </a:lnTo>
                    <a:lnTo>
                      <a:pt x="2154875" y="1247991"/>
                    </a:lnTo>
                    <a:lnTo>
                      <a:pt x="2141072" y="1293220"/>
                    </a:lnTo>
                    <a:lnTo>
                      <a:pt x="2119075" y="1334118"/>
                    </a:lnTo>
                    <a:lnTo>
                      <a:pt x="2089856" y="1369728"/>
                    </a:lnTo>
                    <a:lnTo>
                      <a:pt x="2054389" y="1399095"/>
                    </a:lnTo>
                    <a:lnTo>
                      <a:pt x="2013648" y="1421263"/>
                    </a:lnTo>
                    <a:lnTo>
                      <a:pt x="1968607" y="1435277"/>
                    </a:lnTo>
                    <a:lnTo>
                      <a:pt x="1920239" y="1440179"/>
                    </a:lnTo>
                    <a:close/>
                  </a:path>
                </a:pathLst>
              </a:custGeom>
              <a:solidFill>
                <a:srgbClr val="E7E6E6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9342183" y="4591659"/>
                <a:ext cx="217297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2172970" h="1447800">
                    <a:moveTo>
                      <a:pt x="2010968" y="12700"/>
                    </a:moveTo>
                    <a:lnTo>
                      <a:pt x="161569" y="12700"/>
                    </a:lnTo>
                    <a:lnTo>
                      <a:pt x="172986" y="0"/>
                    </a:lnTo>
                    <a:lnTo>
                      <a:pt x="1999564" y="0"/>
                    </a:lnTo>
                    <a:lnTo>
                      <a:pt x="2010968" y="12700"/>
                    </a:lnTo>
                    <a:close/>
                  </a:path>
                  <a:path w="2172970" h="1447800">
                    <a:moveTo>
                      <a:pt x="165785" y="25400"/>
                    </a:moveTo>
                    <a:lnTo>
                      <a:pt x="128841" y="25400"/>
                    </a:lnTo>
                    <a:lnTo>
                      <a:pt x="139471" y="12700"/>
                    </a:lnTo>
                    <a:lnTo>
                      <a:pt x="176949" y="12700"/>
                    </a:lnTo>
                    <a:lnTo>
                      <a:pt x="165785" y="25400"/>
                    </a:lnTo>
                    <a:close/>
                  </a:path>
                  <a:path w="2172970" h="1447800">
                    <a:moveTo>
                      <a:pt x="2043696" y="25400"/>
                    </a:moveTo>
                    <a:lnTo>
                      <a:pt x="2006752" y="25400"/>
                    </a:lnTo>
                    <a:lnTo>
                      <a:pt x="1995601" y="12700"/>
                    </a:lnTo>
                    <a:lnTo>
                      <a:pt x="2033079" y="12700"/>
                    </a:lnTo>
                    <a:lnTo>
                      <a:pt x="2043696" y="25400"/>
                    </a:lnTo>
                    <a:close/>
                  </a:path>
                  <a:path w="2172970" h="1447800">
                    <a:moveTo>
                      <a:pt x="134772" y="38100"/>
                    </a:moveTo>
                    <a:lnTo>
                      <a:pt x="108534" y="38100"/>
                    </a:lnTo>
                    <a:lnTo>
                      <a:pt x="118529" y="25400"/>
                    </a:lnTo>
                    <a:lnTo>
                      <a:pt x="145122" y="25400"/>
                    </a:lnTo>
                    <a:lnTo>
                      <a:pt x="134772" y="38100"/>
                    </a:lnTo>
                    <a:close/>
                  </a:path>
                  <a:path w="2172970" h="1447800">
                    <a:moveTo>
                      <a:pt x="2064016" y="38100"/>
                    </a:moveTo>
                    <a:lnTo>
                      <a:pt x="2037778" y="38100"/>
                    </a:lnTo>
                    <a:lnTo>
                      <a:pt x="2027427" y="25400"/>
                    </a:lnTo>
                    <a:lnTo>
                      <a:pt x="2054021" y="25400"/>
                    </a:lnTo>
                    <a:lnTo>
                      <a:pt x="2064016" y="38100"/>
                    </a:lnTo>
                    <a:close/>
                  </a:path>
                  <a:path w="2172970" h="1447800">
                    <a:moveTo>
                      <a:pt x="97535" y="63500"/>
                    </a:moveTo>
                    <a:lnTo>
                      <a:pt x="80632" y="63500"/>
                    </a:lnTo>
                    <a:lnTo>
                      <a:pt x="89573" y="50800"/>
                    </a:lnTo>
                    <a:lnTo>
                      <a:pt x="98882" y="38100"/>
                    </a:lnTo>
                    <a:lnTo>
                      <a:pt x="125260" y="38100"/>
                    </a:lnTo>
                    <a:lnTo>
                      <a:pt x="115519" y="50800"/>
                    </a:lnTo>
                    <a:lnTo>
                      <a:pt x="106603" y="50800"/>
                    </a:lnTo>
                    <a:lnTo>
                      <a:pt x="97535" y="63500"/>
                    </a:lnTo>
                    <a:close/>
                  </a:path>
                  <a:path w="2172970" h="1447800">
                    <a:moveTo>
                      <a:pt x="2091918" y="63500"/>
                    </a:moveTo>
                    <a:lnTo>
                      <a:pt x="2075014" y="63500"/>
                    </a:lnTo>
                    <a:lnTo>
                      <a:pt x="2065947" y="50800"/>
                    </a:lnTo>
                    <a:lnTo>
                      <a:pt x="2057031" y="50800"/>
                    </a:lnTo>
                    <a:lnTo>
                      <a:pt x="2047290" y="38100"/>
                    </a:lnTo>
                    <a:lnTo>
                      <a:pt x="2073668" y="38100"/>
                    </a:lnTo>
                    <a:lnTo>
                      <a:pt x="2082977" y="50800"/>
                    </a:lnTo>
                    <a:lnTo>
                      <a:pt x="2091918" y="63500"/>
                    </a:lnTo>
                    <a:close/>
                  </a:path>
                  <a:path w="2172970" h="1447800">
                    <a:moveTo>
                      <a:pt x="73215" y="88900"/>
                    </a:moveTo>
                    <a:lnTo>
                      <a:pt x="56184" y="88900"/>
                    </a:lnTo>
                    <a:lnTo>
                      <a:pt x="63919" y="76200"/>
                    </a:lnTo>
                    <a:lnTo>
                      <a:pt x="72072" y="63500"/>
                    </a:lnTo>
                    <a:lnTo>
                      <a:pt x="89280" y="63500"/>
                    </a:lnTo>
                    <a:lnTo>
                      <a:pt x="80949" y="76200"/>
                    </a:lnTo>
                    <a:lnTo>
                      <a:pt x="81165" y="76200"/>
                    </a:lnTo>
                    <a:lnTo>
                      <a:pt x="73215" y="88900"/>
                    </a:lnTo>
                    <a:close/>
                  </a:path>
                  <a:path w="2172970" h="1447800">
                    <a:moveTo>
                      <a:pt x="2116366" y="88900"/>
                    </a:moveTo>
                    <a:lnTo>
                      <a:pt x="2099322" y="88900"/>
                    </a:lnTo>
                    <a:lnTo>
                      <a:pt x="2091385" y="76200"/>
                    </a:lnTo>
                    <a:lnTo>
                      <a:pt x="2091601" y="76200"/>
                    </a:lnTo>
                    <a:lnTo>
                      <a:pt x="2083257" y="63500"/>
                    </a:lnTo>
                    <a:lnTo>
                      <a:pt x="2100465" y="63500"/>
                    </a:lnTo>
                    <a:lnTo>
                      <a:pt x="2108619" y="76200"/>
                    </a:lnTo>
                    <a:lnTo>
                      <a:pt x="2116366" y="88900"/>
                    </a:lnTo>
                    <a:close/>
                  </a:path>
                  <a:path w="2172970" h="1447800">
                    <a:moveTo>
                      <a:pt x="40741" y="127000"/>
                    </a:moveTo>
                    <a:lnTo>
                      <a:pt x="29654" y="127000"/>
                    </a:lnTo>
                    <a:lnTo>
                      <a:pt x="35585" y="114300"/>
                    </a:lnTo>
                    <a:lnTo>
                      <a:pt x="41998" y="101600"/>
                    </a:lnTo>
                    <a:lnTo>
                      <a:pt x="48869" y="88900"/>
                    </a:lnTo>
                    <a:lnTo>
                      <a:pt x="66065" y="88900"/>
                    </a:lnTo>
                    <a:lnTo>
                      <a:pt x="58953" y="101600"/>
                    </a:lnTo>
                    <a:lnTo>
                      <a:pt x="59131" y="101600"/>
                    </a:lnTo>
                    <a:lnTo>
                      <a:pt x="52438" y="114300"/>
                    </a:lnTo>
                    <a:lnTo>
                      <a:pt x="46520" y="114300"/>
                    </a:lnTo>
                    <a:lnTo>
                      <a:pt x="40741" y="127000"/>
                    </a:lnTo>
                    <a:close/>
                  </a:path>
                  <a:path w="2172970" h="1447800">
                    <a:moveTo>
                      <a:pt x="2142883" y="127000"/>
                    </a:moveTo>
                    <a:lnTo>
                      <a:pt x="2131796" y="127000"/>
                    </a:lnTo>
                    <a:lnTo>
                      <a:pt x="2126018" y="114300"/>
                    </a:lnTo>
                    <a:lnTo>
                      <a:pt x="2120112" y="114300"/>
                    </a:lnTo>
                    <a:lnTo>
                      <a:pt x="2113419" y="101600"/>
                    </a:lnTo>
                    <a:lnTo>
                      <a:pt x="2113597" y="101600"/>
                    </a:lnTo>
                    <a:lnTo>
                      <a:pt x="2106472" y="88900"/>
                    </a:lnTo>
                    <a:lnTo>
                      <a:pt x="2123681" y="88900"/>
                    </a:lnTo>
                    <a:lnTo>
                      <a:pt x="2130552" y="101600"/>
                    </a:lnTo>
                    <a:lnTo>
                      <a:pt x="2136952" y="114300"/>
                    </a:lnTo>
                    <a:lnTo>
                      <a:pt x="2142883" y="127000"/>
                    </a:lnTo>
                    <a:close/>
                  </a:path>
                  <a:path w="2172970" h="1447800">
                    <a:moveTo>
                      <a:pt x="21462" y="177800"/>
                    </a:moveTo>
                    <a:lnTo>
                      <a:pt x="9271" y="177800"/>
                    </a:lnTo>
                    <a:lnTo>
                      <a:pt x="11010" y="165100"/>
                    </a:lnTo>
                    <a:lnTo>
                      <a:pt x="14871" y="152400"/>
                    </a:lnTo>
                    <a:lnTo>
                      <a:pt x="19278" y="139700"/>
                    </a:lnTo>
                    <a:lnTo>
                      <a:pt x="24218" y="127000"/>
                    </a:lnTo>
                    <a:lnTo>
                      <a:pt x="40894" y="127000"/>
                    </a:lnTo>
                    <a:lnTo>
                      <a:pt x="35598" y="139700"/>
                    </a:lnTo>
                    <a:lnTo>
                      <a:pt x="30924" y="152400"/>
                    </a:lnTo>
                    <a:lnTo>
                      <a:pt x="26746" y="165100"/>
                    </a:lnTo>
                    <a:lnTo>
                      <a:pt x="23152" y="165100"/>
                    </a:lnTo>
                    <a:lnTo>
                      <a:pt x="21462" y="177800"/>
                    </a:lnTo>
                    <a:close/>
                  </a:path>
                  <a:path w="2172970" h="1447800">
                    <a:moveTo>
                      <a:pt x="2163279" y="177800"/>
                    </a:moveTo>
                    <a:lnTo>
                      <a:pt x="2151087" y="177800"/>
                    </a:lnTo>
                    <a:lnTo>
                      <a:pt x="2149398" y="165100"/>
                    </a:lnTo>
                    <a:lnTo>
                      <a:pt x="2145804" y="165100"/>
                    </a:lnTo>
                    <a:lnTo>
                      <a:pt x="2141499" y="152400"/>
                    </a:lnTo>
                    <a:lnTo>
                      <a:pt x="2136825" y="139700"/>
                    </a:lnTo>
                    <a:lnTo>
                      <a:pt x="2131656" y="127000"/>
                    </a:lnTo>
                    <a:lnTo>
                      <a:pt x="2148331" y="127000"/>
                    </a:lnTo>
                    <a:lnTo>
                      <a:pt x="2153259" y="139700"/>
                    </a:lnTo>
                    <a:lnTo>
                      <a:pt x="2157679" y="152400"/>
                    </a:lnTo>
                    <a:lnTo>
                      <a:pt x="2161539" y="165100"/>
                    </a:lnTo>
                    <a:lnTo>
                      <a:pt x="2163279" y="177800"/>
                    </a:lnTo>
                    <a:close/>
                  </a:path>
                  <a:path w="2172970" h="1447800">
                    <a:moveTo>
                      <a:pt x="18592" y="190500"/>
                    </a:moveTo>
                    <a:lnTo>
                      <a:pt x="6235" y="190500"/>
                    </a:lnTo>
                    <a:lnTo>
                      <a:pt x="7683" y="177800"/>
                    </a:lnTo>
                    <a:lnTo>
                      <a:pt x="20002" y="177800"/>
                    </a:lnTo>
                    <a:lnTo>
                      <a:pt x="18592" y="190500"/>
                    </a:lnTo>
                    <a:close/>
                  </a:path>
                  <a:path w="2172970" h="1447800">
                    <a:moveTo>
                      <a:pt x="2166315" y="190500"/>
                    </a:moveTo>
                    <a:lnTo>
                      <a:pt x="2153958" y="190500"/>
                    </a:lnTo>
                    <a:lnTo>
                      <a:pt x="2152548" y="177800"/>
                    </a:lnTo>
                    <a:lnTo>
                      <a:pt x="2164867" y="177800"/>
                    </a:lnTo>
                    <a:lnTo>
                      <a:pt x="2166315" y="190500"/>
                    </a:lnTo>
                    <a:close/>
                  </a:path>
                  <a:path w="2172970" h="1447800">
                    <a:moveTo>
                      <a:pt x="16255" y="203200"/>
                    </a:moveTo>
                    <a:lnTo>
                      <a:pt x="2755" y="203200"/>
                    </a:lnTo>
                    <a:lnTo>
                      <a:pt x="3771" y="190500"/>
                    </a:lnTo>
                    <a:lnTo>
                      <a:pt x="17386" y="190500"/>
                    </a:lnTo>
                    <a:lnTo>
                      <a:pt x="16255" y="203200"/>
                    </a:lnTo>
                    <a:close/>
                  </a:path>
                  <a:path w="2172970" h="1447800">
                    <a:moveTo>
                      <a:pt x="2169782" y="203200"/>
                    </a:moveTo>
                    <a:lnTo>
                      <a:pt x="2156282" y="203200"/>
                    </a:lnTo>
                    <a:lnTo>
                      <a:pt x="2155164" y="190500"/>
                    </a:lnTo>
                    <a:lnTo>
                      <a:pt x="2168779" y="190500"/>
                    </a:lnTo>
                    <a:lnTo>
                      <a:pt x="2169782" y="203200"/>
                    </a:lnTo>
                    <a:close/>
                  </a:path>
                  <a:path w="2172970" h="1447800">
                    <a:moveTo>
                      <a:pt x="14490" y="215900"/>
                    </a:moveTo>
                    <a:lnTo>
                      <a:pt x="1193" y="215900"/>
                    </a:lnTo>
                    <a:lnTo>
                      <a:pt x="1904" y="203200"/>
                    </a:lnTo>
                    <a:lnTo>
                      <a:pt x="15328" y="203200"/>
                    </a:lnTo>
                    <a:lnTo>
                      <a:pt x="14490" y="215900"/>
                    </a:lnTo>
                    <a:close/>
                  </a:path>
                  <a:path w="2172970" h="1447800">
                    <a:moveTo>
                      <a:pt x="2171357" y="215900"/>
                    </a:moveTo>
                    <a:lnTo>
                      <a:pt x="2158060" y="215900"/>
                    </a:lnTo>
                    <a:lnTo>
                      <a:pt x="2157222" y="203200"/>
                    </a:lnTo>
                    <a:lnTo>
                      <a:pt x="2170645" y="203200"/>
                    </a:lnTo>
                    <a:lnTo>
                      <a:pt x="2171357" y="215900"/>
                    </a:lnTo>
                    <a:close/>
                  </a:path>
                  <a:path w="2172970" h="1447800">
                    <a:moveTo>
                      <a:pt x="12928" y="228600"/>
                    </a:moveTo>
                    <a:lnTo>
                      <a:pt x="241" y="228600"/>
                    </a:lnTo>
                    <a:lnTo>
                      <a:pt x="647" y="215900"/>
                    </a:lnTo>
                    <a:lnTo>
                      <a:pt x="13309" y="215900"/>
                    </a:lnTo>
                    <a:lnTo>
                      <a:pt x="12928" y="228600"/>
                    </a:lnTo>
                    <a:close/>
                  </a:path>
                  <a:path w="2172970" h="1447800">
                    <a:moveTo>
                      <a:pt x="2172309" y="228600"/>
                    </a:moveTo>
                    <a:lnTo>
                      <a:pt x="2159622" y="228600"/>
                    </a:lnTo>
                    <a:lnTo>
                      <a:pt x="2159241" y="215900"/>
                    </a:lnTo>
                    <a:lnTo>
                      <a:pt x="2171903" y="215900"/>
                    </a:lnTo>
                    <a:lnTo>
                      <a:pt x="2172309" y="228600"/>
                    </a:lnTo>
                    <a:close/>
                  </a:path>
                  <a:path w="2172970" h="1447800">
                    <a:moveTo>
                      <a:pt x="12700" y="1206500"/>
                    </a:moveTo>
                    <a:lnTo>
                      <a:pt x="0" y="1206500"/>
                    </a:lnTo>
                    <a:lnTo>
                      <a:pt x="0" y="228600"/>
                    </a:lnTo>
                    <a:lnTo>
                      <a:pt x="12700" y="228600"/>
                    </a:lnTo>
                    <a:lnTo>
                      <a:pt x="12700" y="1206500"/>
                    </a:lnTo>
                    <a:close/>
                  </a:path>
                  <a:path w="2172970" h="1447800">
                    <a:moveTo>
                      <a:pt x="2172538" y="1206500"/>
                    </a:moveTo>
                    <a:lnTo>
                      <a:pt x="2159850" y="1206500"/>
                    </a:lnTo>
                    <a:lnTo>
                      <a:pt x="2159850" y="228600"/>
                    </a:lnTo>
                    <a:lnTo>
                      <a:pt x="2172538" y="228600"/>
                    </a:lnTo>
                    <a:lnTo>
                      <a:pt x="2172538" y="1206500"/>
                    </a:lnTo>
                    <a:close/>
                  </a:path>
                  <a:path w="2172970" h="1447800">
                    <a:moveTo>
                      <a:pt x="13309" y="1219200"/>
                    </a:moveTo>
                    <a:lnTo>
                      <a:pt x="647" y="1219200"/>
                    </a:lnTo>
                    <a:lnTo>
                      <a:pt x="241" y="1206500"/>
                    </a:lnTo>
                    <a:lnTo>
                      <a:pt x="12928" y="1206500"/>
                    </a:lnTo>
                    <a:lnTo>
                      <a:pt x="13309" y="1219200"/>
                    </a:lnTo>
                    <a:close/>
                  </a:path>
                  <a:path w="2172970" h="1447800">
                    <a:moveTo>
                      <a:pt x="2171903" y="1219200"/>
                    </a:moveTo>
                    <a:lnTo>
                      <a:pt x="2159241" y="1219200"/>
                    </a:lnTo>
                    <a:lnTo>
                      <a:pt x="2159622" y="1206500"/>
                    </a:lnTo>
                    <a:lnTo>
                      <a:pt x="2172309" y="1206500"/>
                    </a:lnTo>
                    <a:lnTo>
                      <a:pt x="2171903" y="1219200"/>
                    </a:lnTo>
                    <a:close/>
                  </a:path>
                  <a:path w="2172970" h="1447800">
                    <a:moveTo>
                      <a:pt x="14516" y="1231900"/>
                    </a:moveTo>
                    <a:lnTo>
                      <a:pt x="1904" y="1231900"/>
                    </a:lnTo>
                    <a:lnTo>
                      <a:pt x="1193" y="1219200"/>
                    </a:lnTo>
                    <a:lnTo>
                      <a:pt x="13817" y="1219200"/>
                    </a:lnTo>
                    <a:lnTo>
                      <a:pt x="14516" y="1231900"/>
                    </a:lnTo>
                    <a:close/>
                  </a:path>
                  <a:path w="2172970" h="1447800">
                    <a:moveTo>
                      <a:pt x="2170645" y="1231900"/>
                    </a:moveTo>
                    <a:lnTo>
                      <a:pt x="2158034" y="1231900"/>
                    </a:lnTo>
                    <a:lnTo>
                      <a:pt x="2158720" y="1219200"/>
                    </a:lnTo>
                    <a:lnTo>
                      <a:pt x="2171357" y="1219200"/>
                    </a:lnTo>
                    <a:lnTo>
                      <a:pt x="2170645" y="1231900"/>
                    </a:lnTo>
                    <a:close/>
                  </a:path>
                  <a:path w="2172970" h="1447800">
                    <a:moveTo>
                      <a:pt x="16281" y="1244600"/>
                    </a:moveTo>
                    <a:lnTo>
                      <a:pt x="3771" y="1244600"/>
                    </a:lnTo>
                    <a:lnTo>
                      <a:pt x="2755" y="1231900"/>
                    </a:lnTo>
                    <a:lnTo>
                      <a:pt x="15303" y="1231900"/>
                    </a:lnTo>
                    <a:lnTo>
                      <a:pt x="16281" y="1244600"/>
                    </a:lnTo>
                    <a:close/>
                  </a:path>
                  <a:path w="2172970" h="1447800">
                    <a:moveTo>
                      <a:pt x="2168779" y="1244600"/>
                    </a:moveTo>
                    <a:lnTo>
                      <a:pt x="2156256" y="1244600"/>
                    </a:lnTo>
                    <a:lnTo>
                      <a:pt x="2157247" y="1231900"/>
                    </a:lnTo>
                    <a:lnTo>
                      <a:pt x="2169782" y="1231900"/>
                    </a:lnTo>
                    <a:lnTo>
                      <a:pt x="2168779" y="1244600"/>
                    </a:lnTo>
                    <a:close/>
                  </a:path>
                  <a:path w="2172970" h="1447800">
                    <a:moveTo>
                      <a:pt x="18618" y="1257300"/>
                    </a:moveTo>
                    <a:lnTo>
                      <a:pt x="6235" y="1257300"/>
                    </a:lnTo>
                    <a:lnTo>
                      <a:pt x="4927" y="1244600"/>
                    </a:lnTo>
                    <a:lnTo>
                      <a:pt x="17348" y="1244600"/>
                    </a:lnTo>
                    <a:lnTo>
                      <a:pt x="18618" y="1257300"/>
                    </a:lnTo>
                    <a:close/>
                  </a:path>
                  <a:path w="2172970" h="1447800">
                    <a:moveTo>
                      <a:pt x="2166315" y="1257300"/>
                    </a:moveTo>
                    <a:lnTo>
                      <a:pt x="2153920" y="1257300"/>
                    </a:lnTo>
                    <a:lnTo>
                      <a:pt x="2155189" y="1244600"/>
                    </a:lnTo>
                    <a:lnTo>
                      <a:pt x="2167623" y="1244600"/>
                    </a:lnTo>
                    <a:lnTo>
                      <a:pt x="2166315" y="1257300"/>
                    </a:lnTo>
                    <a:close/>
                  </a:path>
                  <a:path w="2172970" h="1447800">
                    <a:moveTo>
                      <a:pt x="21513" y="1270000"/>
                    </a:moveTo>
                    <a:lnTo>
                      <a:pt x="9271" y="1270000"/>
                    </a:lnTo>
                    <a:lnTo>
                      <a:pt x="7683" y="1257300"/>
                    </a:lnTo>
                    <a:lnTo>
                      <a:pt x="19964" y="1257300"/>
                    </a:lnTo>
                    <a:lnTo>
                      <a:pt x="21513" y="1270000"/>
                    </a:lnTo>
                    <a:close/>
                  </a:path>
                  <a:path w="2172970" h="1447800">
                    <a:moveTo>
                      <a:pt x="2163279" y="1270000"/>
                    </a:moveTo>
                    <a:lnTo>
                      <a:pt x="2151037" y="1270000"/>
                    </a:lnTo>
                    <a:lnTo>
                      <a:pt x="2152586" y="1257300"/>
                    </a:lnTo>
                    <a:lnTo>
                      <a:pt x="2164867" y="1257300"/>
                    </a:lnTo>
                    <a:lnTo>
                      <a:pt x="2163279" y="1270000"/>
                    </a:lnTo>
                    <a:close/>
                  </a:path>
                  <a:path w="2172970" h="1447800">
                    <a:moveTo>
                      <a:pt x="52603" y="1333500"/>
                    </a:moveTo>
                    <a:lnTo>
                      <a:pt x="35585" y="1333500"/>
                    </a:lnTo>
                    <a:lnTo>
                      <a:pt x="29654" y="1320800"/>
                    </a:lnTo>
                    <a:lnTo>
                      <a:pt x="24218" y="1308100"/>
                    </a:lnTo>
                    <a:lnTo>
                      <a:pt x="19278" y="1295400"/>
                    </a:lnTo>
                    <a:lnTo>
                      <a:pt x="14871" y="1282700"/>
                    </a:lnTo>
                    <a:lnTo>
                      <a:pt x="11010" y="1270000"/>
                    </a:lnTo>
                    <a:lnTo>
                      <a:pt x="23075" y="1270000"/>
                    </a:lnTo>
                    <a:lnTo>
                      <a:pt x="26847" y="1282700"/>
                    </a:lnTo>
                    <a:lnTo>
                      <a:pt x="31038" y="1295400"/>
                    </a:lnTo>
                    <a:lnTo>
                      <a:pt x="35598" y="1295400"/>
                    </a:lnTo>
                    <a:lnTo>
                      <a:pt x="40894" y="1308100"/>
                    </a:lnTo>
                    <a:lnTo>
                      <a:pt x="40741" y="1308100"/>
                    </a:lnTo>
                    <a:lnTo>
                      <a:pt x="46520" y="1320800"/>
                    </a:lnTo>
                    <a:lnTo>
                      <a:pt x="46367" y="1320800"/>
                    </a:lnTo>
                    <a:lnTo>
                      <a:pt x="52603" y="1333500"/>
                    </a:lnTo>
                    <a:close/>
                  </a:path>
                  <a:path w="2172970" h="1447800">
                    <a:moveTo>
                      <a:pt x="2136952" y="1333500"/>
                    </a:moveTo>
                    <a:lnTo>
                      <a:pt x="2119934" y="1333500"/>
                    </a:lnTo>
                    <a:lnTo>
                      <a:pt x="2126183" y="1320800"/>
                    </a:lnTo>
                    <a:lnTo>
                      <a:pt x="2126018" y="1320800"/>
                    </a:lnTo>
                    <a:lnTo>
                      <a:pt x="2131796" y="1308100"/>
                    </a:lnTo>
                    <a:lnTo>
                      <a:pt x="2131656" y="1308100"/>
                    </a:lnTo>
                    <a:lnTo>
                      <a:pt x="2136952" y="1295400"/>
                    </a:lnTo>
                    <a:lnTo>
                      <a:pt x="2141499" y="1295400"/>
                    </a:lnTo>
                    <a:lnTo>
                      <a:pt x="2145804" y="1282700"/>
                    </a:lnTo>
                    <a:lnTo>
                      <a:pt x="2149462" y="1270000"/>
                    </a:lnTo>
                    <a:lnTo>
                      <a:pt x="2161539" y="1270000"/>
                    </a:lnTo>
                    <a:lnTo>
                      <a:pt x="2157679" y="1282700"/>
                    </a:lnTo>
                    <a:lnTo>
                      <a:pt x="2153259" y="1295400"/>
                    </a:lnTo>
                    <a:lnTo>
                      <a:pt x="2148331" y="1308100"/>
                    </a:lnTo>
                    <a:lnTo>
                      <a:pt x="2142883" y="1320800"/>
                    </a:lnTo>
                    <a:lnTo>
                      <a:pt x="2136952" y="1333500"/>
                    </a:lnTo>
                    <a:close/>
                  </a:path>
                  <a:path w="2172970" h="1447800">
                    <a:moveTo>
                      <a:pt x="81165" y="1371600"/>
                    </a:moveTo>
                    <a:lnTo>
                      <a:pt x="63919" y="1371600"/>
                    </a:lnTo>
                    <a:lnTo>
                      <a:pt x="56184" y="1358900"/>
                    </a:lnTo>
                    <a:lnTo>
                      <a:pt x="48869" y="1346200"/>
                    </a:lnTo>
                    <a:lnTo>
                      <a:pt x="41998" y="1333500"/>
                    </a:lnTo>
                    <a:lnTo>
                      <a:pt x="52438" y="1333500"/>
                    </a:lnTo>
                    <a:lnTo>
                      <a:pt x="59131" y="1346200"/>
                    </a:lnTo>
                    <a:lnTo>
                      <a:pt x="65874" y="1346200"/>
                    </a:lnTo>
                    <a:lnTo>
                      <a:pt x="73418" y="1358900"/>
                    </a:lnTo>
                    <a:lnTo>
                      <a:pt x="73215" y="1358900"/>
                    </a:lnTo>
                    <a:lnTo>
                      <a:pt x="81165" y="1371600"/>
                    </a:lnTo>
                    <a:close/>
                  </a:path>
                  <a:path w="2172970" h="1447800">
                    <a:moveTo>
                      <a:pt x="66065" y="1346200"/>
                    </a:moveTo>
                    <a:lnTo>
                      <a:pt x="59131" y="1346200"/>
                    </a:lnTo>
                    <a:lnTo>
                      <a:pt x="58953" y="1333500"/>
                    </a:lnTo>
                    <a:lnTo>
                      <a:pt x="66065" y="1346200"/>
                    </a:lnTo>
                    <a:close/>
                  </a:path>
                  <a:path w="2172970" h="1447800">
                    <a:moveTo>
                      <a:pt x="2113419" y="1346200"/>
                    </a:moveTo>
                    <a:lnTo>
                      <a:pt x="2106472" y="1346200"/>
                    </a:lnTo>
                    <a:lnTo>
                      <a:pt x="2113597" y="1333500"/>
                    </a:lnTo>
                    <a:lnTo>
                      <a:pt x="2113419" y="1346200"/>
                    </a:lnTo>
                    <a:close/>
                  </a:path>
                  <a:path w="2172970" h="1447800">
                    <a:moveTo>
                      <a:pt x="2108619" y="1371600"/>
                    </a:moveTo>
                    <a:lnTo>
                      <a:pt x="2091385" y="1371600"/>
                    </a:lnTo>
                    <a:lnTo>
                      <a:pt x="2099322" y="1358900"/>
                    </a:lnTo>
                    <a:lnTo>
                      <a:pt x="2099119" y="1358900"/>
                    </a:lnTo>
                    <a:lnTo>
                      <a:pt x="2106663" y="1346200"/>
                    </a:lnTo>
                    <a:lnTo>
                      <a:pt x="2113419" y="1346200"/>
                    </a:lnTo>
                    <a:lnTo>
                      <a:pt x="2120112" y="1333500"/>
                    </a:lnTo>
                    <a:lnTo>
                      <a:pt x="2130552" y="1333500"/>
                    </a:lnTo>
                    <a:lnTo>
                      <a:pt x="2123681" y="1346200"/>
                    </a:lnTo>
                    <a:lnTo>
                      <a:pt x="2116366" y="1358900"/>
                    </a:lnTo>
                    <a:lnTo>
                      <a:pt x="2108619" y="1371600"/>
                    </a:lnTo>
                    <a:close/>
                  </a:path>
                  <a:path w="2172970" h="1447800">
                    <a:moveTo>
                      <a:pt x="89280" y="1371600"/>
                    </a:moveTo>
                    <a:lnTo>
                      <a:pt x="81165" y="1371600"/>
                    </a:lnTo>
                    <a:lnTo>
                      <a:pt x="80949" y="1358900"/>
                    </a:lnTo>
                    <a:lnTo>
                      <a:pt x="89280" y="1371600"/>
                    </a:lnTo>
                    <a:close/>
                  </a:path>
                  <a:path w="2172970" h="1447800">
                    <a:moveTo>
                      <a:pt x="2091385" y="1371600"/>
                    </a:moveTo>
                    <a:lnTo>
                      <a:pt x="2083257" y="1371600"/>
                    </a:lnTo>
                    <a:lnTo>
                      <a:pt x="2091601" y="1358900"/>
                    </a:lnTo>
                    <a:lnTo>
                      <a:pt x="2091385" y="1371600"/>
                    </a:lnTo>
                    <a:close/>
                  </a:path>
                  <a:path w="2172970" h="1447800">
                    <a:moveTo>
                      <a:pt x="97764" y="1384300"/>
                    </a:moveTo>
                    <a:lnTo>
                      <a:pt x="80632" y="1384300"/>
                    </a:lnTo>
                    <a:lnTo>
                      <a:pt x="72072" y="1371600"/>
                    </a:lnTo>
                    <a:lnTo>
                      <a:pt x="89065" y="1371600"/>
                    </a:lnTo>
                    <a:lnTo>
                      <a:pt x="97764" y="1384300"/>
                    </a:lnTo>
                    <a:close/>
                  </a:path>
                  <a:path w="2172970" h="1447800">
                    <a:moveTo>
                      <a:pt x="2091918" y="1384300"/>
                    </a:moveTo>
                    <a:lnTo>
                      <a:pt x="2074773" y="1384300"/>
                    </a:lnTo>
                    <a:lnTo>
                      <a:pt x="2083485" y="1371600"/>
                    </a:lnTo>
                    <a:lnTo>
                      <a:pt x="2100465" y="1371600"/>
                    </a:lnTo>
                    <a:lnTo>
                      <a:pt x="2091918" y="1384300"/>
                    </a:lnTo>
                    <a:close/>
                  </a:path>
                  <a:path w="2172970" h="1447800">
                    <a:moveTo>
                      <a:pt x="135039" y="1409700"/>
                    </a:moveTo>
                    <a:lnTo>
                      <a:pt x="108534" y="1409700"/>
                    </a:lnTo>
                    <a:lnTo>
                      <a:pt x="98882" y="1397000"/>
                    </a:lnTo>
                    <a:lnTo>
                      <a:pt x="89573" y="1384300"/>
                    </a:lnTo>
                    <a:lnTo>
                      <a:pt x="106362" y="1384300"/>
                    </a:lnTo>
                    <a:lnTo>
                      <a:pt x="115773" y="1397000"/>
                    </a:lnTo>
                    <a:lnTo>
                      <a:pt x="124993" y="1397000"/>
                    </a:lnTo>
                    <a:lnTo>
                      <a:pt x="135039" y="1409700"/>
                    </a:lnTo>
                    <a:close/>
                  </a:path>
                  <a:path w="2172970" h="1447800">
                    <a:moveTo>
                      <a:pt x="2064016" y="1409700"/>
                    </a:moveTo>
                    <a:lnTo>
                      <a:pt x="2037499" y="1409700"/>
                    </a:lnTo>
                    <a:lnTo>
                      <a:pt x="2047557" y="1397000"/>
                    </a:lnTo>
                    <a:lnTo>
                      <a:pt x="2056777" y="1397000"/>
                    </a:lnTo>
                    <a:lnTo>
                      <a:pt x="2066188" y="1384300"/>
                    </a:lnTo>
                    <a:lnTo>
                      <a:pt x="2082977" y="1384300"/>
                    </a:lnTo>
                    <a:lnTo>
                      <a:pt x="2073668" y="1397000"/>
                    </a:lnTo>
                    <a:lnTo>
                      <a:pt x="2064016" y="1409700"/>
                    </a:lnTo>
                    <a:close/>
                  </a:path>
                  <a:path w="2172970" h="1447800">
                    <a:moveTo>
                      <a:pt x="166090" y="1422400"/>
                    </a:moveTo>
                    <a:lnTo>
                      <a:pt x="128841" y="1422400"/>
                    </a:lnTo>
                    <a:lnTo>
                      <a:pt x="118529" y="1409700"/>
                    </a:lnTo>
                    <a:lnTo>
                      <a:pt x="155181" y="1409700"/>
                    </a:lnTo>
                    <a:lnTo>
                      <a:pt x="166090" y="1422400"/>
                    </a:lnTo>
                    <a:close/>
                  </a:path>
                  <a:path w="2172970" h="1447800">
                    <a:moveTo>
                      <a:pt x="2043696" y="1422400"/>
                    </a:moveTo>
                    <a:lnTo>
                      <a:pt x="2006460" y="1422400"/>
                    </a:lnTo>
                    <a:lnTo>
                      <a:pt x="2017356" y="1409700"/>
                    </a:lnTo>
                    <a:lnTo>
                      <a:pt x="2054021" y="1409700"/>
                    </a:lnTo>
                    <a:lnTo>
                      <a:pt x="2043696" y="1422400"/>
                    </a:lnTo>
                    <a:close/>
                  </a:path>
                  <a:path w="2172970" h="1447800">
                    <a:moveTo>
                      <a:pt x="199262" y="1435100"/>
                    </a:moveTo>
                    <a:lnTo>
                      <a:pt x="161569" y="1435100"/>
                    </a:lnTo>
                    <a:lnTo>
                      <a:pt x="150380" y="1422400"/>
                    </a:lnTo>
                    <a:lnTo>
                      <a:pt x="193433" y="1422400"/>
                    </a:lnTo>
                    <a:lnTo>
                      <a:pt x="199262" y="1435100"/>
                    </a:lnTo>
                    <a:close/>
                  </a:path>
                  <a:path w="2172970" h="1447800">
                    <a:moveTo>
                      <a:pt x="2010968" y="1435100"/>
                    </a:moveTo>
                    <a:lnTo>
                      <a:pt x="1973287" y="1435100"/>
                    </a:lnTo>
                    <a:lnTo>
                      <a:pt x="1979117" y="1422400"/>
                    </a:lnTo>
                    <a:lnTo>
                      <a:pt x="2022170" y="1422400"/>
                    </a:lnTo>
                    <a:lnTo>
                      <a:pt x="2010968" y="1435100"/>
                    </a:lnTo>
                    <a:close/>
                  </a:path>
                  <a:path w="2172970" h="1447800">
                    <a:moveTo>
                      <a:pt x="1969871" y="1447800"/>
                    </a:moveTo>
                    <a:lnTo>
                      <a:pt x="202679" y="1447800"/>
                    </a:lnTo>
                    <a:lnTo>
                      <a:pt x="196634" y="1435100"/>
                    </a:lnTo>
                    <a:lnTo>
                      <a:pt x="1975916" y="1435100"/>
                    </a:lnTo>
                    <a:lnTo>
                      <a:pt x="1969871" y="1447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10023961" y="4904639"/>
              <a:ext cx="1343025" cy="6985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6858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latin typeface="+mn-lt"/>
                  <a:cs typeface="Times New Roman"/>
                </a:rPr>
                <a:t>Commonsense reasoning</a:t>
              </a:r>
              <a:endParaRPr sz="1600" dirty="0">
                <a:latin typeface="+mn-lt"/>
                <a:cs typeface="Times New Roman"/>
              </a:endParaRPr>
            </a:p>
            <a:p>
              <a:pPr marL="12700">
                <a:lnSpc>
                  <a:spcPct val="100000"/>
                </a:lnSpc>
                <a:spcBef>
                  <a:spcPts val="25"/>
                </a:spcBef>
              </a:pPr>
              <a:r>
                <a:rPr sz="1200" dirty="0">
                  <a:latin typeface="+mn-lt"/>
                  <a:cs typeface="Times New Roman"/>
                </a:rPr>
                <a:t>Raco (Yu et al, 2022)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6538025-003E-4256-B415-7D76CC110B3E}"/>
              </a:ext>
            </a:extLst>
          </p:cNvPr>
          <p:cNvGrpSpPr/>
          <p:nvPr/>
        </p:nvGrpSpPr>
        <p:grpSpPr>
          <a:xfrm>
            <a:off x="9868653" y="3186406"/>
            <a:ext cx="2172970" cy="1447800"/>
            <a:chOff x="9868653" y="3186406"/>
            <a:chExt cx="2172970" cy="1447800"/>
          </a:xfrm>
        </p:grpSpPr>
        <p:sp>
          <p:nvSpPr>
            <p:cNvPr id="30" name="object 30"/>
            <p:cNvSpPr/>
            <p:nvPr/>
          </p:nvSpPr>
          <p:spPr>
            <a:xfrm>
              <a:off x="9868653" y="3186406"/>
              <a:ext cx="2172970" cy="1447800"/>
            </a:xfrm>
            <a:custGeom>
              <a:avLst/>
              <a:gdLst/>
              <a:ahLst/>
              <a:cxnLst/>
              <a:rect l="l" t="t" r="r" b="b"/>
              <a:pathLst>
                <a:path w="2172970" h="1447800">
                  <a:moveTo>
                    <a:pt x="2010968" y="12699"/>
                  </a:moveTo>
                  <a:lnTo>
                    <a:pt x="161569" y="12699"/>
                  </a:lnTo>
                  <a:lnTo>
                    <a:pt x="172986" y="0"/>
                  </a:lnTo>
                  <a:lnTo>
                    <a:pt x="1999564" y="0"/>
                  </a:lnTo>
                  <a:lnTo>
                    <a:pt x="2010968" y="12699"/>
                  </a:lnTo>
                  <a:close/>
                </a:path>
                <a:path w="2172970" h="1447800">
                  <a:moveTo>
                    <a:pt x="165785" y="25399"/>
                  </a:moveTo>
                  <a:lnTo>
                    <a:pt x="128841" y="25399"/>
                  </a:lnTo>
                  <a:lnTo>
                    <a:pt x="139471" y="12699"/>
                  </a:lnTo>
                  <a:lnTo>
                    <a:pt x="176949" y="12699"/>
                  </a:lnTo>
                  <a:lnTo>
                    <a:pt x="165785" y="25399"/>
                  </a:lnTo>
                  <a:close/>
                </a:path>
                <a:path w="2172970" h="1447800">
                  <a:moveTo>
                    <a:pt x="2043696" y="25399"/>
                  </a:moveTo>
                  <a:lnTo>
                    <a:pt x="2006752" y="25399"/>
                  </a:lnTo>
                  <a:lnTo>
                    <a:pt x="1995601" y="12699"/>
                  </a:lnTo>
                  <a:lnTo>
                    <a:pt x="2033079" y="12699"/>
                  </a:lnTo>
                  <a:lnTo>
                    <a:pt x="2043696" y="25399"/>
                  </a:lnTo>
                  <a:close/>
                </a:path>
                <a:path w="2172970" h="1447800">
                  <a:moveTo>
                    <a:pt x="134772" y="38099"/>
                  </a:moveTo>
                  <a:lnTo>
                    <a:pt x="108534" y="38099"/>
                  </a:lnTo>
                  <a:lnTo>
                    <a:pt x="118529" y="25399"/>
                  </a:lnTo>
                  <a:lnTo>
                    <a:pt x="145122" y="25399"/>
                  </a:lnTo>
                  <a:lnTo>
                    <a:pt x="134772" y="38099"/>
                  </a:lnTo>
                  <a:close/>
                </a:path>
                <a:path w="2172970" h="1447800">
                  <a:moveTo>
                    <a:pt x="2064016" y="38099"/>
                  </a:moveTo>
                  <a:lnTo>
                    <a:pt x="2037778" y="38099"/>
                  </a:lnTo>
                  <a:lnTo>
                    <a:pt x="2027427" y="25399"/>
                  </a:lnTo>
                  <a:lnTo>
                    <a:pt x="2054021" y="25399"/>
                  </a:lnTo>
                  <a:lnTo>
                    <a:pt x="2064016" y="38099"/>
                  </a:lnTo>
                  <a:close/>
                </a:path>
                <a:path w="2172970" h="1447800">
                  <a:moveTo>
                    <a:pt x="97535" y="63499"/>
                  </a:moveTo>
                  <a:lnTo>
                    <a:pt x="80632" y="63499"/>
                  </a:lnTo>
                  <a:lnTo>
                    <a:pt x="89573" y="50799"/>
                  </a:lnTo>
                  <a:lnTo>
                    <a:pt x="98882" y="38099"/>
                  </a:lnTo>
                  <a:lnTo>
                    <a:pt x="125260" y="38099"/>
                  </a:lnTo>
                  <a:lnTo>
                    <a:pt x="115519" y="50799"/>
                  </a:lnTo>
                  <a:lnTo>
                    <a:pt x="106603" y="50799"/>
                  </a:lnTo>
                  <a:lnTo>
                    <a:pt x="97535" y="63499"/>
                  </a:lnTo>
                  <a:close/>
                </a:path>
                <a:path w="2172970" h="1447800">
                  <a:moveTo>
                    <a:pt x="2091918" y="63499"/>
                  </a:moveTo>
                  <a:lnTo>
                    <a:pt x="2075014" y="63499"/>
                  </a:lnTo>
                  <a:lnTo>
                    <a:pt x="2065947" y="50799"/>
                  </a:lnTo>
                  <a:lnTo>
                    <a:pt x="2057031" y="50799"/>
                  </a:lnTo>
                  <a:lnTo>
                    <a:pt x="2047290" y="38099"/>
                  </a:lnTo>
                  <a:lnTo>
                    <a:pt x="2073668" y="38099"/>
                  </a:lnTo>
                  <a:lnTo>
                    <a:pt x="2082977" y="50799"/>
                  </a:lnTo>
                  <a:lnTo>
                    <a:pt x="2091918" y="63499"/>
                  </a:lnTo>
                  <a:close/>
                </a:path>
                <a:path w="2172970" h="1447800">
                  <a:moveTo>
                    <a:pt x="73215" y="88899"/>
                  </a:moveTo>
                  <a:lnTo>
                    <a:pt x="56184" y="88899"/>
                  </a:lnTo>
                  <a:lnTo>
                    <a:pt x="63919" y="76199"/>
                  </a:lnTo>
                  <a:lnTo>
                    <a:pt x="72072" y="63499"/>
                  </a:lnTo>
                  <a:lnTo>
                    <a:pt x="89280" y="63499"/>
                  </a:lnTo>
                  <a:lnTo>
                    <a:pt x="80949" y="76199"/>
                  </a:lnTo>
                  <a:lnTo>
                    <a:pt x="81165" y="76199"/>
                  </a:lnTo>
                  <a:lnTo>
                    <a:pt x="73215" y="88899"/>
                  </a:lnTo>
                  <a:close/>
                </a:path>
                <a:path w="2172970" h="1447800">
                  <a:moveTo>
                    <a:pt x="2116366" y="88899"/>
                  </a:moveTo>
                  <a:lnTo>
                    <a:pt x="2099322" y="88899"/>
                  </a:lnTo>
                  <a:lnTo>
                    <a:pt x="2091385" y="76199"/>
                  </a:lnTo>
                  <a:lnTo>
                    <a:pt x="2091601" y="76199"/>
                  </a:lnTo>
                  <a:lnTo>
                    <a:pt x="2083257" y="63499"/>
                  </a:lnTo>
                  <a:lnTo>
                    <a:pt x="2100465" y="63499"/>
                  </a:lnTo>
                  <a:lnTo>
                    <a:pt x="2108619" y="76199"/>
                  </a:lnTo>
                  <a:lnTo>
                    <a:pt x="2116366" y="88899"/>
                  </a:lnTo>
                  <a:close/>
                </a:path>
                <a:path w="2172970" h="1447800">
                  <a:moveTo>
                    <a:pt x="40741" y="126999"/>
                  </a:moveTo>
                  <a:lnTo>
                    <a:pt x="29654" y="126999"/>
                  </a:lnTo>
                  <a:lnTo>
                    <a:pt x="35585" y="114299"/>
                  </a:lnTo>
                  <a:lnTo>
                    <a:pt x="41998" y="101599"/>
                  </a:lnTo>
                  <a:lnTo>
                    <a:pt x="48869" y="88899"/>
                  </a:lnTo>
                  <a:lnTo>
                    <a:pt x="66065" y="88899"/>
                  </a:lnTo>
                  <a:lnTo>
                    <a:pt x="58953" y="101599"/>
                  </a:lnTo>
                  <a:lnTo>
                    <a:pt x="59131" y="101599"/>
                  </a:lnTo>
                  <a:lnTo>
                    <a:pt x="52438" y="114299"/>
                  </a:lnTo>
                  <a:lnTo>
                    <a:pt x="46520" y="114299"/>
                  </a:lnTo>
                  <a:lnTo>
                    <a:pt x="40741" y="126999"/>
                  </a:lnTo>
                  <a:close/>
                </a:path>
                <a:path w="2172970" h="1447800">
                  <a:moveTo>
                    <a:pt x="2142883" y="126999"/>
                  </a:moveTo>
                  <a:lnTo>
                    <a:pt x="2131796" y="126999"/>
                  </a:lnTo>
                  <a:lnTo>
                    <a:pt x="2126018" y="114299"/>
                  </a:lnTo>
                  <a:lnTo>
                    <a:pt x="2120112" y="114299"/>
                  </a:lnTo>
                  <a:lnTo>
                    <a:pt x="2113419" y="101599"/>
                  </a:lnTo>
                  <a:lnTo>
                    <a:pt x="2113597" y="101599"/>
                  </a:lnTo>
                  <a:lnTo>
                    <a:pt x="2106472" y="88899"/>
                  </a:lnTo>
                  <a:lnTo>
                    <a:pt x="2123681" y="88899"/>
                  </a:lnTo>
                  <a:lnTo>
                    <a:pt x="2130552" y="101599"/>
                  </a:lnTo>
                  <a:lnTo>
                    <a:pt x="2136952" y="114299"/>
                  </a:lnTo>
                  <a:lnTo>
                    <a:pt x="2142883" y="126999"/>
                  </a:lnTo>
                  <a:close/>
                </a:path>
                <a:path w="2172970" h="1447800">
                  <a:moveTo>
                    <a:pt x="21462" y="177799"/>
                  </a:moveTo>
                  <a:lnTo>
                    <a:pt x="9271" y="177799"/>
                  </a:lnTo>
                  <a:lnTo>
                    <a:pt x="11010" y="165099"/>
                  </a:lnTo>
                  <a:lnTo>
                    <a:pt x="14871" y="152399"/>
                  </a:lnTo>
                  <a:lnTo>
                    <a:pt x="19278" y="139699"/>
                  </a:lnTo>
                  <a:lnTo>
                    <a:pt x="24218" y="126999"/>
                  </a:lnTo>
                  <a:lnTo>
                    <a:pt x="40894" y="126999"/>
                  </a:lnTo>
                  <a:lnTo>
                    <a:pt x="35598" y="139699"/>
                  </a:lnTo>
                  <a:lnTo>
                    <a:pt x="30924" y="152399"/>
                  </a:lnTo>
                  <a:lnTo>
                    <a:pt x="26746" y="165099"/>
                  </a:lnTo>
                  <a:lnTo>
                    <a:pt x="23152" y="165099"/>
                  </a:lnTo>
                  <a:lnTo>
                    <a:pt x="21462" y="177799"/>
                  </a:lnTo>
                  <a:close/>
                </a:path>
                <a:path w="2172970" h="1447800">
                  <a:moveTo>
                    <a:pt x="2163279" y="177799"/>
                  </a:moveTo>
                  <a:lnTo>
                    <a:pt x="2151087" y="177799"/>
                  </a:lnTo>
                  <a:lnTo>
                    <a:pt x="2149398" y="165099"/>
                  </a:lnTo>
                  <a:lnTo>
                    <a:pt x="2145804" y="165099"/>
                  </a:lnTo>
                  <a:lnTo>
                    <a:pt x="2141499" y="152399"/>
                  </a:lnTo>
                  <a:lnTo>
                    <a:pt x="2136825" y="139699"/>
                  </a:lnTo>
                  <a:lnTo>
                    <a:pt x="2131656" y="126999"/>
                  </a:lnTo>
                  <a:lnTo>
                    <a:pt x="2148331" y="126999"/>
                  </a:lnTo>
                  <a:lnTo>
                    <a:pt x="2153259" y="139699"/>
                  </a:lnTo>
                  <a:lnTo>
                    <a:pt x="2157679" y="152399"/>
                  </a:lnTo>
                  <a:lnTo>
                    <a:pt x="2161539" y="165099"/>
                  </a:lnTo>
                  <a:lnTo>
                    <a:pt x="2163279" y="177799"/>
                  </a:lnTo>
                  <a:close/>
                </a:path>
                <a:path w="2172970" h="1447800">
                  <a:moveTo>
                    <a:pt x="18592" y="190499"/>
                  </a:moveTo>
                  <a:lnTo>
                    <a:pt x="6235" y="190499"/>
                  </a:lnTo>
                  <a:lnTo>
                    <a:pt x="7683" y="177799"/>
                  </a:lnTo>
                  <a:lnTo>
                    <a:pt x="20002" y="177799"/>
                  </a:lnTo>
                  <a:lnTo>
                    <a:pt x="18592" y="190499"/>
                  </a:lnTo>
                  <a:close/>
                </a:path>
                <a:path w="2172970" h="1447800">
                  <a:moveTo>
                    <a:pt x="2166315" y="190499"/>
                  </a:moveTo>
                  <a:lnTo>
                    <a:pt x="2153958" y="190499"/>
                  </a:lnTo>
                  <a:lnTo>
                    <a:pt x="2152548" y="177799"/>
                  </a:lnTo>
                  <a:lnTo>
                    <a:pt x="2164867" y="177799"/>
                  </a:lnTo>
                  <a:lnTo>
                    <a:pt x="2166315" y="190499"/>
                  </a:lnTo>
                  <a:close/>
                </a:path>
                <a:path w="2172970" h="1447800">
                  <a:moveTo>
                    <a:pt x="16255" y="203199"/>
                  </a:moveTo>
                  <a:lnTo>
                    <a:pt x="2755" y="203199"/>
                  </a:lnTo>
                  <a:lnTo>
                    <a:pt x="3771" y="190499"/>
                  </a:lnTo>
                  <a:lnTo>
                    <a:pt x="17386" y="190499"/>
                  </a:lnTo>
                  <a:lnTo>
                    <a:pt x="16255" y="203199"/>
                  </a:lnTo>
                  <a:close/>
                </a:path>
                <a:path w="2172970" h="1447800">
                  <a:moveTo>
                    <a:pt x="2169782" y="203199"/>
                  </a:moveTo>
                  <a:lnTo>
                    <a:pt x="2156282" y="203199"/>
                  </a:lnTo>
                  <a:lnTo>
                    <a:pt x="2155164" y="190499"/>
                  </a:lnTo>
                  <a:lnTo>
                    <a:pt x="2168779" y="190499"/>
                  </a:lnTo>
                  <a:lnTo>
                    <a:pt x="2169782" y="203199"/>
                  </a:lnTo>
                  <a:close/>
                </a:path>
                <a:path w="2172970" h="1447800">
                  <a:moveTo>
                    <a:pt x="14490" y="215899"/>
                  </a:moveTo>
                  <a:lnTo>
                    <a:pt x="1193" y="215899"/>
                  </a:lnTo>
                  <a:lnTo>
                    <a:pt x="1904" y="203199"/>
                  </a:lnTo>
                  <a:lnTo>
                    <a:pt x="15328" y="203199"/>
                  </a:lnTo>
                  <a:lnTo>
                    <a:pt x="14490" y="215899"/>
                  </a:lnTo>
                  <a:close/>
                </a:path>
                <a:path w="2172970" h="1447800">
                  <a:moveTo>
                    <a:pt x="2171357" y="215899"/>
                  </a:moveTo>
                  <a:lnTo>
                    <a:pt x="2158060" y="215899"/>
                  </a:lnTo>
                  <a:lnTo>
                    <a:pt x="2157222" y="203199"/>
                  </a:lnTo>
                  <a:lnTo>
                    <a:pt x="2170645" y="203199"/>
                  </a:lnTo>
                  <a:lnTo>
                    <a:pt x="2171357" y="215899"/>
                  </a:lnTo>
                  <a:close/>
                </a:path>
                <a:path w="2172970" h="1447800">
                  <a:moveTo>
                    <a:pt x="12928" y="228599"/>
                  </a:moveTo>
                  <a:lnTo>
                    <a:pt x="241" y="228599"/>
                  </a:lnTo>
                  <a:lnTo>
                    <a:pt x="647" y="215899"/>
                  </a:lnTo>
                  <a:lnTo>
                    <a:pt x="13309" y="215899"/>
                  </a:lnTo>
                  <a:lnTo>
                    <a:pt x="12928" y="228599"/>
                  </a:lnTo>
                  <a:close/>
                </a:path>
                <a:path w="2172970" h="1447800">
                  <a:moveTo>
                    <a:pt x="2172309" y="228599"/>
                  </a:moveTo>
                  <a:lnTo>
                    <a:pt x="2159622" y="228599"/>
                  </a:lnTo>
                  <a:lnTo>
                    <a:pt x="2159241" y="215899"/>
                  </a:lnTo>
                  <a:lnTo>
                    <a:pt x="2171903" y="215899"/>
                  </a:lnTo>
                  <a:lnTo>
                    <a:pt x="2172309" y="228599"/>
                  </a:lnTo>
                  <a:close/>
                </a:path>
                <a:path w="2172970" h="1447800">
                  <a:moveTo>
                    <a:pt x="12700" y="1206500"/>
                  </a:moveTo>
                  <a:lnTo>
                    <a:pt x="0" y="1206500"/>
                  </a:lnTo>
                  <a:lnTo>
                    <a:pt x="0" y="228599"/>
                  </a:lnTo>
                  <a:lnTo>
                    <a:pt x="12700" y="228599"/>
                  </a:lnTo>
                  <a:lnTo>
                    <a:pt x="12700" y="1206500"/>
                  </a:lnTo>
                  <a:close/>
                </a:path>
                <a:path w="2172970" h="1447800">
                  <a:moveTo>
                    <a:pt x="2172538" y="1206500"/>
                  </a:moveTo>
                  <a:lnTo>
                    <a:pt x="2159850" y="1206500"/>
                  </a:lnTo>
                  <a:lnTo>
                    <a:pt x="2159850" y="228599"/>
                  </a:lnTo>
                  <a:lnTo>
                    <a:pt x="2172538" y="228599"/>
                  </a:lnTo>
                  <a:lnTo>
                    <a:pt x="2172538" y="1206500"/>
                  </a:lnTo>
                  <a:close/>
                </a:path>
                <a:path w="2172970" h="1447800">
                  <a:moveTo>
                    <a:pt x="13309" y="1219200"/>
                  </a:moveTo>
                  <a:lnTo>
                    <a:pt x="647" y="1219200"/>
                  </a:lnTo>
                  <a:lnTo>
                    <a:pt x="241" y="1206500"/>
                  </a:lnTo>
                  <a:lnTo>
                    <a:pt x="12928" y="1206500"/>
                  </a:lnTo>
                  <a:lnTo>
                    <a:pt x="13309" y="1219200"/>
                  </a:lnTo>
                  <a:close/>
                </a:path>
                <a:path w="2172970" h="1447800">
                  <a:moveTo>
                    <a:pt x="2171903" y="1219200"/>
                  </a:moveTo>
                  <a:lnTo>
                    <a:pt x="2159241" y="1219200"/>
                  </a:lnTo>
                  <a:lnTo>
                    <a:pt x="2159622" y="1206500"/>
                  </a:lnTo>
                  <a:lnTo>
                    <a:pt x="2172309" y="1206500"/>
                  </a:lnTo>
                  <a:lnTo>
                    <a:pt x="2171903" y="1219200"/>
                  </a:lnTo>
                  <a:close/>
                </a:path>
                <a:path w="2172970" h="1447800">
                  <a:moveTo>
                    <a:pt x="14516" y="1231900"/>
                  </a:moveTo>
                  <a:lnTo>
                    <a:pt x="1904" y="1231900"/>
                  </a:lnTo>
                  <a:lnTo>
                    <a:pt x="1193" y="1219200"/>
                  </a:lnTo>
                  <a:lnTo>
                    <a:pt x="13817" y="1219200"/>
                  </a:lnTo>
                  <a:lnTo>
                    <a:pt x="14516" y="1231900"/>
                  </a:lnTo>
                  <a:close/>
                </a:path>
                <a:path w="2172970" h="1447800">
                  <a:moveTo>
                    <a:pt x="2170645" y="1231900"/>
                  </a:moveTo>
                  <a:lnTo>
                    <a:pt x="2158034" y="1231900"/>
                  </a:lnTo>
                  <a:lnTo>
                    <a:pt x="2158720" y="1219200"/>
                  </a:lnTo>
                  <a:lnTo>
                    <a:pt x="2171357" y="1219200"/>
                  </a:lnTo>
                  <a:lnTo>
                    <a:pt x="2170645" y="1231900"/>
                  </a:lnTo>
                  <a:close/>
                </a:path>
                <a:path w="2172970" h="1447800">
                  <a:moveTo>
                    <a:pt x="16281" y="1244600"/>
                  </a:moveTo>
                  <a:lnTo>
                    <a:pt x="3771" y="1244600"/>
                  </a:lnTo>
                  <a:lnTo>
                    <a:pt x="2755" y="1231900"/>
                  </a:lnTo>
                  <a:lnTo>
                    <a:pt x="15303" y="1231900"/>
                  </a:lnTo>
                  <a:lnTo>
                    <a:pt x="16281" y="1244600"/>
                  </a:lnTo>
                  <a:close/>
                </a:path>
                <a:path w="2172970" h="1447800">
                  <a:moveTo>
                    <a:pt x="2168779" y="1244600"/>
                  </a:moveTo>
                  <a:lnTo>
                    <a:pt x="2156256" y="1244600"/>
                  </a:lnTo>
                  <a:lnTo>
                    <a:pt x="2157247" y="1231900"/>
                  </a:lnTo>
                  <a:lnTo>
                    <a:pt x="2169782" y="1231900"/>
                  </a:lnTo>
                  <a:lnTo>
                    <a:pt x="2168779" y="1244600"/>
                  </a:lnTo>
                  <a:close/>
                </a:path>
                <a:path w="2172970" h="1447800">
                  <a:moveTo>
                    <a:pt x="18618" y="1257300"/>
                  </a:moveTo>
                  <a:lnTo>
                    <a:pt x="6235" y="1257300"/>
                  </a:lnTo>
                  <a:lnTo>
                    <a:pt x="4927" y="1244600"/>
                  </a:lnTo>
                  <a:lnTo>
                    <a:pt x="17348" y="1244600"/>
                  </a:lnTo>
                  <a:lnTo>
                    <a:pt x="18618" y="1257300"/>
                  </a:lnTo>
                  <a:close/>
                </a:path>
                <a:path w="2172970" h="1447800">
                  <a:moveTo>
                    <a:pt x="2166315" y="1257300"/>
                  </a:moveTo>
                  <a:lnTo>
                    <a:pt x="2153920" y="1257300"/>
                  </a:lnTo>
                  <a:lnTo>
                    <a:pt x="2155189" y="1244600"/>
                  </a:lnTo>
                  <a:lnTo>
                    <a:pt x="2167623" y="1244600"/>
                  </a:lnTo>
                  <a:lnTo>
                    <a:pt x="2166315" y="1257300"/>
                  </a:lnTo>
                  <a:close/>
                </a:path>
                <a:path w="2172970" h="1447800">
                  <a:moveTo>
                    <a:pt x="21513" y="1270000"/>
                  </a:moveTo>
                  <a:lnTo>
                    <a:pt x="9271" y="1270000"/>
                  </a:lnTo>
                  <a:lnTo>
                    <a:pt x="7683" y="1257300"/>
                  </a:lnTo>
                  <a:lnTo>
                    <a:pt x="19964" y="1257300"/>
                  </a:lnTo>
                  <a:lnTo>
                    <a:pt x="21513" y="1270000"/>
                  </a:lnTo>
                  <a:close/>
                </a:path>
                <a:path w="2172970" h="1447800">
                  <a:moveTo>
                    <a:pt x="2163279" y="1270000"/>
                  </a:moveTo>
                  <a:lnTo>
                    <a:pt x="2151037" y="1270000"/>
                  </a:lnTo>
                  <a:lnTo>
                    <a:pt x="2152586" y="1257300"/>
                  </a:lnTo>
                  <a:lnTo>
                    <a:pt x="2164867" y="1257300"/>
                  </a:lnTo>
                  <a:lnTo>
                    <a:pt x="2163279" y="1270000"/>
                  </a:lnTo>
                  <a:close/>
                </a:path>
                <a:path w="2172970" h="1447800">
                  <a:moveTo>
                    <a:pt x="52603" y="1333500"/>
                  </a:moveTo>
                  <a:lnTo>
                    <a:pt x="35585" y="1333500"/>
                  </a:lnTo>
                  <a:lnTo>
                    <a:pt x="29654" y="1320800"/>
                  </a:lnTo>
                  <a:lnTo>
                    <a:pt x="24218" y="1308100"/>
                  </a:lnTo>
                  <a:lnTo>
                    <a:pt x="19278" y="1295400"/>
                  </a:lnTo>
                  <a:lnTo>
                    <a:pt x="14871" y="1282700"/>
                  </a:lnTo>
                  <a:lnTo>
                    <a:pt x="11010" y="1270000"/>
                  </a:lnTo>
                  <a:lnTo>
                    <a:pt x="23075" y="1270000"/>
                  </a:lnTo>
                  <a:lnTo>
                    <a:pt x="26847" y="1282700"/>
                  </a:lnTo>
                  <a:lnTo>
                    <a:pt x="31038" y="1295400"/>
                  </a:lnTo>
                  <a:lnTo>
                    <a:pt x="35598" y="1295400"/>
                  </a:lnTo>
                  <a:lnTo>
                    <a:pt x="40894" y="1308100"/>
                  </a:lnTo>
                  <a:lnTo>
                    <a:pt x="40741" y="1308100"/>
                  </a:lnTo>
                  <a:lnTo>
                    <a:pt x="46520" y="1320800"/>
                  </a:lnTo>
                  <a:lnTo>
                    <a:pt x="46367" y="1320800"/>
                  </a:lnTo>
                  <a:lnTo>
                    <a:pt x="52603" y="1333500"/>
                  </a:lnTo>
                  <a:close/>
                </a:path>
                <a:path w="2172970" h="1447800">
                  <a:moveTo>
                    <a:pt x="2136952" y="1333500"/>
                  </a:moveTo>
                  <a:lnTo>
                    <a:pt x="2119934" y="1333500"/>
                  </a:lnTo>
                  <a:lnTo>
                    <a:pt x="2126183" y="1320800"/>
                  </a:lnTo>
                  <a:lnTo>
                    <a:pt x="2126018" y="1320800"/>
                  </a:lnTo>
                  <a:lnTo>
                    <a:pt x="2131796" y="1308100"/>
                  </a:lnTo>
                  <a:lnTo>
                    <a:pt x="2131656" y="1308100"/>
                  </a:lnTo>
                  <a:lnTo>
                    <a:pt x="2136952" y="1295400"/>
                  </a:lnTo>
                  <a:lnTo>
                    <a:pt x="2141499" y="1295400"/>
                  </a:lnTo>
                  <a:lnTo>
                    <a:pt x="2145804" y="1282700"/>
                  </a:lnTo>
                  <a:lnTo>
                    <a:pt x="2149462" y="1270000"/>
                  </a:lnTo>
                  <a:lnTo>
                    <a:pt x="2161539" y="1270000"/>
                  </a:lnTo>
                  <a:lnTo>
                    <a:pt x="2157679" y="1282700"/>
                  </a:lnTo>
                  <a:lnTo>
                    <a:pt x="2153259" y="1295400"/>
                  </a:lnTo>
                  <a:lnTo>
                    <a:pt x="2148331" y="1308100"/>
                  </a:lnTo>
                  <a:lnTo>
                    <a:pt x="2142883" y="1320800"/>
                  </a:lnTo>
                  <a:lnTo>
                    <a:pt x="2136952" y="1333500"/>
                  </a:lnTo>
                  <a:close/>
                </a:path>
                <a:path w="2172970" h="1447800">
                  <a:moveTo>
                    <a:pt x="81165" y="1371600"/>
                  </a:moveTo>
                  <a:lnTo>
                    <a:pt x="63919" y="1371600"/>
                  </a:lnTo>
                  <a:lnTo>
                    <a:pt x="56184" y="1358900"/>
                  </a:lnTo>
                  <a:lnTo>
                    <a:pt x="48869" y="1346200"/>
                  </a:lnTo>
                  <a:lnTo>
                    <a:pt x="41998" y="1333500"/>
                  </a:lnTo>
                  <a:lnTo>
                    <a:pt x="52438" y="1333500"/>
                  </a:lnTo>
                  <a:lnTo>
                    <a:pt x="59131" y="1346200"/>
                  </a:lnTo>
                  <a:lnTo>
                    <a:pt x="65874" y="1346200"/>
                  </a:lnTo>
                  <a:lnTo>
                    <a:pt x="73418" y="1358900"/>
                  </a:lnTo>
                  <a:lnTo>
                    <a:pt x="73215" y="1358900"/>
                  </a:lnTo>
                  <a:lnTo>
                    <a:pt x="81165" y="1371600"/>
                  </a:lnTo>
                  <a:close/>
                </a:path>
                <a:path w="2172970" h="1447800">
                  <a:moveTo>
                    <a:pt x="66065" y="1346200"/>
                  </a:moveTo>
                  <a:lnTo>
                    <a:pt x="59131" y="1346200"/>
                  </a:lnTo>
                  <a:lnTo>
                    <a:pt x="58953" y="1333500"/>
                  </a:lnTo>
                  <a:lnTo>
                    <a:pt x="66065" y="1346200"/>
                  </a:lnTo>
                  <a:close/>
                </a:path>
                <a:path w="2172970" h="1447800">
                  <a:moveTo>
                    <a:pt x="2113419" y="1346200"/>
                  </a:moveTo>
                  <a:lnTo>
                    <a:pt x="2106472" y="1346200"/>
                  </a:lnTo>
                  <a:lnTo>
                    <a:pt x="2113597" y="1333500"/>
                  </a:lnTo>
                  <a:lnTo>
                    <a:pt x="2113419" y="1346200"/>
                  </a:lnTo>
                  <a:close/>
                </a:path>
                <a:path w="2172970" h="1447800">
                  <a:moveTo>
                    <a:pt x="2108619" y="1371600"/>
                  </a:moveTo>
                  <a:lnTo>
                    <a:pt x="2091385" y="1371600"/>
                  </a:lnTo>
                  <a:lnTo>
                    <a:pt x="2099322" y="1358900"/>
                  </a:lnTo>
                  <a:lnTo>
                    <a:pt x="2099119" y="1358900"/>
                  </a:lnTo>
                  <a:lnTo>
                    <a:pt x="2106663" y="1346200"/>
                  </a:lnTo>
                  <a:lnTo>
                    <a:pt x="2113419" y="1346200"/>
                  </a:lnTo>
                  <a:lnTo>
                    <a:pt x="2120112" y="1333500"/>
                  </a:lnTo>
                  <a:lnTo>
                    <a:pt x="2130552" y="1333500"/>
                  </a:lnTo>
                  <a:lnTo>
                    <a:pt x="2123681" y="1346200"/>
                  </a:lnTo>
                  <a:lnTo>
                    <a:pt x="2116366" y="1358900"/>
                  </a:lnTo>
                  <a:lnTo>
                    <a:pt x="2108619" y="1371600"/>
                  </a:lnTo>
                  <a:close/>
                </a:path>
                <a:path w="2172970" h="1447800">
                  <a:moveTo>
                    <a:pt x="89280" y="1371600"/>
                  </a:moveTo>
                  <a:lnTo>
                    <a:pt x="81165" y="1371600"/>
                  </a:lnTo>
                  <a:lnTo>
                    <a:pt x="80949" y="1358900"/>
                  </a:lnTo>
                  <a:lnTo>
                    <a:pt x="89280" y="1371600"/>
                  </a:lnTo>
                  <a:close/>
                </a:path>
                <a:path w="2172970" h="1447800">
                  <a:moveTo>
                    <a:pt x="2091385" y="1371600"/>
                  </a:moveTo>
                  <a:lnTo>
                    <a:pt x="2083257" y="1371600"/>
                  </a:lnTo>
                  <a:lnTo>
                    <a:pt x="2091601" y="1358900"/>
                  </a:lnTo>
                  <a:lnTo>
                    <a:pt x="2091385" y="1371600"/>
                  </a:lnTo>
                  <a:close/>
                </a:path>
                <a:path w="2172970" h="1447800">
                  <a:moveTo>
                    <a:pt x="97764" y="1384300"/>
                  </a:moveTo>
                  <a:lnTo>
                    <a:pt x="80632" y="1384300"/>
                  </a:lnTo>
                  <a:lnTo>
                    <a:pt x="72072" y="1371600"/>
                  </a:lnTo>
                  <a:lnTo>
                    <a:pt x="89065" y="1371600"/>
                  </a:lnTo>
                  <a:lnTo>
                    <a:pt x="97764" y="1384300"/>
                  </a:lnTo>
                  <a:close/>
                </a:path>
                <a:path w="2172970" h="1447800">
                  <a:moveTo>
                    <a:pt x="2091918" y="1384300"/>
                  </a:moveTo>
                  <a:lnTo>
                    <a:pt x="2074773" y="1384300"/>
                  </a:lnTo>
                  <a:lnTo>
                    <a:pt x="2083485" y="1371600"/>
                  </a:lnTo>
                  <a:lnTo>
                    <a:pt x="2100465" y="1371600"/>
                  </a:lnTo>
                  <a:lnTo>
                    <a:pt x="2091918" y="1384300"/>
                  </a:lnTo>
                  <a:close/>
                </a:path>
                <a:path w="2172970" h="1447800">
                  <a:moveTo>
                    <a:pt x="135039" y="1409700"/>
                  </a:moveTo>
                  <a:lnTo>
                    <a:pt x="108534" y="1409700"/>
                  </a:lnTo>
                  <a:lnTo>
                    <a:pt x="98882" y="1397000"/>
                  </a:lnTo>
                  <a:lnTo>
                    <a:pt x="89573" y="1384300"/>
                  </a:lnTo>
                  <a:lnTo>
                    <a:pt x="106362" y="1384300"/>
                  </a:lnTo>
                  <a:lnTo>
                    <a:pt x="115773" y="1397000"/>
                  </a:lnTo>
                  <a:lnTo>
                    <a:pt x="124993" y="1397000"/>
                  </a:lnTo>
                  <a:lnTo>
                    <a:pt x="135039" y="1409700"/>
                  </a:lnTo>
                  <a:close/>
                </a:path>
                <a:path w="2172970" h="1447800">
                  <a:moveTo>
                    <a:pt x="2064016" y="1409700"/>
                  </a:moveTo>
                  <a:lnTo>
                    <a:pt x="2037499" y="1409700"/>
                  </a:lnTo>
                  <a:lnTo>
                    <a:pt x="2047557" y="1397000"/>
                  </a:lnTo>
                  <a:lnTo>
                    <a:pt x="2056777" y="1397000"/>
                  </a:lnTo>
                  <a:lnTo>
                    <a:pt x="2066188" y="1384300"/>
                  </a:lnTo>
                  <a:lnTo>
                    <a:pt x="2082977" y="1384300"/>
                  </a:lnTo>
                  <a:lnTo>
                    <a:pt x="2073668" y="1397000"/>
                  </a:lnTo>
                  <a:lnTo>
                    <a:pt x="2064016" y="1409700"/>
                  </a:lnTo>
                  <a:close/>
                </a:path>
                <a:path w="2172970" h="1447800">
                  <a:moveTo>
                    <a:pt x="166090" y="1422400"/>
                  </a:moveTo>
                  <a:lnTo>
                    <a:pt x="128841" y="1422400"/>
                  </a:lnTo>
                  <a:lnTo>
                    <a:pt x="118529" y="1409700"/>
                  </a:lnTo>
                  <a:lnTo>
                    <a:pt x="155181" y="1409700"/>
                  </a:lnTo>
                  <a:lnTo>
                    <a:pt x="166090" y="1422400"/>
                  </a:lnTo>
                  <a:close/>
                </a:path>
                <a:path w="2172970" h="1447800">
                  <a:moveTo>
                    <a:pt x="2043696" y="1422400"/>
                  </a:moveTo>
                  <a:lnTo>
                    <a:pt x="2006460" y="1422400"/>
                  </a:lnTo>
                  <a:lnTo>
                    <a:pt x="2017356" y="1409700"/>
                  </a:lnTo>
                  <a:lnTo>
                    <a:pt x="2054021" y="1409700"/>
                  </a:lnTo>
                  <a:lnTo>
                    <a:pt x="2043696" y="1422400"/>
                  </a:lnTo>
                  <a:close/>
                </a:path>
                <a:path w="2172970" h="1447800">
                  <a:moveTo>
                    <a:pt x="199262" y="1435100"/>
                  </a:moveTo>
                  <a:lnTo>
                    <a:pt x="161569" y="1435100"/>
                  </a:lnTo>
                  <a:lnTo>
                    <a:pt x="150380" y="1422400"/>
                  </a:lnTo>
                  <a:lnTo>
                    <a:pt x="193433" y="1422400"/>
                  </a:lnTo>
                  <a:lnTo>
                    <a:pt x="199262" y="1435100"/>
                  </a:lnTo>
                  <a:close/>
                </a:path>
                <a:path w="2172970" h="1447800">
                  <a:moveTo>
                    <a:pt x="2010968" y="1435100"/>
                  </a:moveTo>
                  <a:lnTo>
                    <a:pt x="1973287" y="1435100"/>
                  </a:lnTo>
                  <a:lnTo>
                    <a:pt x="1979117" y="1422400"/>
                  </a:lnTo>
                  <a:lnTo>
                    <a:pt x="2022170" y="1422400"/>
                  </a:lnTo>
                  <a:lnTo>
                    <a:pt x="2010968" y="1435100"/>
                  </a:lnTo>
                  <a:close/>
                </a:path>
                <a:path w="2172970" h="1447800">
                  <a:moveTo>
                    <a:pt x="1969871" y="1447800"/>
                  </a:moveTo>
                  <a:lnTo>
                    <a:pt x="202679" y="1447800"/>
                  </a:lnTo>
                  <a:lnTo>
                    <a:pt x="196634" y="1435100"/>
                  </a:lnTo>
                  <a:lnTo>
                    <a:pt x="1975916" y="1435100"/>
                  </a:lnTo>
                  <a:lnTo>
                    <a:pt x="1969871" y="144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0023961" y="3284640"/>
              <a:ext cx="1861820" cy="10033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latin typeface="+mn-lt"/>
                  <a:cs typeface="Times New Roman"/>
                </a:rPr>
                <a:t>Code Generation</a:t>
              </a:r>
              <a:endParaRPr sz="1600" dirty="0">
                <a:latin typeface="+mn-lt"/>
                <a:cs typeface="Times New Roman"/>
              </a:endParaRPr>
            </a:p>
            <a:p>
              <a:pPr marL="12700" marR="5080">
                <a:lnSpc>
                  <a:spcPct val="100000"/>
                </a:lnSpc>
                <a:spcBef>
                  <a:spcPts val="25"/>
                </a:spcBef>
              </a:pPr>
              <a:r>
                <a:rPr sz="1200" dirty="0">
                  <a:latin typeface="+mn-lt"/>
                  <a:cs typeface="Times New Roman"/>
                </a:rPr>
                <a:t>DocPrompting (Zhou et al., 2023</a:t>
              </a:r>
            </a:p>
            <a:p>
              <a:pPr marL="12700" marR="5080">
                <a:lnSpc>
                  <a:spcPct val="100000"/>
                </a:lnSpc>
              </a:pPr>
              <a:r>
                <a:rPr sz="1200" dirty="0">
                  <a:latin typeface="+mn-lt"/>
                  <a:cs typeface="Times New Roman"/>
                </a:rPr>
                <a:t>Natural ProverWelleck et al., 2022)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6CC5B28-C973-42C0-84C2-22DFF6429500}"/>
              </a:ext>
            </a:extLst>
          </p:cNvPr>
          <p:cNvGrpSpPr/>
          <p:nvPr/>
        </p:nvGrpSpPr>
        <p:grpSpPr>
          <a:xfrm>
            <a:off x="9868653" y="1566407"/>
            <a:ext cx="2172970" cy="1447800"/>
            <a:chOff x="9868653" y="1566407"/>
            <a:chExt cx="2172970" cy="1447800"/>
          </a:xfrm>
        </p:grpSpPr>
        <p:grpSp>
          <p:nvGrpSpPr>
            <p:cNvPr id="32" name="object 32"/>
            <p:cNvGrpSpPr/>
            <p:nvPr/>
          </p:nvGrpSpPr>
          <p:grpSpPr>
            <a:xfrm>
              <a:off x="9868653" y="1566407"/>
              <a:ext cx="2172970" cy="1447800"/>
              <a:chOff x="9342183" y="1351661"/>
              <a:chExt cx="2172970" cy="1447800"/>
            </a:xfrm>
          </p:grpSpPr>
          <p:sp>
            <p:nvSpPr>
              <p:cNvPr id="33" name="object 33"/>
              <p:cNvSpPr/>
              <p:nvPr/>
            </p:nvSpPr>
            <p:spPr>
              <a:xfrm>
                <a:off x="9348215" y="1357884"/>
                <a:ext cx="2159635" cy="1440180"/>
              </a:xfrm>
              <a:custGeom>
                <a:avLst/>
                <a:gdLst/>
                <a:ahLst/>
                <a:cxnLst/>
                <a:rect l="l" t="t" r="r" b="b"/>
                <a:pathLst>
                  <a:path w="2159634" h="1440180">
                    <a:moveTo>
                      <a:pt x="1920239" y="1440179"/>
                    </a:moveTo>
                    <a:lnTo>
                      <a:pt x="240791" y="1440179"/>
                    </a:lnTo>
                    <a:lnTo>
                      <a:pt x="192242" y="1435285"/>
                    </a:lnTo>
                    <a:lnTo>
                      <a:pt x="147052" y="1421278"/>
                    </a:lnTo>
                    <a:lnTo>
                      <a:pt x="106178" y="1399113"/>
                    </a:lnTo>
                    <a:lnTo>
                      <a:pt x="70575" y="1369747"/>
                    </a:lnTo>
                    <a:lnTo>
                      <a:pt x="41200" y="1334135"/>
                    </a:lnTo>
                    <a:lnTo>
                      <a:pt x="19008" y="1293234"/>
                    </a:lnTo>
                    <a:lnTo>
                      <a:pt x="4956" y="1248000"/>
                    </a:lnTo>
                    <a:lnTo>
                      <a:pt x="0" y="1199388"/>
                    </a:lnTo>
                    <a:lnTo>
                      <a:pt x="0" y="240791"/>
                    </a:lnTo>
                    <a:lnTo>
                      <a:pt x="4956" y="192204"/>
                    </a:lnTo>
                    <a:lnTo>
                      <a:pt x="19008" y="146988"/>
                    </a:lnTo>
                    <a:lnTo>
                      <a:pt x="41200" y="106097"/>
                    </a:lnTo>
                    <a:lnTo>
                      <a:pt x="70575" y="70489"/>
                    </a:lnTo>
                    <a:lnTo>
                      <a:pt x="106178" y="41120"/>
                    </a:lnTo>
                    <a:lnTo>
                      <a:pt x="147052" y="18944"/>
                    </a:lnTo>
                    <a:lnTo>
                      <a:pt x="192242" y="4919"/>
                    </a:lnTo>
                    <a:lnTo>
                      <a:pt x="240791" y="0"/>
                    </a:lnTo>
                    <a:lnTo>
                      <a:pt x="1920239" y="0"/>
                    </a:lnTo>
                    <a:lnTo>
                      <a:pt x="1968607" y="4919"/>
                    </a:lnTo>
                    <a:lnTo>
                      <a:pt x="2013648" y="18944"/>
                    </a:lnTo>
                    <a:lnTo>
                      <a:pt x="2054389" y="41120"/>
                    </a:lnTo>
                    <a:lnTo>
                      <a:pt x="2089856" y="70489"/>
                    </a:lnTo>
                    <a:lnTo>
                      <a:pt x="2119075" y="106097"/>
                    </a:lnTo>
                    <a:lnTo>
                      <a:pt x="2141072" y="146988"/>
                    </a:lnTo>
                    <a:lnTo>
                      <a:pt x="2154875" y="192204"/>
                    </a:lnTo>
                    <a:lnTo>
                      <a:pt x="2159507" y="240791"/>
                    </a:lnTo>
                    <a:lnTo>
                      <a:pt x="2159507" y="1199388"/>
                    </a:lnTo>
                    <a:lnTo>
                      <a:pt x="2154875" y="1248000"/>
                    </a:lnTo>
                    <a:lnTo>
                      <a:pt x="2141072" y="1293234"/>
                    </a:lnTo>
                    <a:lnTo>
                      <a:pt x="2119075" y="1334135"/>
                    </a:lnTo>
                    <a:lnTo>
                      <a:pt x="2089856" y="1369747"/>
                    </a:lnTo>
                    <a:lnTo>
                      <a:pt x="2054389" y="1399113"/>
                    </a:lnTo>
                    <a:lnTo>
                      <a:pt x="2013648" y="1421278"/>
                    </a:lnTo>
                    <a:lnTo>
                      <a:pt x="1968607" y="1435285"/>
                    </a:lnTo>
                    <a:lnTo>
                      <a:pt x="1920239" y="1440179"/>
                    </a:lnTo>
                    <a:close/>
                  </a:path>
                </a:pathLst>
              </a:custGeom>
              <a:solidFill>
                <a:srgbClr val="D3FBF8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9342183" y="1351661"/>
                <a:ext cx="217297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2172970" h="1447800">
                    <a:moveTo>
                      <a:pt x="2010968" y="12700"/>
                    </a:moveTo>
                    <a:lnTo>
                      <a:pt x="161569" y="12700"/>
                    </a:lnTo>
                    <a:lnTo>
                      <a:pt x="172986" y="0"/>
                    </a:lnTo>
                    <a:lnTo>
                      <a:pt x="1999564" y="0"/>
                    </a:lnTo>
                    <a:lnTo>
                      <a:pt x="2010968" y="12700"/>
                    </a:lnTo>
                    <a:close/>
                  </a:path>
                  <a:path w="2172970" h="1447800">
                    <a:moveTo>
                      <a:pt x="165785" y="25400"/>
                    </a:moveTo>
                    <a:lnTo>
                      <a:pt x="128841" y="25400"/>
                    </a:lnTo>
                    <a:lnTo>
                      <a:pt x="139471" y="12700"/>
                    </a:lnTo>
                    <a:lnTo>
                      <a:pt x="176949" y="12700"/>
                    </a:lnTo>
                    <a:lnTo>
                      <a:pt x="165785" y="25400"/>
                    </a:lnTo>
                    <a:close/>
                  </a:path>
                  <a:path w="2172970" h="1447800">
                    <a:moveTo>
                      <a:pt x="2043696" y="25400"/>
                    </a:moveTo>
                    <a:lnTo>
                      <a:pt x="2006752" y="25400"/>
                    </a:lnTo>
                    <a:lnTo>
                      <a:pt x="1995601" y="12700"/>
                    </a:lnTo>
                    <a:lnTo>
                      <a:pt x="2033079" y="12700"/>
                    </a:lnTo>
                    <a:lnTo>
                      <a:pt x="2043696" y="25400"/>
                    </a:lnTo>
                    <a:close/>
                  </a:path>
                  <a:path w="2172970" h="1447800">
                    <a:moveTo>
                      <a:pt x="134772" y="38100"/>
                    </a:moveTo>
                    <a:lnTo>
                      <a:pt x="108534" y="38100"/>
                    </a:lnTo>
                    <a:lnTo>
                      <a:pt x="118529" y="25400"/>
                    </a:lnTo>
                    <a:lnTo>
                      <a:pt x="145122" y="25400"/>
                    </a:lnTo>
                    <a:lnTo>
                      <a:pt x="134772" y="38100"/>
                    </a:lnTo>
                    <a:close/>
                  </a:path>
                  <a:path w="2172970" h="1447800">
                    <a:moveTo>
                      <a:pt x="2064016" y="38100"/>
                    </a:moveTo>
                    <a:lnTo>
                      <a:pt x="2037778" y="38100"/>
                    </a:lnTo>
                    <a:lnTo>
                      <a:pt x="2027427" y="25400"/>
                    </a:lnTo>
                    <a:lnTo>
                      <a:pt x="2054021" y="25400"/>
                    </a:lnTo>
                    <a:lnTo>
                      <a:pt x="2064016" y="38100"/>
                    </a:lnTo>
                    <a:close/>
                  </a:path>
                  <a:path w="2172970" h="1447800">
                    <a:moveTo>
                      <a:pt x="97535" y="63500"/>
                    </a:moveTo>
                    <a:lnTo>
                      <a:pt x="80632" y="63500"/>
                    </a:lnTo>
                    <a:lnTo>
                      <a:pt x="89573" y="50800"/>
                    </a:lnTo>
                    <a:lnTo>
                      <a:pt x="98882" y="38100"/>
                    </a:lnTo>
                    <a:lnTo>
                      <a:pt x="125260" y="38100"/>
                    </a:lnTo>
                    <a:lnTo>
                      <a:pt x="115519" y="50800"/>
                    </a:lnTo>
                    <a:lnTo>
                      <a:pt x="106603" y="50800"/>
                    </a:lnTo>
                    <a:lnTo>
                      <a:pt x="97535" y="63500"/>
                    </a:lnTo>
                    <a:close/>
                  </a:path>
                  <a:path w="2172970" h="1447800">
                    <a:moveTo>
                      <a:pt x="2091918" y="63500"/>
                    </a:moveTo>
                    <a:lnTo>
                      <a:pt x="2075014" y="63500"/>
                    </a:lnTo>
                    <a:lnTo>
                      <a:pt x="2065947" y="50800"/>
                    </a:lnTo>
                    <a:lnTo>
                      <a:pt x="2057031" y="50800"/>
                    </a:lnTo>
                    <a:lnTo>
                      <a:pt x="2047290" y="38100"/>
                    </a:lnTo>
                    <a:lnTo>
                      <a:pt x="2073668" y="38100"/>
                    </a:lnTo>
                    <a:lnTo>
                      <a:pt x="2082977" y="50800"/>
                    </a:lnTo>
                    <a:lnTo>
                      <a:pt x="2091918" y="63500"/>
                    </a:lnTo>
                    <a:close/>
                  </a:path>
                  <a:path w="2172970" h="1447800">
                    <a:moveTo>
                      <a:pt x="73215" y="88900"/>
                    </a:moveTo>
                    <a:lnTo>
                      <a:pt x="56184" y="88900"/>
                    </a:lnTo>
                    <a:lnTo>
                      <a:pt x="63919" y="76200"/>
                    </a:lnTo>
                    <a:lnTo>
                      <a:pt x="72072" y="63500"/>
                    </a:lnTo>
                    <a:lnTo>
                      <a:pt x="89280" y="63500"/>
                    </a:lnTo>
                    <a:lnTo>
                      <a:pt x="80949" y="76200"/>
                    </a:lnTo>
                    <a:lnTo>
                      <a:pt x="81165" y="76200"/>
                    </a:lnTo>
                    <a:lnTo>
                      <a:pt x="73215" y="88900"/>
                    </a:lnTo>
                    <a:close/>
                  </a:path>
                  <a:path w="2172970" h="1447800">
                    <a:moveTo>
                      <a:pt x="2116366" y="88900"/>
                    </a:moveTo>
                    <a:lnTo>
                      <a:pt x="2099322" y="88900"/>
                    </a:lnTo>
                    <a:lnTo>
                      <a:pt x="2091385" y="76200"/>
                    </a:lnTo>
                    <a:lnTo>
                      <a:pt x="2091601" y="76200"/>
                    </a:lnTo>
                    <a:lnTo>
                      <a:pt x="2083257" y="63500"/>
                    </a:lnTo>
                    <a:lnTo>
                      <a:pt x="2100465" y="63500"/>
                    </a:lnTo>
                    <a:lnTo>
                      <a:pt x="2108619" y="76200"/>
                    </a:lnTo>
                    <a:lnTo>
                      <a:pt x="2116366" y="88900"/>
                    </a:lnTo>
                    <a:close/>
                  </a:path>
                  <a:path w="2172970" h="1447800">
                    <a:moveTo>
                      <a:pt x="40741" y="127000"/>
                    </a:moveTo>
                    <a:lnTo>
                      <a:pt x="29654" y="127000"/>
                    </a:lnTo>
                    <a:lnTo>
                      <a:pt x="35585" y="114300"/>
                    </a:lnTo>
                    <a:lnTo>
                      <a:pt x="41998" y="101600"/>
                    </a:lnTo>
                    <a:lnTo>
                      <a:pt x="48869" y="88900"/>
                    </a:lnTo>
                    <a:lnTo>
                      <a:pt x="66065" y="88900"/>
                    </a:lnTo>
                    <a:lnTo>
                      <a:pt x="58953" y="101600"/>
                    </a:lnTo>
                    <a:lnTo>
                      <a:pt x="59131" y="101600"/>
                    </a:lnTo>
                    <a:lnTo>
                      <a:pt x="52438" y="114300"/>
                    </a:lnTo>
                    <a:lnTo>
                      <a:pt x="46520" y="114300"/>
                    </a:lnTo>
                    <a:lnTo>
                      <a:pt x="40741" y="127000"/>
                    </a:lnTo>
                    <a:close/>
                  </a:path>
                  <a:path w="2172970" h="1447800">
                    <a:moveTo>
                      <a:pt x="2142883" y="127000"/>
                    </a:moveTo>
                    <a:lnTo>
                      <a:pt x="2131796" y="127000"/>
                    </a:lnTo>
                    <a:lnTo>
                      <a:pt x="2126018" y="114300"/>
                    </a:lnTo>
                    <a:lnTo>
                      <a:pt x="2120112" y="114300"/>
                    </a:lnTo>
                    <a:lnTo>
                      <a:pt x="2113419" y="101600"/>
                    </a:lnTo>
                    <a:lnTo>
                      <a:pt x="2113597" y="101600"/>
                    </a:lnTo>
                    <a:lnTo>
                      <a:pt x="2106472" y="88900"/>
                    </a:lnTo>
                    <a:lnTo>
                      <a:pt x="2123681" y="88900"/>
                    </a:lnTo>
                    <a:lnTo>
                      <a:pt x="2130552" y="101600"/>
                    </a:lnTo>
                    <a:lnTo>
                      <a:pt x="2136952" y="114300"/>
                    </a:lnTo>
                    <a:lnTo>
                      <a:pt x="2142883" y="127000"/>
                    </a:lnTo>
                    <a:close/>
                  </a:path>
                  <a:path w="2172970" h="1447800">
                    <a:moveTo>
                      <a:pt x="21462" y="177800"/>
                    </a:moveTo>
                    <a:lnTo>
                      <a:pt x="9271" y="177800"/>
                    </a:lnTo>
                    <a:lnTo>
                      <a:pt x="11010" y="165100"/>
                    </a:lnTo>
                    <a:lnTo>
                      <a:pt x="14871" y="152400"/>
                    </a:lnTo>
                    <a:lnTo>
                      <a:pt x="19278" y="139700"/>
                    </a:lnTo>
                    <a:lnTo>
                      <a:pt x="24218" y="127000"/>
                    </a:lnTo>
                    <a:lnTo>
                      <a:pt x="40894" y="127000"/>
                    </a:lnTo>
                    <a:lnTo>
                      <a:pt x="35598" y="139700"/>
                    </a:lnTo>
                    <a:lnTo>
                      <a:pt x="30924" y="152400"/>
                    </a:lnTo>
                    <a:lnTo>
                      <a:pt x="26746" y="165100"/>
                    </a:lnTo>
                    <a:lnTo>
                      <a:pt x="23152" y="165100"/>
                    </a:lnTo>
                    <a:lnTo>
                      <a:pt x="21462" y="177800"/>
                    </a:lnTo>
                    <a:close/>
                  </a:path>
                  <a:path w="2172970" h="1447800">
                    <a:moveTo>
                      <a:pt x="2163279" y="177800"/>
                    </a:moveTo>
                    <a:lnTo>
                      <a:pt x="2151087" y="177800"/>
                    </a:lnTo>
                    <a:lnTo>
                      <a:pt x="2149398" y="165100"/>
                    </a:lnTo>
                    <a:lnTo>
                      <a:pt x="2145804" y="165100"/>
                    </a:lnTo>
                    <a:lnTo>
                      <a:pt x="2141499" y="152400"/>
                    </a:lnTo>
                    <a:lnTo>
                      <a:pt x="2136825" y="139700"/>
                    </a:lnTo>
                    <a:lnTo>
                      <a:pt x="2131656" y="127000"/>
                    </a:lnTo>
                    <a:lnTo>
                      <a:pt x="2148331" y="127000"/>
                    </a:lnTo>
                    <a:lnTo>
                      <a:pt x="2153259" y="139700"/>
                    </a:lnTo>
                    <a:lnTo>
                      <a:pt x="2157679" y="152400"/>
                    </a:lnTo>
                    <a:lnTo>
                      <a:pt x="2161539" y="165100"/>
                    </a:lnTo>
                    <a:lnTo>
                      <a:pt x="2163279" y="177800"/>
                    </a:lnTo>
                    <a:close/>
                  </a:path>
                  <a:path w="2172970" h="1447800">
                    <a:moveTo>
                      <a:pt x="18592" y="190500"/>
                    </a:moveTo>
                    <a:lnTo>
                      <a:pt x="6235" y="190500"/>
                    </a:lnTo>
                    <a:lnTo>
                      <a:pt x="7683" y="177800"/>
                    </a:lnTo>
                    <a:lnTo>
                      <a:pt x="20002" y="177800"/>
                    </a:lnTo>
                    <a:lnTo>
                      <a:pt x="18592" y="190500"/>
                    </a:lnTo>
                    <a:close/>
                  </a:path>
                  <a:path w="2172970" h="1447800">
                    <a:moveTo>
                      <a:pt x="2166315" y="190500"/>
                    </a:moveTo>
                    <a:lnTo>
                      <a:pt x="2153958" y="190500"/>
                    </a:lnTo>
                    <a:lnTo>
                      <a:pt x="2152548" y="177800"/>
                    </a:lnTo>
                    <a:lnTo>
                      <a:pt x="2164867" y="177800"/>
                    </a:lnTo>
                    <a:lnTo>
                      <a:pt x="2166315" y="190500"/>
                    </a:lnTo>
                    <a:close/>
                  </a:path>
                  <a:path w="2172970" h="1447800">
                    <a:moveTo>
                      <a:pt x="16255" y="203200"/>
                    </a:moveTo>
                    <a:lnTo>
                      <a:pt x="2755" y="203200"/>
                    </a:lnTo>
                    <a:lnTo>
                      <a:pt x="3771" y="190500"/>
                    </a:lnTo>
                    <a:lnTo>
                      <a:pt x="17386" y="190500"/>
                    </a:lnTo>
                    <a:lnTo>
                      <a:pt x="16255" y="203200"/>
                    </a:lnTo>
                    <a:close/>
                  </a:path>
                  <a:path w="2172970" h="1447800">
                    <a:moveTo>
                      <a:pt x="2169782" y="203200"/>
                    </a:moveTo>
                    <a:lnTo>
                      <a:pt x="2156282" y="203200"/>
                    </a:lnTo>
                    <a:lnTo>
                      <a:pt x="2155164" y="190500"/>
                    </a:lnTo>
                    <a:lnTo>
                      <a:pt x="2168779" y="190500"/>
                    </a:lnTo>
                    <a:lnTo>
                      <a:pt x="2169782" y="203200"/>
                    </a:lnTo>
                    <a:close/>
                  </a:path>
                  <a:path w="2172970" h="1447800">
                    <a:moveTo>
                      <a:pt x="14490" y="215900"/>
                    </a:moveTo>
                    <a:lnTo>
                      <a:pt x="1193" y="215900"/>
                    </a:lnTo>
                    <a:lnTo>
                      <a:pt x="1904" y="203200"/>
                    </a:lnTo>
                    <a:lnTo>
                      <a:pt x="15328" y="203200"/>
                    </a:lnTo>
                    <a:lnTo>
                      <a:pt x="14490" y="215900"/>
                    </a:lnTo>
                    <a:close/>
                  </a:path>
                  <a:path w="2172970" h="1447800">
                    <a:moveTo>
                      <a:pt x="2171357" y="215900"/>
                    </a:moveTo>
                    <a:lnTo>
                      <a:pt x="2158060" y="215900"/>
                    </a:lnTo>
                    <a:lnTo>
                      <a:pt x="2157222" y="203200"/>
                    </a:lnTo>
                    <a:lnTo>
                      <a:pt x="2170645" y="203200"/>
                    </a:lnTo>
                    <a:lnTo>
                      <a:pt x="2171357" y="215900"/>
                    </a:lnTo>
                    <a:close/>
                  </a:path>
                  <a:path w="2172970" h="1447800">
                    <a:moveTo>
                      <a:pt x="12928" y="228600"/>
                    </a:moveTo>
                    <a:lnTo>
                      <a:pt x="241" y="228600"/>
                    </a:lnTo>
                    <a:lnTo>
                      <a:pt x="647" y="215900"/>
                    </a:lnTo>
                    <a:lnTo>
                      <a:pt x="13309" y="215900"/>
                    </a:lnTo>
                    <a:lnTo>
                      <a:pt x="12928" y="228600"/>
                    </a:lnTo>
                    <a:close/>
                  </a:path>
                  <a:path w="2172970" h="1447800">
                    <a:moveTo>
                      <a:pt x="2172309" y="228600"/>
                    </a:moveTo>
                    <a:lnTo>
                      <a:pt x="2159622" y="228600"/>
                    </a:lnTo>
                    <a:lnTo>
                      <a:pt x="2159241" y="215900"/>
                    </a:lnTo>
                    <a:lnTo>
                      <a:pt x="2171903" y="215900"/>
                    </a:lnTo>
                    <a:lnTo>
                      <a:pt x="2172309" y="228600"/>
                    </a:lnTo>
                    <a:close/>
                  </a:path>
                  <a:path w="2172970" h="1447800">
                    <a:moveTo>
                      <a:pt x="12700" y="1206500"/>
                    </a:moveTo>
                    <a:lnTo>
                      <a:pt x="0" y="1206500"/>
                    </a:lnTo>
                    <a:lnTo>
                      <a:pt x="0" y="228600"/>
                    </a:lnTo>
                    <a:lnTo>
                      <a:pt x="12700" y="228600"/>
                    </a:lnTo>
                    <a:lnTo>
                      <a:pt x="12700" y="1206500"/>
                    </a:lnTo>
                    <a:close/>
                  </a:path>
                  <a:path w="2172970" h="1447800">
                    <a:moveTo>
                      <a:pt x="2172538" y="1206500"/>
                    </a:moveTo>
                    <a:lnTo>
                      <a:pt x="2159850" y="1206500"/>
                    </a:lnTo>
                    <a:lnTo>
                      <a:pt x="2159850" y="228600"/>
                    </a:lnTo>
                    <a:lnTo>
                      <a:pt x="2172538" y="228600"/>
                    </a:lnTo>
                    <a:lnTo>
                      <a:pt x="2172538" y="1206500"/>
                    </a:lnTo>
                    <a:close/>
                  </a:path>
                  <a:path w="2172970" h="1447800">
                    <a:moveTo>
                      <a:pt x="13309" y="1219200"/>
                    </a:moveTo>
                    <a:lnTo>
                      <a:pt x="647" y="1219200"/>
                    </a:lnTo>
                    <a:lnTo>
                      <a:pt x="241" y="1206500"/>
                    </a:lnTo>
                    <a:lnTo>
                      <a:pt x="12928" y="1206500"/>
                    </a:lnTo>
                    <a:lnTo>
                      <a:pt x="13309" y="1219200"/>
                    </a:lnTo>
                    <a:close/>
                  </a:path>
                  <a:path w="2172970" h="1447800">
                    <a:moveTo>
                      <a:pt x="2171903" y="1219200"/>
                    </a:moveTo>
                    <a:lnTo>
                      <a:pt x="2159241" y="1219200"/>
                    </a:lnTo>
                    <a:lnTo>
                      <a:pt x="2159622" y="1206500"/>
                    </a:lnTo>
                    <a:lnTo>
                      <a:pt x="2172309" y="1206500"/>
                    </a:lnTo>
                    <a:lnTo>
                      <a:pt x="2171903" y="1219200"/>
                    </a:lnTo>
                    <a:close/>
                  </a:path>
                  <a:path w="2172970" h="1447800">
                    <a:moveTo>
                      <a:pt x="14516" y="1231900"/>
                    </a:moveTo>
                    <a:lnTo>
                      <a:pt x="1904" y="1231900"/>
                    </a:lnTo>
                    <a:lnTo>
                      <a:pt x="1193" y="1219200"/>
                    </a:lnTo>
                    <a:lnTo>
                      <a:pt x="13817" y="1219200"/>
                    </a:lnTo>
                    <a:lnTo>
                      <a:pt x="14516" y="1231900"/>
                    </a:lnTo>
                    <a:close/>
                  </a:path>
                  <a:path w="2172970" h="1447800">
                    <a:moveTo>
                      <a:pt x="2170645" y="1231900"/>
                    </a:moveTo>
                    <a:lnTo>
                      <a:pt x="2158034" y="1231900"/>
                    </a:lnTo>
                    <a:lnTo>
                      <a:pt x="2158720" y="1219200"/>
                    </a:lnTo>
                    <a:lnTo>
                      <a:pt x="2171357" y="1219200"/>
                    </a:lnTo>
                    <a:lnTo>
                      <a:pt x="2170645" y="1231900"/>
                    </a:lnTo>
                    <a:close/>
                  </a:path>
                  <a:path w="2172970" h="1447800">
                    <a:moveTo>
                      <a:pt x="16281" y="1244600"/>
                    </a:moveTo>
                    <a:lnTo>
                      <a:pt x="3771" y="1244600"/>
                    </a:lnTo>
                    <a:lnTo>
                      <a:pt x="2755" y="1231900"/>
                    </a:lnTo>
                    <a:lnTo>
                      <a:pt x="15303" y="1231900"/>
                    </a:lnTo>
                    <a:lnTo>
                      <a:pt x="16281" y="1244600"/>
                    </a:lnTo>
                    <a:close/>
                  </a:path>
                  <a:path w="2172970" h="1447800">
                    <a:moveTo>
                      <a:pt x="2168779" y="1244600"/>
                    </a:moveTo>
                    <a:lnTo>
                      <a:pt x="2156256" y="1244600"/>
                    </a:lnTo>
                    <a:lnTo>
                      <a:pt x="2157247" y="1231900"/>
                    </a:lnTo>
                    <a:lnTo>
                      <a:pt x="2169782" y="1231900"/>
                    </a:lnTo>
                    <a:lnTo>
                      <a:pt x="2168779" y="1244600"/>
                    </a:lnTo>
                    <a:close/>
                  </a:path>
                  <a:path w="2172970" h="1447800">
                    <a:moveTo>
                      <a:pt x="18618" y="1257300"/>
                    </a:moveTo>
                    <a:lnTo>
                      <a:pt x="6235" y="1257300"/>
                    </a:lnTo>
                    <a:lnTo>
                      <a:pt x="4927" y="1244600"/>
                    </a:lnTo>
                    <a:lnTo>
                      <a:pt x="17348" y="1244600"/>
                    </a:lnTo>
                    <a:lnTo>
                      <a:pt x="18618" y="1257300"/>
                    </a:lnTo>
                    <a:close/>
                  </a:path>
                  <a:path w="2172970" h="1447800">
                    <a:moveTo>
                      <a:pt x="2166315" y="1257300"/>
                    </a:moveTo>
                    <a:lnTo>
                      <a:pt x="2153920" y="1257300"/>
                    </a:lnTo>
                    <a:lnTo>
                      <a:pt x="2155189" y="1244600"/>
                    </a:lnTo>
                    <a:lnTo>
                      <a:pt x="2167623" y="1244600"/>
                    </a:lnTo>
                    <a:lnTo>
                      <a:pt x="2166315" y="1257300"/>
                    </a:lnTo>
                    <a:close/>
                  </a:path>
                  <a:path w="2172970" h="1447800">
                    <a:moveTo>
                      <a:pt x="21513" y="1270000"/>
                    </a:moveTo>
                    <a:lnTo>
                      <a:pt x="9271" y="1270000"/>
                    </a:lnTo>
                    <a:lnTo>
                      <a:pt x="7683" y="1257300"/>
                    </a:lnTo>
                    <a:lnTo>
                      <a:pt x="19964" y="1257300"/>
                    </a:lnTo>
                    <a:lnTo>
                      <a:pt x="21513" y="1270000"/>
                    </a:lnTo>
                    <a:close/>
                  </a:path>
                  <a:path w="2172970" h="1447800">
                    <a:moveTo>
                      <a:pt x="2163279" y="1270000"/>
                    </a:moveTo>
                    <a:lnTo>
                      <a:pt x="2151037" y="1270000"/>
                    </a:lnTo>
                    <a:lnTo>
                      <a:pt x="2152586" y="1257300"/>
                    </a:lnTo>
                    <a:lnTo>
                      <a:pt x="2164867" y="1257300"/>
                    </a:lnTo>
                    <a:lnTo>
                      <a:pt x="2163279" y="1270000"/>
                    </a:lnTo>
                    <a:close/>
                  </a:path>
                  <a:path w="2172970" h="1447800">
                    <a:moveTo>
                      <a:pt x="52603" y="1333500"/>
                    </a:moveTo>
                    <a:lnTo>
                      <a:pt x="35585" y="1333500"/>
                    </a:lnTo>
                    <a:lnTo>
                      <a:pt x="29654" y="1320800"/>
                    </a:lnTo>
                    <a:lnTo>
                      <a:pt x="24218" y="1308100"/>
                    </a:lnTo>
                    <a:lnTo>
                      <a:pt x="19278" y="1295400"/>
                    </a:lnTo>
                    <a:lnTo>
                      <a:pt x="14871" y="1282700"/>
                    </a:lnTo>
                    <a:lnTo>
                      <a:pt x="11010" y="1270000"/>
                    </a:lnTo>
                    <a:lnTo>
                      <a:pt x="23075" y="1270000"/>
                    </a:lnTo>
                    <a:lnTo>
                      <a:pt x="26847" y="1282700"/>
                    </a:lnTo>
                    <a:lnTo>
                      <a:pt x="31038" y="1295400"/>
                    </a:lnTo>
                    <a:lnTo>
                      <a:pt x="35598" y="1295400"/>
                    </a:lnTo>
                    <a:lnTo>
                      <a:pt x="40894" y="1308100"/>
                    </a:lnTo>
                    <a:lnTo>
                      <a:pt x="40741" y="1308100"/>
                    </a:lnTo>
                    <a:lnTo>
                      <a:pt x="46520" y="1320800"/>
                    </a:lnTo>
                    <a:lnTo>
                      <a:pt x="46367" y="1320800"/>
                    </a:lnTo>
                    <a:lnTo>
                      <a:pt x="52603" y="1333500"/>
                    </a:lnTo>
                    <a:close/>
                  </a:path>
                  <a:path w="2172970" h="1447800">
                    <a:moveTo>
                      <a:pt x="2136952" y="1333500"/>
                    </a:moveTo>
                    <a:lnTo>
                      <a:pt x="2119934" y="1333500"/>
                    </a:lnTo>
                    <a:lnTo>
                      <a:pt x="2126183" y="1320800"/>
                    </a:lnTo>
                    <a:lnTo>
                      <a:pt x="2126018" y="1320800"/>
                    </a:lnTo>
                    <a:lnTo>
                      <a:pt x="2131796" y="1308100"/>
                    </a:lnTo>
                    <a:lnTo>
                      <a:pt x="2131656" y="1308100"/>
                    </a:lnTo>
                    <a:lnTo>
                      <a:pt x="2136952" y="1295400"/>
                    </a:lnTo>
                    <a:lnTo>
                      <a:pt x="2141499" y="1295400"/>
                    </a:lnTo>
                    <a:lnTo>
                      <a:pt x="2145804" y="1282700"/>
                    </a:lnTo>
                    <a:lnTo>
                      <a:pt x="2149462" y="1270000"/>
                    </a:lnTo>
                    <a:lnTo>
                      <a:pt x="2161539" y="1270000"/>
                    </a:lnTo>
                    <a:lnTo>
                      <a:pt x="2157679" y="1282700"/>
                    </a:lnTo>
                    <a:lnTo>
                      <a:pt x="2153259" y="1295400"/>
                    </a:lnTo>
                    <a:lnTo>
                      <a:pt x="2148331" y="1308100"/>
                    </a:lnTo>
                    <a:lnTo>
                      <a:pt x="2142883" y="1320800"/>
                    </a:lnTo>
                    <a:lnTo>
                      <a:pt x="2136952" y="1333500"/>
                    </a:lnTo>
                    <a:close/>
                  </a:path>
                  <a:path w="2172970" h="1447800">
                    <a:moveTo>
                      <a:pt x="81165" y="1371600"/>
                    </a:moveTo>
                    <a:lnTo>
                      <a:pt x="63919" y="1371600"/>
                    </a:lnTo>
                    <a:lnTo>
                      <a:pt x="56184" y="1358900"/>
                    </a:lnTo>
                    <a:lnTo>
                      <a:pt x="48869" y="1346200"/>
                    </a:lnTo>
                    <a:lnTo>
                      <a:pt x="41998" y="1333500"/>
                    </a:lnTo>
                    <a:lnTo>
                      <a:pt x="52438" y="1333500"/>
                    </a:lnTo>
                    <a:lnTo>
                      <a:pt x="59131" y="1346200"/>
                    </a:lnTo>
                    <a:lnTo>
                      <a:pt x="65874" y="1346200"/>
                    </a:lnTo>
                    <a:lnTo>
                      <a:pt x="73418" y="1358900"/>
                    </a:lnTo>
                    <a:lnTo>
                      <a:pt x="73215" y="1358900"/>
                    </a:lnTo>
                    <a:lnTo>
                      <a:pt x="81165" y="1371600"/>
                    </a:lnTo>
                    <a:close/>
                  </a:path>
                  <a:path w="2172970" h="1447800">
                    <a:moveTo>
                      <a:pt x="66065" y="1346200"/>
                    </a:moveTo>
                    <a:lnTo>
                      <a:pt x="59131" y="1346200"/>
                    </a:lnTo>
                    <a:lnTo>
                      <a:pt x="58953" y="1333500"/>
                    </a:lnTo>
                    <a:lnTo>
                      <a:pt x="66065" y="1346200"/>
                    </a:lnTo>
                    <a:close/>
                  </a:path>
                  <a:path w="2172970" h="1447800">
                    <a:moveTo>
                      <a:pt x="2113419" y="1346200"/>
                    </a:moveTo>
                    <a:lnTo>
                      <a:pt x="2106472" y="1346200"/>
                    </a:lnTo>
                    <a:lnTo>
                      <a:pt x="2113597" y="1333500"/>
                    </a:lnTo>
                    <a:lnTo>
                      <a:pt x="2113419" y="1346200"/>
                    </a:lnTo>
                    <a:close/>
                  </a:path>
                  <a:path w="2172970" h="1447800">
                    <a:moveTo>
                      <a:pt x="2108619" y="1371600"/>
                    </a:moveTo>
                    <a:lnTo>
                      <a:pt x="2091385" y="1371600"/>
                    </a:lnTo>
                    <a:lnTo>
                      <a:pt x="2099322" y="1358900"/>
                    </a:lnTo>
                    <a:lnTo>
                      <a:pt x="2099119" y="1358900"/>
                    </a:lnTo>
                    <a:lnTo>
                      <a:pt x="2106663" y="1346200"/>
                    </a:lnTo>
                    <a:lnTo>
                      <a:pt x="2113419" y="1346200"/>
                    </a:lnTo>
                    <a:lnTo>
                      <a:pt x="2120112" y="1333500"/>
                    </a:lnTo>
                    <a:lnTo>
                      <a:pt x="2130552" y="1333500"/>
                    </a:lnTo>
                    <a:lnTo>
                      <a:pt x="2123681" y="1346200"/>
                    </a:lnTo>
                    <a:lnTo>
                      <a:pt x="2116366" y="1358900"/>
                    </a:lnTo>
                    <a:lnTo>
                      <a:pt x="2108619" y="1371600"/>
                    </a:lnTo>
                    <a:close/>
                  </a:path>
                  <a:path w="2172970" h="1447800">
                    <a:moveTo>
                      <a:pt x="89280" y="1371600"/>
                    </a:moveTo>
                    <a:lnTo>
                      <a:pt x="81165" y="1371600"/>
                    </a:lnTo>
                    <a:lnTo>
                      <a:pt x="80949" y="1358900"/>
                    </a:lnTo>
                    <a:lnTo>
                      <a:pt x="89280" y="1371600"/>
                    </a:lnTo>
                    <a:close/>
                  </a:path>
                  <a:path w="2172970" h="1447800">
                    <a:moveTo>
                      <a:pt x="2091385" y="1371600"/>
                    </a:moveTo>
                    <a:lnTo>
                      <a:pt x="2083257" y="1371600"/>
                    </a:lnTo>
                    <a:lnTo>
                      <a:pt x="2091601" y="1358900"/>
                    </a:lnTo>
                    <a:lnTo>
                      <a:pt x="2091385" y="1371600"/>
                    </a:lnTo>
                    <a:close/>
                  </a:path>
                  <a:path w="2172970" h="1447800">
                    <a:moveTo>
                      <a:pt x="97764" y="1384300"/>
                    </a:moveTo>
                    <a:lnTo>
                      <a:pt x="80632" y="1384300"/>
                    </a:lnTo>
                    <a:lnTo>
                      <a:pt x="72072" y="1371600"/>
                    </a:lnTo>
                    <a:lnTo>
                      <a:pt x="89065" y="1371600"/>
                    </a:lnTo>
                    <a:lnTo>
                      <a:pt x="97764" y="1384300"/>
                    </a:lnTo>
                    <a:close/>
                  </a:path>
                  <a:path w="2172970" h="1447800">
                    <a:moveTo>
                      <a:pt x="2091918" y="1384300"/>
                    </a:moveTo>
                    <a:lnTo>
                      <a:pt x="2074773" y="1384300"/>
                    </a:lnTo>
                    <a:lnTo>
                      <a:pt x="2083485" y="1371600"/>
                    </a:lnTo>
                    <a:lnTo>
                      <a:pt x="2100465" y="1371600"/>
                    </a:lnTo>
                    <a:lnTo>
                      <a:pt x="2091918" y="1384300"/>
                    </a:lnTo>
                    <a:close/>
                  </a:path>
                  <a:path w="2172970" h="1447800">
                    <a:moveTo>
                      <a:pt x="135039" y="1409700"/>
                    </a:moveTo>
                    <a:lnTo>
                      <a:pt x="108534" y="1409700"/>
                    </a:lnTo>
                    <a:lnTo>
                      <a:pt x="98882" y="1397000"/>
                    </a:lnTo>
                    <a:lnTo>
                      <a:pt x="89573" y="1384300"/>
                    </a:lnTo>
                    <a:lnTo>
                      <a:pt x="106362" y="1384300"/>
                    </a:lnTo>
                    <a:lnTo>
                      <a:pt x="115773" y="1397000"/>
                    </a:lnTo>
                    <a:lnTo>
                      <a:pt x="124993" y="1397000"/>
                    </a:lnTo>
                    <a:lnTo>
                      <a:pt x="135039" y="1409700"/>
                    </a:lnTo>
                    <a:close/>
                  </a:path>
                  <a:path w="2172970" h="1447800">
                    <a:moveTo>
                      <a:pt x="2064016" y="1409700"/>
                    </a:moveTo>
                    <a:lnTo>
                      <a:pt x="2037499" y="1409700"/>
                    </a:lnTo>
                    <a:lnTo>
                      <a:pt x="2047557" y="1397000"/>
                    </a:lnTo>
                    <a:lnTo>
                      <a:pt x="2056777" y="1397000"/>
                    </a:lnTo>
                    <a:lnTo>
                      <a:pt x="2066188" y="1384300"/>
                    </a:lnTo>
                    <a:lnTo>
                      <a:pt x="2082977" y="1384300"/>
                    </a:lnTo>
                    <a:lnTo>
                      <a:pt x="2073668" y="1397000"/>
                    </a:lnTo>
                    <a:lnTo>
                      <a:pt x="2064016" y="1409700"/>
                    </a:lnTo>
                    <a:close/>
                  </a:path>
                  <a:path w="2172970" h="1447800">
                    <a:moveTo>
                      <a:pt x="166090" y="1422400"/>
                    </a:moveTo>
                    <a:lnTo>
                      <a:pt x="128841" y="1422400"/>
                    </a:lnTo>
                    <a:lnTo>
                      <a:pt x="118529" y="1409700"/>
                    </a:lnTo>
                    <a:lnTo>
                      <a:pt x="155181" y="1409700"/>
                    </a:lnTo>
                    <a:lnTo>
                      <a:pt x="166090" y="1422400"/>
                    </a:lnTo>
                    <a:close/>
                  </a:path>
                  <a:path w="2172970" h="1447800">
                    <a:moveTo>
                      <a:pt x="2043696" y="1422400"/>
                    </a:moveTo>
                    <a:lnTo>
                      <a:pt x="2006460" y="1422400"/>
                    </a:lnTo>
                    <a:lnTo>
                      <a:pt x="2017356" y="1409700"/>
                    </a:lnTo>
                    <a:lnTo>
                      <a:pt x="2054021" y="1409700"/>
                    </a:lnTo>
                    <a:lnTo>
                      <a:pt x="2043696" y="1422400"/>
                    </a:lnTo>
                    <a:close/>
                  </a:path>
                  <a:path w="2172970" h="1447800">
                    <a:moveTo>
                      <a:pt x="199262" y="1435100"/>
                    </a:moveTo>
                    <a:lnTo>
                      <a:pt x="161569" y="1435100"/>
                    </a:lnTo>
                    <a:lnTo>
                      <a:pt x="150380" y="1422400"/>
                    </a:lnTo>
                    <a:lnTo>
                      <a:pt x="193433" y="1422400"/>
                    </a:lnTo>
                    <a:lnTo>
                      <a:pt x="199262" y="1435100"/>
                    </a:lnTo>
                    <a:close/>
                  </a:path>
                  <a:path w="2172970" h="1447800">
                    <a:moveTo>
                      <a:pt x="2010968" y="1435100"/>
                    </a:moveTo>
                    <a:lnTo>
                      <a:pt x="1973287" y="1435100"/>
                    </a:lnTo>
                    <a:lnTo>
                      <a:pt x="1979117" y="1422400"/>
                    </a:lnTo>
                    <a:lnTo>
                      <a:pt x="2022170" y="1422400"/>
                    </a:lnTo>
                    <a:lnTo>
                      <a:pt x="2010968" y="1435100"/>
                    </a:lnTo>
                    <a:close/>
                  </a:path>
                  <a:path w="2172970" h="1447800">
                    <a:moveTo>
                      <a:pt x="1969871" y="1447800"/>
                    </a:moveTo>
                    <a:lnTo>
                      <a:pt x="202679" y="1447800"/>
                    </a:lnTo>
                    <a:lnTo>
                      <a:pt x="196634" y="1435100"/>
                    </a:lnTo>
                    <a:lnTo>
                      <a:pt x="1975916" y="1435100"/>
                    </a:lnTo>
                    <a:lnTo>
                      <a:pt x="1969871" y="1447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</p:grpSp>
        <p:sp>
          <p:nvSpPr>
            <p:cNvPr id="35" name="object 35"/>
            <p:cNvSpPr txBox="1"/>
            <p:nvPr/>
          </p:nvSpPr>
          <p:spPr>
            <a:xfrm>
              <a:off x="10023960" y="1664641"/>
              <a:ext cx="2010359" cy="99706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latin typeface="+mn-lt"/>
                  <a:cs typeface="Times New Roman"/>
                </a:rPr>
                <a:t>Dialog</a:t>
              </a:r>
              <a:endParaRPr sz="1600" dirty="0">
                <a:latin typeface="+mn-lt"/>
                <a:cs typeface="Times New Roman"/>
              </a:endParaRPr>
            </a:p>
            <a:p>
              <a:pPr marL="12700" marR="5080">
                <a:lnSpc>
                  <a:spcPct val="100000"/>
                </a:lnSpc>
                <a:spcBef>
                  <a:spcPts val="25"/>
                </a:spcBef>
              </a:pPr>
              <a:r>
                <a:rPr sz="1200" dirty="0">
                  <a:latin typeface="+mn-lt"/>
                  <a:cs typeface="Times New Roman"/>
                </a:rPr>
                <a:t>Blender Bot 3 (Shuster et al.2022)</a:t>
              </a:r>
            </a:p>
            <a:p>
              <a:pPr marL="12700" marR="5080">
                <a:lnSpc>
                  <a:spcPct val="100000"/>
                </a:lnSpc>
              </a:pPr>
              <a:r>
                <a:rPr sz="1200" dirty="0">
                  <a:latin typeface="+mn-lt"/>
                  <a:cs typeface="Times New Roman"/>
                </a:rPr>
                <a:t>Internet-augmented generation</a:t>
              </a:r>
            </a:p>
            <a:p>
              <a:pPr marL="12700">
                <a:lnSpc>
                  <a:spcPct val="100000"/>
                </a:lnSpc>
              </a:pPr>
              <a:r>
                <a:rPr sz="1200" dirty="0">
                  <a:latin typeface="+mn-lt"/>
                  <a:cs typeface="Times New Roman"/>
                </a:rPr>
                <a:t>(Komeili et a., 2022)</a:t>
              </a: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479816" y="3186406"/>
            <a:ext cx="2172970" cy="1447800"/>
            <a:chOff x="4302188" y="2971660"/>
            <a:chExt cx="2172970" cy="1447800"/>
          </a:xfrm>
        </p:grpSpPr>
        <p:sp>
          <p:nvSpPr>
            <p:cNvPr id="37" name="object 37"/>
            <p:cNvSpPr/>
            <p:nvPr/>
          </p:nvSpPr>
          <p:spPr>
            <a:xfrm>
              <a:off x="4308348" y="2977895"/>
              <a:ext cx="2159635" cy="1440180"/>
            </a:xfrm>
            <a:custGeom>
              <a:avLst/>
              <a:gdLst/>
              <a:ahLst/>
              <a:cxnLst/>
              <a:rect l="l" t="t" r="r" b="b"/>
              <a:pathLst>
                <a:path w="2159635" h="1440179">
                  <a:moveTo>
                    <a:pt x="1920239" y="1440179"/>
                  </a:moveTo>
                  <a:lnTo>
                    <a:pt x="240791" y="1440179"/>
                  </a:lnTo>
                  <a:lnTo>
                    <a:pt x="192200" y="1435281"/>
                  </a:lnTo>
                  <a:lnTo>
                    <a:pt x="146980" y="1421271"/>
                  </a:lnTo>
                  <a:lnTo>
                    <a:pt x="106088" y="1399104"/>
                  </a:lnTo>
                  <a:lnTo>
                    <a:pt x="70480" y="1369737"/>
                  </a:lnTo>
                  <a:lnTo>
                    <a:pt x="41111" y="1334126"/>
                  </a:lnTo>
                  <a:lnTo>
                    <a:pt x="18937" y="1293227"/>
                  </a:lnTo>
                  <a:lnTo>
                    <a:pt x="4915" y="1247996"/>
                  </a:lnTo>
                  <a:lnTo>
                    <a:pt x="0" y="1199388"/>
                  </a:lnTo>
                  <a:lnTo>
                    <a:pt x="0" y="240791"/>
                  </a:lnTo>
                  <a:lnTo>
                    <a:pt x="4915" y="192200"/>
                  </a:lnTo>
                  <a:lnTo>
                    <a:pt x="18937" y="146980"/>
                  </a:lnTo>
                  <a:lnTo>
                    <a:pt x="41111" y="106088"/>
                  </a:lnTo>
                  <a:lnTo>
                    <a:pt x="70480" y="70480"/>
                  </a:lnTo>
                  <a:lnTo>
                    <a:pt x="106088" y="41111"/>
                  </a:lnTo>
                  <a:lnTo>
                    <a:pt x="146980" y="18937"/>
                  </a:lnTo>
                  <a:lnTo>
                    <a:pt x="192200" y="4915"/>
                  </a:lnTo>
                  <a:lnTo>
                    <a:pt x="240791" y="0"/>
                  </a:lnTo>
                  <a:lnTo>
                    <a:pt x="1920239" y="0"/>
                  </a:lnTo>
                  <a:lnTo>
                    <a:pt x="1968561" y="4915"/>
                  </a:lnTo>
                  <a:lnTo>
                    <a:pt x="2013570" y="18937"/>
                  </a:lnTo>
                  <a:lnTo>
                    <a:pt x="2054291" y="41111"/>
                  </a:lnTo>
                  <a:lnTo>
                    <a:pt x="2089751" y="70480"/>
                  </a:lnTo>
                  <a:lnTo>
                    <a:pt x="2118977" y="106088"/>
                  </a:lnTo>
                  <a:lnTo>
                    <a:pt x="2140994" y="146980"/>
                  </a:lnTo>
                  <a:lnTo>
                    <a:pt x="2154829" y="192200"/>
                  </a:lnTo>
                  <a:lnTo>
                    <a:pt x="2159507" y="240791"/>
                  </a:lnTo>
                  <a:lnTo>
                    <a:pt x="2159507" y="1199388"/>
                  </a:lnTo>
                  <a:lnTo>
                    <a:pt x="2154829" y="1247996"/>
                  </a:lnTo>
                  <a:lnTo>
                    <a:pt x="2140994" y="1293227"/>
                  </a:lnTo>
                  <a:lnTo>
                    <a:pt x="2118977" y="1334126"/>
                  </a:lnTo>
                  <a:lnTo>
                    <a:pt x="2089751" y="1369737"/>
                  </a:lnTo>
                  <a:lnTo>
                    <a:pt x="2054291" y="1399104"/>
                  </a:lnTo>
                  <a:lnTo>
                    <a:pt x="2013570" y="1421271"/>
                  </a:lnTo>
                  <a:lnTo>
                    <a:pt x="1968561" y="1435281"/>
                  </a:lnTo>
                  <a:lnTo>
                    <a:pt x="1920239" y="1440179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302188" y="2971660"/>
              <a:ext cx="2172970" cy="1447800"/>
            </a:xfrm>
            <a:custGeom>
              <a:avLst/>
              <a:gdLst/>
              <a:ahLst/>
              <a:cxnLst/>
              <a:rect l="l" t="t" r="r" b="b"/>
              <a:pathLst>
                <a:path w="2172970" h="1447800">
                  <a:moveTo>
                    <a:pt x="2010968" y="12699"/>
                  </a:moveTo>
                  <a:lnTo>
                    <a:pt x="161569" y="12699"/>
                  </a:lnTo>
                  <a:lnTo>
                    <a:pt x="172986" y="0"/>
                  </a:lnTo>
                  <a:lnTo>
                    <a:pt x="1999564" y="0"/>
                  </a:lnTo>
                  <a:lnTo>
                    <a:pt x="2010968" y="12699"/>
                  </a:lnTo>
                  <a:close/>
                </a:path>
                <a:path w="2172970" h="1447800">
                  <a:moveTo>
                    <a:pt x="165785" y="25399"/>
                  </a:moveTo>
                  <a:lnTo>
                    <a:pt x="128841" y="25399"/>
                  </a:lnTo>
                  <a:lnTo>
                    <a:pt x="139471" y="12699"/>
                  </a:lnTo>
                  <a:lnTo>
                    <a:pt x="176936" y="12699"/>
                  </a:lnTo>
                  <a:lnTo>
                    <a:pt x="165785" y="25399"/>
                  </a:lnTo>
                  <a:close/>
                </a:path>
                <a:path w="2172970" h="1447800">
                  <a:moveTo>
                    <a:pt x="2043696" y="25399"/>
                  </a:moveTo>
                  <a:lnTo>
                    <a:pt x="2006752" y="25399"/>
                  </a:lnTo>
                  <a:lnTo>
                    <a:pt x="1995601" y="12699"/>
                  </a:lnTo>
                  <a:lnTo>
                    <a:pt x="2033079" y="12699"/>
                  </a:lnTo>
                  <a:lnTo>
                    <a:pt x="2043696" y="25399"/>
                  </a:lnTo>
                  <a:close/>
                </a:path>
                <a:path w="2172970" h="1447800">
                  <a:moveTo>
                    <a:pt x="134772" y="38099"/>
                  </a:moveTo>
                  <a:lnTo>
                    <a:pt x="108534" y="38099"/>
                  </a:lnTo>
                  <a:lnTo>
                    <a:pt x="118529" y="25399"/>
                  </a:lnTo>
                  <a:lnTo>
                    <a:pt x="145122" y="25399"/>
                  </a:lnTo>
                  <a:lnTo>
                    <a:pt x="134772" y="38099"/>
                  </a:lnTo>
                  <a:close/>
                </a:path>
                <a:path w="2172970" h="1447800">
                  <a:moveTo>
                    <a:pt x="2064003" y="38099"/>
                  </a:moveTo>
                  <a:lnTo>
                    <a:pt x="2037765" y="38099"/>
                  </a:lnTo>
                  <a:lnTo>
                    <a:pt x="2027427" y="25399"/>
                  </a:lnTo>
                  <a:lnTo>
                    <a:pt x="2054009" y="25399"/>
                  </a:lnTo>
                  <a:lnTo>
                    <a:pt x="2064003" y="38099"/>
                  </a:lnTo>
                  <a:close/>
                </a:path>
                <a:path w="2172970" h="1447800">
                  <a:moveTo>
                    <a:pt x="97536" y="63499"/>
                  </a:moveTo>
                  <a:lnTo>
                    <a:pt x="80632" y="63499"/>
                  </a:lnTo>
                  <a:lnTo>
                    <a:pt x="89560" y="50799"/>
                  </a:lnTo>
                  <a:lnTo>
                    <a:pt x="98869" y="38099"/>
                  </a:lnTo>
                  <a:lnTo>
                    <a:pt x="125247" y="38099"/>
                  </a:lnTo>
                  <a:lnTo>
                    <a:pt x="115506" y="50799"/>
                  </a:lnTo>
                  <a:lnTo>
                    <a:pt x="106603" y="50799"/>
                  </a:lnTo>
                  <a:lnTo>
                    <a:pt x="97536" y="63499"/>
                  </a:lnTo>
                  <a:close/>
                </a:path>
                <a:path w="2172970" h="1447800">
                  <a:moveTo>
                    <a:pt x="2091905" y="63499"/>
                  </a:moveTo>
                  <a:lnTo>
                    <a:pt x="2075002" y="63499"/>
                  </a:lnTo>
                  <a:lnTo>
                    <a:pt x="2065934" y="50799"/>
                  </a:lnTo>
                  <a:lnTo>
                    <a:pt x="2057031" y="50799"/>
                  </a:lnTo>
                  <a:lnTo>
                    <a:pt x="2047290" y="38099"/>
                  </a:lnTo>
                  <a:lnTo>
                    <a:pt x="2073668" y="38099"/>
                  </a:lnTo>
                  <a:lnTo>
                    <a:pt x="2082977" y="50799"/>
                  </a:lnTo>
                  <a:lnTo>
                    <a:pt x="2091905" y="63499"/>
                  </a:lnTo>
                  <a:close/>
                </a:path>
                <a:path w="2172970" h="1447800">
                  <a:moveTo>
                    <a:pt x="73215" y="88899"/>
                  </a:moveTo>
                  <a:lnTo>
                    <a:pt x="56172" y="88899"/>
                  </a:lnTo>
                  <a:lnTo>
                    <a:pt x="63919" y="76199"/>
                  </a:lnTo>
                  <a:lnTo>
                    <a:pt x="72072" y="63499"/>
                  </a:lnTo>
                  <a:lnTo>
                    <a:pt x="89281" y="63499"/>
                  </a:lnTo>
                  <a:lnTo>
                    <a:pt x="80949" y="76199"/>
                  </a:lnTo>
                  <a:lnTo>
                    <a:pt x="81165" y="76199"/>
                  </a:lnTo>
                  <a:lnTo>
                    <a:pt x="73215" y="88899"/>
                  </a:lnTo>
                  <a:close/>
                </a:path>
                <a:path w="2172970" h="1447800">
                  <a:moveTo>
                    <a:pt x="2116366" y="88899"/>
                  </a:moveTo>
                  <a:lnTo>
                    <a:pt x="2099322" y="88899"/>
                  </a:lnTo>
                  <a:lnTo>
                    <a:pt x="2091372" y="76199"/>
                  </a:lnTo>
                  <a:lnTo>
                    <a:pt x="2091588" y="76199"/>
                  </a:lnTo>
                  <a:lnTo>
                    <a:pt x="2083257" y="63499"/>
                  </a:lnTo>
                  <a:lnTo>
                    <a:pt x="2100465" y="63499"/>
                  </a:lnTo>
                  <a:lnTo>
                    <a:pt x="2108619" y="76199"/>
                  </a:lnTo>
                  <a:lnTo>
                    <a:pt x="2116366" y="88899"/>
                  </a:lnTo>
                  <a:close/>
                </a:path>
                <a:path w="2172970" h="1447800">
                  <a:moveTo>
                    <a:pt x="40741" y="126999"/>
                  </a:moveTo>
                  <a:lnTo>
                    <a:pt x="29654" y="126999"/>
                  </a:lnTo>
                  <a:lnTo>
                    <a:pt x="35585" y="114299"/>
                  </a:lnTo>
                  <a:lnTo>
                    <a:pt x="41998" y="101599"/>
                  </a:lnTo>
                  <a:lnTo>
                    <a:pt x="48856" y="88899"/>
                  </a:lnTo>
                  <a:lnTo>
                    <a:pt x="66065" y="88899"/>
                  </a:lnTo>
                  <a:lnTo>
                    <a:pt x="58940" y="101599"/>
                  </a:lnTo>
                  <a:lnTo>
                    <a:pt x="59118" y="101599"/>
                  </a:lnTo>
                  <a:lnTo>
                    <a:pt x="52438" y="114299"/>
                  </a:lnTo>
                  <a:lnTo>
                    <a:pt x="46520" y="114299"/>
                  </a:lnTo>
                  <a:lnTo>
                    <a:pt x="40741" y="126999"/>
                  </a:lnTo>
                  <a:close/>
                </a:path>
                <a:path w="2172970" h="1447800">
                  <a:moveTo>
                    <a:pt x="2142883" y="126999"/>
                  </a:moveTo>
                  <a:lnTo>
                    <a:pt x="2131796" y="126999"/>
                  </a:lnTo>
                  <a:lnTo>
                    <a:pt x="2126018" y="114299"/>
                  </a:lnTo>
                  <a:lnTo>
                    <a:pt x="2120099" y="114299"/>
                  </a:lnTo>
                  <a:lnTo>
                    <a:pt x="2113419" y="101599"/>
                  </a:lnTo>
                  <a:lnTo>
                    <a:pt x="2113597" y="101599"/>
                  </a:lnTo>
                  <a:lnTo>
                    <a:pt x="2106472" y="88899"/>
                  </a:lnTo>
                  <a:lnTo>
                    <a:pt x="2123681" y="88899"/>
                  </a:lnTo>
                  <a:lnTo>
                    <a:pt x="2130539" y="101599"/>
                  </a:lnTo>
                  <a:lnTo>
                    <a:pt x="2136952" y="114299"/>
                  </a:lnTo>
                  <a:lnTo>
                    <a:pt x="2142883" y="126999"/>
                  </a:lnTo>
                  <a:close/>
                </a:path>
                <a:path w="2172970" h="1447800">
                  <a:moveTo>
                    <a:pt x="21462" y="177799"/>
                  </a:moveTo>
                  <a:lnTo>
                    <a:pt x="9271" y="177799"/>
                  </a:lnTo>
                  <a:lnTo>
                    <a:pt x="11010" y="165099"/>
                  </a:lnTo>
                  <a:lnTo>
                    <a:pt x="14871" y="152399"/>
                  </a:lnTo>
                  <a:lnTo>
                    <a:pt x="19278" y="139699"/>
                  </a:lnTo>
                  <a:lnTo>
                    <a:pt x="24218" y="126999"/>
                  </a:lnTo>
                  <a:lnTo>
                    <a:pt x="40894" y="126999"/>
                  </a:lnTo>
                  <a:lnTo>
                    <a:pt x="35585" y="139699"/>
                  </a:lnTo>
                  <a:lnTo>
                    <a:pt x="35725" y="139699"/>
                  </a:lnTo>
                  <a:lnTo>
                    <a:pt x="30911" y="152399"/>
                  </a:lnTo>
                  <a:lnTo>
                    <a:pt x="26746" y="165099"/>
                  </a:lnTo>
                  <a:lnTo>
                    <a:pt x="23152" y="165099"/>
                  </a:lnTo>
                  <a:lnTo>
                    <a:pt x="21462" y="177799"/>
                  </a:lnTo>
                  <a:close/>
                </a:path>
                <a:path w="2172970" h="1447800">
                  <a:moveTo>
                    <a:pt x="2163267" y="177799"/>
                  </a:moveTo>
                  <a:lnTo>
                    <a:pt x="2151075" y="177799"/>
                  </a:lnTo>
                  <a:lnTo>
                    <a:pt x="2149398" y="165099"/>
                  </a:lnTo>
                  <a:lnTo>
                    <a:pt x="2145804" y="165099"/>
                  </a:lnTo>
                  <a:lnTo>
                    <a:pt x="2141499" y="152399"/>
                  </a:lnTo>
                  <a:lnTo>
                    <a:pt x="2136813" y="139699"/>
                  </a:lnTo>
                  <a:lnTo>
                    <a:pt x="2136952" y="139699"/>
                  </a:lnTo>
                  <a:lnTo>
                    <a:pt x="2131644" y="126999"/>
                  </a:lnTo>
                  <a:lnTo>
                    <a:pt x="2148319" y="126999"/>
                  </a:lnTo>
                  <a:lnTo>
                    <a:pt x="2153259" y="139699"/>
                  </a:lnTo>
                  <a:lnTo>
                    <a:pt x="2157666" y="152399"/>
                  </a:lnTo>
                  <a:lnTo>
                    <a:pt x="2161527" y="165099"/>
                  </a:lnTo>
                  <a:lnTo>
                    <a:pt x="2163267" y="177799"/>
                  </a:lnTo>
                  <a:close/>
                </a:path>
                <a:path w="2172970" h="1447800">
                  <a:moveTo>
                    <a:pt x="18580" y="190499"/>
                  </a:moveTo>
                  <a:lnTo>
                    <a:pt x="6223" y="190499"/>
                  </a:lnTo>
                  <a:lnTo>
                    <a:pt x="7670" y="177799"/>
                  </a:lnTo>
                  <a:lnTo>
                    <a:pt x="19989" y="177799"/>
                  </a:lnTo>
                  <a:lnTo>
                    <a:pt x="18580" y="190499"/>
                  </a:lnTo>
                  <a:close/>
                </a:path>
                <a:path w="2172970" h="1447800">
                  <a:moveTo>
                    <a:pt x="2166315" y="190499"/>
                  </a:moveTo>
                  <a:lnTo>
                    <a:pt x="2153958" y="190499"/>
                  </a:lnTo>
                  <a:lnTo>
                    <a:pt x="2152548" y="177799"/>
                  </a:lnTo>
                  <a:lnTo>
                    <a:pt x="2164867" y="177799"/>
                  </a:lnTo>
                  <a:lnTo>
                    <a:pt x="2166315" y="190499"/>
                  </a:lnTo>
                  <a:close/>
                </a:path>
                <a:path w="2172970" h="1447800">
                  <a:moveTo>
                    <a:pt x="16256" y="203199"/>
                  </a:moveTo>
                  <a:lnTo>
                    <a:pt x="2755" y="203199"/>
                  </a:lnTo>
                  <a:lnTo>
                    <a:pt x="3771" y="190499"/>
                  </a:lnTo>
                  <a:lnTo>
                    <a:pt x="17386" y="190499"/>
                  </a:lnTo>
                  <a:lnTo>
                    <a:pt x="16256" y="203199"/>
                  </a:lnTo>
                  <a:close/>
                </a:path>
                <a:path w="2172970" h="1447800">
                  <a:moveTo>
                    <a:pt x="2169782" y="203199"/>
                  </a:moveTo>
                  <a:lnTo>
                    <a:pt x="2156282" y="203199"/>
                  </a:lnTo>
                  <a:lnTo>
                    <a:pt x="2155151" y="190499"/>
                  </a:lnTo>
                  <a:lnTo>
                    <a:pt x="2168766" y="190499"/>
                  </a:lnTo>
                  <a:lnTo>
                    <a:pt x="2169782" y="203199"/>
                  </a:lnTo>
                  <a:close/>
                </a:path>
                <a:path w="2172970" h="1447800">
                  <a:moveTo>
                    <a:pt x="14490" y="215899"/>
                  </a:moveTo>
                  <a:lnTo>
                    <a:pt x="1193" y="215899"/>
                  </a:lnTo>
                  <a:lnTo>
                    <a:pt x="1892" y="203199"/>
                  </a:lnTo>
                  <a:lnTo>
                    <a:pt x="15328" y="203199"/>
                  </a:lnTo>
                  <a:lnTo>
                    <a:pt x="14490" y="215899"/>
                  </a:lnTo>
                  <a:close/>
                </a:path>
                <a:path w="2172970" h="1447800">
                  <a:moveTo>
                    <a:pt x="2171344" y="215899"/>
                  </a:moveTo>
                  <a:lnTo>
                    <a:pt x="2158047" y="215899"/>
                  </a:lnTo>
                  <a:lnTo>
                    <a:pt x="2157209" y="203199"/>
                  </a:lnTo>
                  <a:lnTo>
                    <a:pt x="2170645" y="203199"/>
                  </a:lnTo>
                  <a:lnTo>
                    <a:pt x="2171344" y="215899"/>
                  </a:lnTo>
                  <a:close/>
                </a:path>
                <a:path w="2172970" h="1447800">
                  <a:moveTo>
                    <a:pt x="12915" y="228599"/>
                  </a:moveTo>
                  <a:lnTo>
                    <a:pt x="241" y="228599"/>
                  </a:lnTo>
                  <a:lnTo>
                    <a:pt x="635" y="215899"/>
                  </a:lnTo>
                  <a:lnTo>
                    <a:pt x="13309" y="215899"/>
                  </a:lnTo>
                  <a:lnTo>
                    <a:pt x="12915" y="228599"/>
                  </a:lnTo>
                  <a:close/>
                </a:path>
                <a:path w="2172970" h="1447800">
                  <a:moveTo>
                    <a:pt x="2172296" y="228599"/>
                  </a:moveTo>
                  <a:lnTo>
                    <a:pt x="2159622" y="228599"/>
                  </a:lnTo>
                  <a:lnTo>
                    <a:pt x="2159228" y="215899"/>
                  </a:lnTo>
                  <a:lnTo>
                    <a:pt x="2171903" y="215899"/>
                  </a:lnTo>
                  <a:lnTo>
                    <a:pt x="2172296" y="228599"/>
                  </a:lnTo>
                  <a:close/>
                </a:path>
                <a:path w="2172970" h="1447800">
                  <a:moveTo>
                    <a:pt x="12700" y="1206500"/>
                  </a:moveTo>
                  <a:lnTo>
                    <a:pt x="0" y="1206500"/>
                  </a:lnTo>
                  <a:lnTo>
                    <a:pt x="0" y="228599"/>
                  </a:lnTo>
                  <a:lnTo>
                    <a:pt x="12700" y="228599"/>
                  </a:lnTo>
                  <a:lnTo>
                    <a:pt x="12700" y="1206500"/>
                  </a:lnTo>
                  <a:close/>
                </a:path>
                <a:path w="2172970" h="1447800">
                  <a:moveTo>
                    <a:pt x="2172538" y="1206500"/>
                  </a:moveTo>
                  <a:lnTo>
                    <a:pt x="2159838" y="1206500"/>
                  </a:lnTo>
                  <a:lnTo>
                    <a:pt x="2159838" y="228599"/>
                  </a:lnTo>
                  <a:lnTo>
                    <a:pt x="2172538" y="228599"/>
                  </a:lnTo>
                  <a:lnTo>
                    <a:pt x="2172538" y="1206500"/>
                  </a:lnTo>
                  <a:close/>
                </a:path>
                <a:path w="2172970" h="1447800">
                  <a:moveTo>
                    <a:pt x="13309" y="1219200"/>
                  </a:moveTo>
                  <a:lnTo>
                    <a:pt x="635" y="1219200"/>
                  </a:lnTo>
                  <a:lnTo>
                    <a:pt x="241" y="1206500"/>
                  </a:lnTo>
                  <a:lnTo>
                    <a:pt x="12915" y="1206500"/>
                  </a:lnTo>
                  <a:lnTo>
                    <a:pt x="13309" y="1219200"/>
                  </a:lnTo>
                  <a:close/>
                </a:path>
                <a:path w="2172970" h="1447800">
                  <a:moveTo>
                    <a:pt x="2171903" y="1219200"/>
                  </a:moveTo>
                  <a:lnTo>
                    <a:pt x="2159228" y="1219200"/>
                  </a:lnTo>
                  <a:lnTo>
                    <a:pt x="2159622" y="1206500"/>
                  </a:lnTo>
                  <a:lnTo>
                    <a:pt x="2172296" y="1206500"/>
                  </a:lnTo>
                  <a:lnTo>
                    <a:pt x="2171903" y="1219200"/>
                  </a:lnTo>
                  <a:close/>
                </a:path>
                <a:path w="2172970" h="1447800">
                  <a:moveTo>
                    <a:pt x="14503" y="1231900"/>
                  </a:moveTo>
                  <a:lnTo>
                    <a:pt x="1892" y="1231900"/>
                  </a:lnTo>
                  <a:lnTo>
                    <a:pt x="1193" y="1219200"/>
                  </a:lnTo>
                  <a:lnTo>
                    <a:pt x="13817" y="1219200"/>
                  </a:lnTo>
                  <a:lnTo>
                    <a:pt x="14503" y="1231900"/>
                  </a:lnTo>
                  <a:close/>
                </a:path>
                <a:path w="2172970" h="1447800">
                  <a:moveTo>
                    <a:pt x="2170645" y="1231900"/>
                  </a:moveTo>
                  <a:lnTo>
                    <a:pt x="2158034" y="1231900"/>
                  </a:lnTo>
                  <a:lnTo>
                    <a:pt x="2158720" y="1219200"/>
                  </a:lnTo>
                  <a:lnTo>
                    <a:pt x="2171344" y="1219200"/>
                  </a:lnTo>
                  <a:lnTo>
                    <a:pt x="2170645" y="1231900"/>
                  </a:lnTo>
                  <a:close/>
                </a:path>
                <a:path w="2172970" h="1447800">
                  <a:moveTo>
                    <a:pt x="16281" y="1244600"/>
                  </a:moveTo>
                  <a:lnTo>
                    <a:pt x="3771" y="1244600"/>
                  </a:lnTo>
                  <a:lnTo>
                    <a:pt x="2755" y="1231900"/>
                  </a:lnTo>
                  <a:lnTo>
                    <a:pt x="15303" y="1231900"/>
                  </a:lnTo>
                  <a:lnTo>
                    <a:pt x="16281" y="1244600"/>
                  </a:lnTo>
                  <a:close/>
                </a:path>
                <a:path w="2172970" h="1447800">
                  <a:moveTo>
                    <a:pt x="2168766" y="1244600"/>
                  </a:moveTo>
                  <a:lnTo>
                    <a:pt x="2156256" y="1244600"/>
                  </a:lnTo>
                  <a:lnTo>
                    <a:pt x="2157234" y="1231900"/>
                  </a:lnTo>
                  <a:lnTo>
                    <a:pt x="2169782" y="1231900"/>
                  </a:lnTo>
                  <a:lnTo>
                    <a:pt x="2168766" y="1244600"/>
                  </a:lnTo>
                  <a:close/>
                </a:path>
                <a:path w="2172970" h="1447800">
                  <a:moveTo>
                    <a:pt x="18618" y="1257300"/>
                  </a:moveTo>
                  <a:lnTo>
                    <a:pt x="6223" y="1257300"/>
                  </a:lnTo>
                  <a:lnTo>
                    <a:pt x="4927" y="1244600"/>
                  </a:lnTo>
                  <a:lnTo>
                    <a:pt x="17348" y="1244600"/>
                  </a:lnTo>
                  <a:lnTo>
                    <a:pt x="18618" y="1257300"/>
                  </a:lnTo>
                  <a:close/>
                </a:path>
                <a:path w="2172970" h="1447800">
                  <a:moveTo>
                    <a:pt x="2166315" y="1257300"/>
                  </a:moveTo>
                  <a:lnTo>
                    <a:pt x="2153920" y="1257300"/>
                  </a:lnTo>
                  <a:lnTo>
                    <a:pt x="2155190" y="1244600"/>
                  </a:lnTo>
                  <a:lnTo>
                    <a:pt x="2167610" y="1244600"/>
                  </a:lnTo>
                  <a:lnTo>
                    <a:pt x="2166315" y="1257300"/>
                  </a:lnTo>
                  <a:close/>
                </a:path>
                <a:path w="2172970" h="1447800">
                  <a:moveTo>
                    <a:pt x="21501" y="1270000"/>
                  </a:moveTo>
                  <a:lnTo>
                    <a:pt x="9271" y="1270000"/>
                  </a:lnTo>
                  <a:lnTo>
                    <a:pt x="7670" y="1257300"/>
                  </a:lnTo>
                  <a:lnTo>
                    <a:pt x="19951" y="1257300"/>
                  </a:lnTo>
                  <a:lnTo>
                    <a:pt x="21501" y="1270000"/>
                  </a:lnTo>
                  <a:close/>
                </a:path>
                <a:path w="2172970" h="1447800">
                  <a:moveTo>
                    <a:pt x="2163267" y="1270000"/>
                  </a:moveTo>
                  <a:lnTo>
                    <a:pt x="2151037" y="1270000"/>
                  </a:lnTo>
                  <a:lnTo>
                    <a:pt x="2152586" y="1257300"/>
                  </a:lnTo>
                  <a:lnTo>
                    <a:pt x="2164867" y="1257300"/>
                  </a:lnTo>
                  <a:lnTo>
                    <a:pt x="2163267" y="1270000"/>
                  </a:lnTo>
                  <a:close/>
                </a:path>
                <a:path w="2172970" h="1447800">
                  <a:moveTo>
                    <a:pt x="52603" y="1333500"/>
                  </a:moveTo>
                  <a:lnTo>
                    <a:pt x="35585" y="1333500"/>
                  </a:lnTo>
                  <a:lnTo>
                    <a:pt x="29654" y="1320800"/>
                  </a:lnTo>
                  <a:lnTo>
                    <a:pt x="24218" y="1308100"/>
                  </a:lnTo>
                  <a:lnTo>
                    <a:pt x="19278" y="1295400"/>
                  </a:lnTo>
                  <a:lnTo>
                    <a:pt x="14871" y="1282700"/>
                  </a:lnTo>
                  <a:lnTo>
                    <a:pt x="11010" y="1270000"/>
                  </a:lnTo>
                  <a:lnTo>
                    <a:pt x="23075" y="1270000"/>
                  </a:lnTo>
                  <a:lnTo>
                    <a:pt x="26847" y="1282700"/>
                  </a:lnTo>
                  <a:lnTo>
                    <a:pt x="31038" y="1295400"/>
                  </a:lnTo>
                  <a:lnTo>
                    <a:pt x="35585" y="1295400"/>
                  </a:lnTo>
                  <a:lnTo>
                    <a:pt x="40894" y="1308100"/>
                  </a:lnTo>
                  <a:lnTo>
                    <a:pt x="40741" y="1308100"/>
                  </a:lnTo>
                  <a:lnTo>
                    <a:pt x="46520" y="1320800"/>
                  </a:lnTo>
                  <a:lnTo>
                    <a:pt x="46367" y="1320800"/>
                  </a:lnTo>
                  <a:lnTo>
                    <a:pt x="52603" y="1333500"/>
                  </a:lnTo>
                  <a:close/>
                </a:path>
                <a:path w="2172970" h="1447800">
                  <a:moveTo>
                    <a:pt x="2136952" y="1333500"/>
                  </a:moveTo>
                  <a:lnTo>
                    <a:pt x="2119934" y="1333500"/>
                  </a:lnTo>
                  <a:lnTo>
                    <a:pt x="2126183" y="1320800"/>
                  </a:lnTo>
                  <a:lnTo>
                    <a:pt x="2126018" y="1320800"/>
                  </a:lnTo>
                  <a:lnTo>
                    <a:pt x="2131796" y="1308100"/>
                  </a:lnTo>
                  <a:lnTo>
                    <a:pt x="2131644" y="1308100"/>
                  </a:lnTo>
                  <a:lnTo>
                    <a:pt x="2136952" y="1295400"/>
                  </a:lnTo>
                  <a:lnTo>
                    <a:pt x="2141499" y="1295400"/>
                  </a:lnTo>
                  <a:lnTo>
                    <a:pt x="2145804" y="1282700"/>
                  </a:lnTo>
                  <a:lnTo>
                    <a:pt x="2149462" y="1270000"/>
                  </a:lnTo>
                  <a:lnTo>
                    <a:pt x="2161527" y="1270000"/>
                  </a:lnTo>
                  <a:lnTo>
                    <a:pt x="2157666" y="1282700"/>
                  </a:lnTo>
                  <a:lnTo>
                    <a:pt x="2153259" y="1295400"/>
                  </a:lnTo>
                  <a:lnTo>
                    <a:pt x="2148319" y="1308100"/>
                  </a:lnTo>
                  <a:lnTo>
                    <a:pt x="2142883" y="1320800"/>
                  </a:lnTo>
                  <a:lnTo>
                    <a:pt x="2136952" y="1333500"/>
                  </a:lnTo>
                  <a:close/>
                </a:path>
                <a:path w="2172970" h="1447800">
                  <a:moveTo>
                    <a:pt x="81165" y="1371600"/>
                  </a:moveTo>
                  <a:lnTo>
                    <a:pt x="63919" y="1371600"/>
                  </a:lnTo>
                  <a:lnTo>
                    <a:pt x="56172" y="1358900"/>
                  </a:lnTo>
                  <a:lnTo>
                    <a:pt x="48856" y="1346200"/>
                  </a:lnTo>
                  <a:lnTo>
                    <a:pt x="41998" y="1333500"/>
                  </a:lnTo>
                  <a:lnTo>
                    <a:pt x="52438" y="1333500"/>
                  </a:lnTo>
                  <a:lnTo>
                    <a:pt x="59118" y="1346200"/>
                  </a:lnTo>
                  <a:lnTo>
                    <a:pt x="65874" y="1346200"/>
                  </a:lnTo>
                  <a:lnTo>
                    <a:pt x="73418" y="1358900"/>
                  </a:lnTo>
                  <a:lnTo>
                    <a:pt x="73215" y="1358900"/>
                  </a:lnTo>
                  <a:lnTo>
                    <a:pt x="81165" y="1371600"/>
                  </a:lnTo>
                  <a:close/>
                </a:path>
                <a:path w="2172970" h="1447800">
                  <a:moveTo>
                    <a:pt x="66065" y="1346200"/>
                  </a:moveTo>
                  <a:lnTo>
                    <a:pt x="59118" y="1346200"/>
                  </a:lnTo>
                  <a:lnTo>
                    <a:pt x="58940" y="1333500"/>
                  </a:lnTo>
                  <a:lnTo>
                    <a:pt x="66065" y="1346200"/>
                  </a:lnTo>
                  <a:close/>
                </a:path>
                <a:path w="2172970" h="1447800">
                  <a:moveTo>
                    <a:pt x="2113419" y="1346200"/>
                  </a:moveTo>
                  <a:lnTo>
                    <a:pt x="2106472" y="1346200"/>
                  </a:lnTo>
                  <a:lnTo>
                    <a:pt x="2113597" y="1333500"/>
                  </a:lnTo>
                  <a:lnTo>
                    <a:pt x="2113419" y="1346200"/>
                  </a:lnTo>
                  <a:close/>
                </a:path>
                <a:path w="2172970" h="1447800">
                  <a:moveTo>
                    <a:pt x="2108619" y="1371600"/>
                  </a:moveTo>
                  <a:lnTo>
                    <a:pt x="2091372" y="1371600"/>
                  </a:lnTo>
                  <a:lnTo>
                    <a:pt x="2099322" y="1358900"/>
                  </a:lnTo>
                  <a:lnTo>
                    <a:pt x="2099119" y="1358900"/>
                  </a:lnTo>
                  <a:lnTo>
                    <a:pt x="2106663" y="1346200"/>
                  </a:lnTo>
                  <a:lnTo>
                    <a:pt x="2113419" y="1346200"/>
                  </a:lnTo>
                  <a:lnTo>
                    <a:pt x="2120099" y="1333500"/>
                  </a:lnTo>
                  <a:lnTo>
                    <a:pt x="2130539" y="1333500"/>
                  </a:lnTo>
                  <a:lnTo>
                    <a:pt x="2123681" y="1346200"/>
                  </a:lnTo>
                  <a:lnTo>
                    <a:pt x="2116366" y="1358900"/>
                  </a:lnTo>
                  <a:lnTo>
                    <a:pt x="2108619" y="1371600"/>
                  </a:lnTo>
                  <a:close/>
                </a:path>
                <a:path w="2172970" h="1447800">
                  <a:moveTo>
                    <a:pt x="89281" y="1371600"/>
                  </a:moveTo>
                  <a:lnTo>
                    <a:pt x="81165" y="1371600"/>
                  </a:lnTo>
                  <a:lnTo>
                    <a:pt x="80949" y="1358900"/>
                  </a:lnTo>
                  <a:lnTo>
                    <a:pt x="89281" y="1371600"/>
                  </a:lnTo>
                  <a:close/>
                </a:path>
                <a:path w="2172970" h="1447800">
                  <a:moveTo>
                    <a:pt x="2091372" y="1371600"/>
                  </a:moveTo>
                  <a:lnTo>
                    <a:pt x="2083257" y="1371600"/>
                  </a:lnTo>
                  <a:lnTo>
                    <a:pt x="2091588" y="1358900"/>
                  </a:lnTo>
                  <a:lnTo>
                    <a:pt x="2091372" y="1371600"/>
                  </a:lnTo>
                  <a:close/>
                </a:path>
                <a:path w="2172970" h="1447800">
                  <a:moveTo>
                    <a:pt x="97764" y="1384300"/>
                  </a:moveTo>
                  <a:lnTo>
                    <a:pt x="80632" y="1384300"/>
                  </a:lnTo>
                  <a:lnTo>
                    <a:pt x="72072" y="1371600"/>
                  </a:lnTo>
                  <a:lnTo>
                    <a:pt x="89052" y="1371600"/>
                  </a:lnTo>
                  <a:lnTo>
                    <a:pt x="97764" y="1384300"/>
                  </a:lnTo>
                  <a:close/>
                </a:path>
                <a:path w="2172970" h="1447800">
                  <a:moveTo>
                    <a:pt x="2091905" y="1384300"/>
                  </a:moveTo>
                  <a:lnTo>
                    <a:pt x="2074773" y="1384300"/>
                  </a:lnTo>
                  <a:lnTo>
                    <a:pt x="2083485" y="1371600"/>
                  </a:lnTo>
                  <a:lnTo>
                    <a:pt x="2100465" y="1371600"/>
                  </a:lnTo>
                  <a:lnTo>
                    <a:pt x="2091905" y="1384300"/>
                  </a:lnTo>
                  <a:close/>
                </a:path>
                <a:path w="2172970" h="1447800">
                  <a:moveTo>
                    <a:pt x="135039" y="1409700"/>
                  </a:moveTo>
                  <a:lnTo>
                    <a:pt x="108534" y="1409700"/>
                  </a:lnTo>
                  <a:lnTo>
                    <a:pt x="98869" y="1397000"/>
                  </a:lnTo>
                  <a:lnTo>
                    <a:pt x="89560" y="1384300"/>
                  </a:lnTo>
                  <a:lnTo>
                    <a:pt x="106349" y="1384300"/>
                  </a:lnTo>
                  <a:lnTo>
                    <a:pt x="115760" y="1397000"/>
                  </a:lnTo>
                  <a:lnTo>
                    <a:pt x="124993" y="1397000"/>
                  </a:lnTo>
                  <a:lnTo>
                    <a:pt x="135039" y="1409700"/>
                  </a:lnTo>
                  <a:close/>
                </a:path>
                <a:path w="2172970" h="1447800">
                  <a:moveTo>
                    <a:pt x="2064003" y="1409700"/>
                  </a:moveTo>
                  <a:lnTo>
                    <a:pt x="2037499" y="1409700"/>
                  </a:lnTo>
                  <a:lnTo>
                    <a:pt x="2047544" y="1397000"/>
                  </a:lnTo>
                  <a:lnTo>
                    <a:pt x="2056777" y="1397000"/>
                  </a:lnTo>
                  <a:lnTo>
                    <a:pt x="2066188" y="1384300"/>
                  </a:lnTo>
                  <a:lnTo>
                    <a:pt x="2082977" y="1384300"/>
                  </a:lnTo>
                  <a:lnTo>
                    <a:pt x="2073668" y="1397000"/>
                  </a:lnTo>
                  <a:lnTo>
                    <a:pt x="2064003" y="1409700"/>
                  </a:lnTo>
                  <a:close/>
                </a:path>
                <a:path w="2172970" h="1447800">
                  <a:moveTo>
                    <a:pt x="166077" y="1422400"/>
                  </a:moveTo>
                  <a:lnTo>
                    <a:pt x="128841" y="1422400"/>
                  </a:lnTo>
                  <a:lnTo>
                    <a:pt x="118529" y="1409700"/>
                  </a:lnTo>
                  <a:lnTo>
                    <a:pt x="155181" y="1409700"/>
                  </a:lnTo>
                  <a:lnTo>
                    <a:pt x="166077" y="1422400"/>
                  </a:lnTo>
                  <a:close/>
                </a:path>
                <a:path w="2172970" h="1447800">
                  <a:moveTo>
                    <a:pt x="2043696" y="1422400"/>
                  </a:moveTo>
                  <a:lnTo>
                    <a:pt x="2006460" y="1422400"/>
                  </a:lnTo>
                  <a:lnTo>
                    <a:pt x="2017356" y="1409700"/>
                  </a:lnTo>
                  <a:lnTo>
                    <a:pt x="2054009" y="1409700"/>
                  </a:lnTo>
                  <a:lnTo>
                    <a:pt x="2043696" y="1422400"/>
                  </a:lnTo>
                  <a:close/>
                </a:path>
                <a:path w="2172970" h="1447800">
                  <a:moveTo>
                    <a:pt x="199250" y="1435100"/>
                  </a:moveTo>
                  <a:lnTo>
                    <a:pt x="161569" y="1435100"/>
                  </a:lnTo>
                  <a:lnTo>
                    <a:pt x="150380" y="1422400"/>
                  </a:lnTo>
                  <a:lnTo>
                    <a:pt x="193421" y="1422400"/>
                  </a:lnTo>
                  <a:lnTo>
                    <a:pt x="199250" y="1435100"/>
                  </a:lnTo>
                  <a:close/>
                </a:path>
                <a:path w="2172970" h="1447800">
                  <a:moveTo>
                    <a:pt x="2010968" y="1435100"/>
                  </a:moveTo>
                  <a:lnTo>
                    <a:pt x="1973287" y="1435100"/>
                  </a:lnTo>
                  <a:lnTo>
                    <a:pt x="1979117" y="1422400"/>
                  </a:lnTo>
                  <a:lnTo>
                    <a:pt x="2022157" y="1422400"/>
                  </a:lnTo>
                  <a:lnTo>
                    <a:pt x="2010968" y="1435100"/>
                  </a:lnTo>
                  <a:close/>
                </a:path>
                <a:path w="2172970" h="1447800">
                  <a:moveTo>
                    <a:pt x="1969871" y="1447800"/>
                  </a:moveTo>
                  <a:lnTo>
                    <a:pt x="202679" y="1447800"/>
                  </a:lnTo>
                  <a:lnTo>
                    <a:pt x="196634" y="1435100"/>
                  </a:lnTo>
                  <a:lnTo>
                    <a:pt x="1975904" y="1435100"/>
                  </a:lnTo>
                  <a:lnTo>
                    <a:pt x="1969871" y="144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635124" y="3284640"/>
            <a:ext cx="1647825" cy="4546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+mn-lt"/>
                <a:cs typeface="Times New Roman"/>
              </a:rPr>
              <a:t>Summary</a:t>
            </a:r>
            <a:endParaRPr sz="1600">
              <a:latin typeface="+mn-l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dirty="0">
                <a:latin typeface="+mn-lt"/>
                <a:cs typeface="Times New Roman"/>
              </a:rPr>
              <a:t>FLARE (Jiang et al, 2023)</a:t>
            </a:r>
            <a:endParaRPr sz="1200">
              <a:latin typeface="+mn-lt"/>
              <a:cs typeface="Times New Roman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CD5358B-B577-48D0-A3D5-6FB2E3813D7C}"/>
              </a:ext>
            </a:extLst>
          </p:cNvPr>
          <p:cNvGrpSpPr/>
          <p:nvPr/>
        </p:nvGrpSpPr>
        <p:grpSpPr>
          <a:xfrm>
            <a:off x="5476209" y="4806405"/>
            <a:ext cx="2172970" cy="1447800"/>
            <a:chOff x="5476209" y="4806405"/>
            <a:chExt cx="2172970" cy="1447800"/>
          </a:xfrm>
        </p:grpSpPr>
        <p:grpSp>
          <p:nvGrpSpPr>
            <p:cNvPr id="40" name="object 40"/>
            <p:cNvGrpSpPr/>
            <p:nvPr/>
          </p:nvGrpSpPr>
          <p:grpSpPr>
            <a:xfrm>
              <a:off x="5476209" y="4806405"/>
              <a:ext cx="2172970" cy="1447800"/>
              <a:chOff x="4298581" y="4591659"/>
              <a:chExt cx="2172970" cy="1447800"/>
            </a:xfrm>
          </p:grpSpPr>
          <p:sp>
            <p:nvSpPr>
              <p:cNvPr id="41" name="object 41"/>
              <p:cNvSpPr/>
              <p:nvPr/>
            </p:nvSpPr>
            <p:spPr>
              <a:xfrm>
                <a:off x="4305300" y="4597908"/>
                <a:ext cx="2159635" cy="1440180"/>
              </a:xfrm>
              <a:custGeom>
                <a:avLst/>
                <a:gdLst/>
                <a:ahLst/>
                <a:cxnLst/>
                <a:rect l="l" t="t" r="r" b="b"/>
                <a:pathLst>
                  <a:path w="2159635" h="1440179">
                    <a:moveTo>
                      <a:pt x="1920239" y="1440179"/>
                    </a:moveTo>
                    <a:lnTo>
                      <a:pt x="239267" y="1440179"/>
                    </a:lnTo>
                    <a:lnTo>
                      <a:pt x="190996" y="1435277"/>
                    </a:lnTo>
                    <a:lnTo>
                      <a:pt x="146023" y="1421263"/>
                    </a:lnTo>
                    <a:lnTo>
                      <a:pt x="105323" y="1399095"/>
                    </a:lnTo>
                    <a:lnTo>
                      <a:pt x="69870" y="1369728"/>
                    </a:lnTo>
                    <a:lnTo>
                      <a:pt x="40637" y="1334118"/>
                    </a:lnTo>
                    <a:lnTo>
                      <a:pt x="18599" y="1293220"/>
                    </a:lnTo>
                    <a:lnTo>
                      <a:pt x="4728" y="1247991"/>
                    </a:lnTo>
                    <a:lnTo>
                      <a:pt x="0" y="1199388"/>
                    </a:lnTo>
                    <a:lnTo>
                      <a:pt x="0" y="240791"/>
                    </a:lnTo>
                    <a:lnTo>
                      <a:pt x="4728" y="192196"/>
                    </a:lnTo>
                    <a:lnTo>
                      <a:pt x="18599" y="146973"/>
                    </a:lnTo>
                    <a:lnTo>
                      <a:pt x="40637" y="106079"/>
                    </a:lnTo>
                    <a:lnTo>
                      <a:pt x="69870" y="70470"/>
                    </a:lnTo>
                    <a:lnTo>
                      <a:pt x="105323" y="41102"/>
                    </a:lnTo>
                    <a:lnTo>
                      <a:pt x="146023" y="18930"/>
                    </a:lnTo>
                    <a:lnTo>
                      <a:pt x="190996" y="4910"/>
                    </a:lnTo>
                    <a:lnTo>
                      <a:pt x="239267" y="0"/>
                    </a:lnTo>
                    <a:lnTo>
                      <a:pt x="1920239" y="0"/>
                    </a:lnTo>
                    <a:lnTo>
                      <a:pt x="1968382" y="4910"/>
                    </a:lnTo>
                    <a:lnTo>
                      <a:pt x="2013262" y="18930"/>
                    </a:lnTo>
                    <a:lnTo>
                      <a:pt x="2053907" y="41102"/>
                    </a:lnTo>
                    <a:lnTo>
                      <a:pt x="2089342" y="70470"/>
                    </a:lnTo>
                    <a:lnTo>
                      <a:pt x="2118593" y="106079"/>
                    </a:lnTo>
                    <a:lnTo>
                      <a:pt x="2140687" y="146973"/>
                    </a:lnTo>
                    <a:lnTo>
                      <a:pt x="2154650" y="192196"/>
                    </a:lnTo>
                    <a:lnTo>
                      <a:pt x="2159508" y="240791"/>
                    </a:lnTo>
                    <a:lnTo>
                      <a:pt x="2159508" y="1199388"/>
                    </a:lnTo>
                    <a:lnTo>
                      <a:pt x="2154650" y="1247991"/>
                    </a:lnTo>
                    <a:lnTo>
                      <a:pt x="2140687" y="1293220"/>
                    </a:lnTo>
                    <a:lnTo>
                      <a:pt x="2118593" y="1334118"/>
                    </a:lnTo>
                    <a:lnTo>
                      <a:pt x="2089342" y="1369728"/>
                    </a:lnTo>
                    <a:lnTo>
                      <a:pt x="2053907" y="1399095"/>
                    </a:lnTo>
                    <a:lnTo>
                      <a:pt x="2013262" y="1421263"/>
                    </a:lnTo>
                    <a:lnTo>
                      <a:pt x="1968382" y="1435277"/>
                    </a:lnTo>
                    <a:lnTo>
                      <a:pt x="1920239" y="1440179"/>
                    </a:lnTo>
                    <a:close/>
                  </a:path>
                </a:pathLst>
              </a:custGeom>
              <a:solidFill>
                <a:srgbClr val="FFD084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4298581" y="4591659"/>
                <a:ext cx="217297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2172970" h="1447800">
                    <a:moveTo>
                      <a:pt x="2010981" y="12700"/>
                    </a:moveTo>
                    <a:lnTo>
                      <a:pt x="161569" y="12700"/>
                    </a:lnTo>
                    <a:lnTo>
                      <a:pt x="172986" y="0"/>
                    </a:lnTo>
                    <a:lnTo>
                      <a:pt x="1999564" y="0"/>
                    </a:lnTo>
                    <a:lnTo>
                      <a:pt x="2010981" y="12700"/>
                    </a:lnTo>
                    <a:close/>
                  </a:path>
                  <a:path w="2172970" h="1447800">
                    <a:moveTo>
                      <a:pt x="165798" y="25400"/>
                    </a:moveTo>
                    <a:lnTo>
                      <a:pt x="128854" y="25400"/>
                    </a:lnTo>
                    <a:lnTo>
                      <a:pt x="139471" y="12700"/>
                    </a:lnTo>
                    <a:lnTo>
                      <a:pt x="176949" y="12700"/>
                    </a:lnTo>
                    <a:lnTo>
                      <a:pt x="165798" y="25400"/>
                    </a:lnTo>
                    <a:close/>
                  </a:path>
                  <a:path w="2172970" h="1447800">
                    <a:moveTo>
                      <a:pt x="2043709" y="25400"/>
                    </a:moveTo>
                    <a:lnTo>
                      <a:pt x="2006752" y="25400"/>
                    </a:lnTo>
                    <a:lnTo>
                      <a:pt x="1995601" y="12700"/>
                    </a:lnTo>
                    <a:lnTo>
                      <a:pt x="2033079" y="12700"/>
                    </a:lnTo>
                    <a:lnTo>
                      <a:pt x="2043709" y="25400"/>
                    </a:lnTo>
                    <a:close/>
                  </a:path>
                  <a:path w="2172970" h="1447800">
                    <a:moveTo>
                      <a:pt x="134772" y="38100"/>
                    </a:moveTo>
                    <a:lnTo>
                      <a:pt x="108534" y="38100"/>
                    </a:lnTo>
                    <a:lnTo>
                      <a:pt x="118529" y="25400"/>
                    </a:lnTo>
                    <a:lnTo>
                      <a:pt x="145122" y="25400"/>
                    </a:lnTo>
                    <a:lnTo>
                      <a:pt x="134772" y="38100"/>
                    </a:lnTo>
                    <a:close/>
                  </a:path>
                  <a:path w="2172970" h="1447800">
                    <a:moveTo>
                      <a:pt x="2064016" y="38100"/>
                    </a:moveTo>
                    <a:lnTo>
                      <a:pt x="2037778" y="38100"/>
                    </a:lnTo>
                    <a:lnTo>
                      <a:pt x="2027427" y="25400"/>
                    </a:lnTo>
                    <a:lnTo>
                      <a:pt x="2054021" y="25400"/>
                    </a:lnTo>
                    <a:lnTo>
                      <a:pt x="2064016" y="38100"/>
                    </a:lnTo>
                    <a:close/>
                  </a:path>
                  <a:path w="2172970" h="1447800">
                    <a:moveTo>
                      <a:pt x="97536" y="63500"/>
                    </a:moveTo>
                    <a:lnTo>
                      <a:pt x="80632" y="63500"/>
                    </a:lnTo>
                    <a:lnTo>
                      <a:pt x="89573" y="50800"/>
                    </a:lnTo>
                    <a:lnTo>
                      <a:pt x="98882" y="38100"/>
                    </a:lnTo>
                    <a:lnTo>
                      <a:pt x="125260" y="38100"/>
                    </a:lnTo>
                    <a:lnTo>
                      <a:pt x="115519" y="50800"/>
                    </a:lnTo>
                    <a:lnTo>
                      <a:pt x="106603" y="50800"/>
                    </a:lnTo>
                    <a:lnTo>
                      <a:pt x="97536" y="63500"/>
                    </a:lnTo>
                    <a:close/>
                  </a:path>
                  <a:path w="2172970" h="1447800">
                    <a:moveTo>
                      <a:pt x="2091918" y="63500"/>
                    </a:moveTo>
                    <a:lnTo>
                      <a:pt x="2075014" y="63500"/>
                    </a:lnTo>
                    <a:lnTo>
                      <a:pt x="2065947" y="50800"/>
                    </a:lnTo>
                    <a:lnTo>
                      <a:pt x="2057031" y="50800"/>
                    </a:lnTo>
                    <a:lnTo>
                      <a:pt x="2047290" y="38100"/>
                    </a:lnTo>
                    <a:lnTo>
                      <a:pt x="2073668" y="38100"/>
                    </a:lnTo>
                    <a:lnTo>
                      <a:pt x="2082977" y="50800"/>
                    </a:lnTo>
                    <a:lnTo>
                      <a:pt x="2091918" y="63500"/>
                    </a:lnTo>
                    <a:close/>
                  </a:path>
                  <a:path w="2172970" h="1447800">
                    <a:moveTo>
                      <a:pt x="73215" y="88900"/>
                    </a:moveTo>
                    <a:lnTo>
                      <a:pt x="56184" y="88900"/>
                    </a:lnTo>
                    <a:lnTo>
                      <a:pt x="63919" y="76200"/>
                    </a:lnTo>
                    <a:lnTo>
                      <a:pt x="72085" y="63500"/>
                    </a:lnTo>
                    <a:lnTo>
                      <a:pt x="89293" y="63500"/>
                    </a:lnTo>
                    <a:lnTo>
                      <a:pt x="80949" y="76200"/>
                    </a:lnTo>
                    <a:lnTo>
                      <a:pt x="81165" y="76200"/>
                    </a:lnTo>
                    <a:lnTo>
                      <a:pt x="73215" y="88900"/>
                    </a:lnTo>
                    <a:close/>
                  </a:path>
                  <a:path w="2172970" h="1447800">
                    <a:moveTo>
                      <a:pt x="2116366" y="88900"/>
                    </a:moveTo>
                    <a:lnTo>
                      <a:pt x="2099335" y="88900"/>
                    </a:lnTo>
                    <a:lnTo>
                      <a:pt x="2091385" y="76200"/>
                    </a:lnTo>
                    <a:lnTo>
                      <a:pt x="2091601" y="76200"/>
                    </a:lnTo>
                    <a:lnTo>
                      <a:pt x="2083257" y="63500"/>
                    </a:lnTo>
                    <a:lnTo>
                      <a:pt x="2100465" y="63500"/>
                    </a:lnTo>
                    <a:lnTo>
                      <a:pt x="2108631" y="76200"/>
                    </a:lnTo>
                    <a:lnTo>
                      <a:pt x="2116366" y="88900"/>
                    </a:lnTo>
                    <a:close/>
                  </a:path>
                  <a:path w="2172970" h="1447800">
                    <a:moveTo>
                      <a:pt x="40754" y="127000"/>
                    </a:moveTo>
                    <a:lnTo>
                      <a:pt x="29667" y="127000"/>
                    </a:lnTo>
                    <a:lnTo>
                      <a:pt x="35598" y="114300"/>
                    </a:lnTo>
                    <a:lnTo>
                      <a:pt x="41998" y="101600"/>
                    </a:lnTo>
                    <a:lnTo>
                      <a:pt x="48869" y="88900"/>
                    </a:lnTo>
                    <a:lnTo>
                      <a:pt x="66078" y="88900"/>
                    </a:lnTo>
                    <a:lnTo>
                      <a:pt x="58953" y="101600"/>
                    </a:lnTo>
                    <a:lnTo>
                      <a:pt x="59131" y="101600"/>
                    </a:lnTo>
                    <a:lnTo>
                      <a:pt x="52438" y="114300"/>
                    </a:lnTo>
                    <a:lnTo>
                      <a:pt x="46532" y="114300"/>
                    </a:lnTo>
                    <a:lnTo>
                      <a:pt x="40754" y="127000"/>
                    </a:lnTo>
                    <a:close/>
                  </a:path>
                  <a:path w="2172970" h="1447800">
                    <a:moveTo>
                      <a:pt x="2142896" y="127000"/>
                    </a:moveTo>
                    <a:lnTo>
                      <a:pt x="2131809" y="127000"/>
                    </a:lnTo>
                    <a:lnTo>
                      <a:pt x="2126030" y="114300"/>
                    </a:lnTo>
                    <a:lnTo>
                      <a:pt x="2120112" y="114300"/>
                    </a:lnTo>
                    <a:lnTo>
                      <a:pt x="2113419" y="101600"/>
                    </a:lnTo>
                    <a:lnTo>
                      <a:pt x="2113597" y="101600"/>
                    </a:lnTo>
                    <a:lnTo>
                      <a:pt x="2106472" y="88900"/>
                    </a:lnTo>
                    <a:lnTo>
                      <a:pt x="2123681" y="88900"/>
                    </a:lnTo>
                    <a:lnTo>
                      <a:pt x="2130552" y="101600"/>
                    </a:lnTo>
                    <a:lnTo>
                      <a:pt x="2136952" y="114300"/>
                    </a:lnTo>
                    <a:lnTo>
                      <a:pt x="2142896" y="127000"/>
                    </a:lnTo>
                    <a:close/>
                  </a:path>
                  <a:path w="2172970" h="1447800">
                    <a:moveTo>
                      <a:pt x="21462" y="177800"/>
                    </a:moveTo>
                    <a:lnTo>
                      <a:pt x="9271" y="177800"/>
                    </a:lnTo>
                    <a:lnTo>
                      <a:pt x="11010" y="165100"/>
                    </a:lnTo>
                    <a:lnTo>
                      <a:pt x="14871" y="152400"/>
                    </a:lnTo>
                    <a:lnTo>
                      <a:pt x="19291" y="139700"/>
                    </a:lnTo>
                    <a:lnTo>
                      <a:pt x="24218" y="127000"/>
                    </a:lnTo>
                    <a:lnTo>
                      <a:pt x="40893" y="127000"/>
                    </a:lnTo>
                    <a:lnTo>
                      <a:pt x="35598" y="139700"/>
                    </a:lnTo>
                    <a:lnTo>
                      <a:pt x="30924" y="152400"/>
                    </a:lnTo>
                    <a:lnTo>
                      <a:pt x="26746" y="165100"/>
                    </a:lnTo>
                    <a:lnTo>
                      <a:pt x="23152" y="165100"/>
                    </a:lnTo>
                    <a:lnTo>
                      <a:pt x="21462" y="177800"/>
                    </a:lnTo>
                    <a:close/>
                  </a:path>
                  <a:path w="2172970" h="1447800">
                    <a:moveTo>
                      <a:pt x="2163279" y="177800"/>
                    </a:moveTo>
                    <a:lnTo>
                      <a:pt x="2151087" y="177800"/>
                    </a:lnTo>
                    <a:lnTo>
                      <a:pt x="2149398" y="165100"/>
                    </a:lnTo>
                    <a:lnTo>
                      <a:pt x="2145804" y="165100"/>
                    </a:lnTo>
                    <a:lnTo>
                      <a:pt x="2141512" y="152400"/>
                    </a:lnTo>
                    <a:lnTo>
                      <a:pt x="2136825" y="139700"/>
                    </a:lnTo>
                    <a:lnTo>
                      <a:pt x="2131656" y="127000"/>
                    </a:lnTo>
                    <a:lnTo>
                      <a:pt x="2148331" y="127000"/>
                    </a:lnTo>
                    <a:lnTo>
                      <a:pt x="2153259" y="139700"/>
                    </a:lnTo>
                    <a:lnTo>
                      <a:pt x="2157679" y="152400"/>
                    </a:lnTo>
                    <a:lnTo>
                      <a:pt x="2161540" y="165100"/>
                    </a:lnTo>
                    <a:lnTo>
                      <a:pt x="2163279" y="177800"/>
                    </a:lnTo>
                    <a:close/>
                  </a:path>
                  <a:path w="2172970" h="1447800">
                    <a:moveTo>
                      <a:pt x="18592" y="190500"/>
                    </a:moveTo>
                    <a:lnTo>
                      <a:pt x="6235" y="190500"/>
                    </a:lnTo>
                    <a:lnTo>
                      <a:pt x="7683" y="177800"/>
                    </a:lnTo>
                    <a:lnTo>
                      <a:pt x="20002" y="177800"/>
                    </a:lnTo>
                    <a:lnTo>
                      <a:pt x="18592" y="190500"/>
                    </a:lnTo>
                    <a:close/>
                  </a:path>
                  <a:path w="2172970" h="1447800">
                    <a:moveTo>
                      <a:pt x="2166315" y="190500"/>
                    </a:moveTo>
                    <a:lnTo>
                      <a:pt x="2153958" y="190500"/>
                    </a:lnTo>
                    <a:lnTo>
                      <a:pt x="2152548" y="177800"/>
                    </a:lnTo>
                    <a:lnTo>
                      <a:pt x="2164867" y="177800"/>
                    </a:lnTo>
                    <a:lnTo>
                      <a:pt x="2166315" y="190500"/>
                    </a:lnTo>
                    <a:close/>
                  </a:path>
                  <a:path w="2172970" h="1447800">
                    <a:moveTo>
                      <a:pt x="16255" y="203200"/>
                    </a:moveTo>
                    <a:lnTo>
                      <a:pt x="2768" y="203200"/>
                    </a:lnTo>
                    <a:lnTo>
                      <a:pt x="3771" y="190500"/>
                    </a:lnTo>
                    <a:lnTo>
                      <a:pt x="17386" y="190500"/>
                    </a:lnTo>
                    <a:lnTo>
                      <a:pt x="16255" y="203200"/>
                    </a:lnTo>
                    <a:close/>
                  </a:path>
                  <a:path w="2172970" h="1447800">
                    <a:moveTo>
                      <a:pt x="2169782" y="203200"/>
                    </a:moveTo>
                    <a:lnTo>
                      <a:pt x="2156294" y="203200"/>
                    </a:lnTo>
                    <a:lnTo>
                      <a:pt x="2155164" y="190500"/>
                    </a:lnTo>
                    <a:lnTo>
                      <a:pt x="2168779" y="190500"/>
                    </a:lnTo>
                    <a:lnTo>
                      <a:pt x="2169782" y="203200"/>
                    </a:lnTo>
                    <a:close/>
                  </a:path>
                  <a:path w="2172970" h="1447800">
                    <a:moveTo>
                      <a:pt x="14490" y="215900"/>
                    </a:moveTo>
                    <a:lnTo>
                      <a:pt x="1193" y="215900"/>
                    </a:lnTo>
                    <a:lnTo>
                      <a:pt x="1904" y="203200"/>
                    </a:lnTo>
                    <a:lnTo>
                      <a:pt x="15328" y="203200"/>
                    </a:lnTo>
                    <a:lnTo>
                      <a:pt x="14490" y="215900"/>
                    </a:lnTo>
                    <a:close/>
                  </a:path>
                  <a:path w="2172970" h="1447800">
                    <a:moveTo>
                      <a:pt x="2171357" y="215900"/>
                    </a:moveTo>
                    <a:lnTo>
                      <a:pt x="2158060" y="215900"/>
                    </a:lnTo>
                    <a:lnTo>
                      <a:pt x="2157222" y="203200"/>
                    </a:lnTo>
                    <a:lnTo>
                      <a:pt x="2170645" y="203200"/>
                    </a:lnTo>
                    <a:lnTo>
                      <a:pt x="2171357" y="215900"/>
                    </a:lnTo>
                    <a:close/>
                  </a:path>
                  <a:path w="2172970" h="1447800">
                    <a:moveTo>
                      <a:pt x="12928" y="228600"/>
                    </a:moveTo>
                    <a:lnTo>
                      <a:pt x="241" y="228600"/>
                    </a:lnTo>
                    <a:lnTo>
                      <a:pt x="647" y="215900"/>
                    </a:lnTo>
                    <a:lnTo>
                      <a:pt x="13309" y="215900"/>
                    </a:lnTo>
                    <a:lnTo>
                      <a:pt x="12928" y="228600"/>
                    </a:lnTo>
                    <a:close/>
                  </a:path>
                  <a:path w="2172970" h="1447800">
                    <a:moveTo>
                      <a:pt x="2172309" y="228600"/>
                    </a:moveTo>
                    <a:lnTo>
                      <a:pt x="2159622" y="228600"/>
                    </a:lnTo>
                    <a:lnTo>
                      <a:pt x="2159241" y="215900"/>
                    </a:lnTo>
                    <a:lnTo>
                      <a:pt x="2171903" y="215900"/>
                    </a:lnTo>
                    <a:lnTo>
                      <a:pt x="2172309" y="228600"/>
                    </a:lnTo>
                    <a:close/>
                  </a:path>
                  <a:path w="2172970" h="1447800">
                    <a:moveTo>
                      <a:pt x="12700" y="1206500"/>
                    </a:moveTo>
                    <a:lnTo>
                      <a:pt x="0" y="1206500"/>
                    </a:lnTo>
                    <a:lnTo>
                      <a:pt x="0" y="228600"/>
                    </a:lnTo>
                    <a:lnTo>
                      <a:pt x="12700" y="228600"/>
                    </a:lnTo>
                    <a:lnTo>
                      <a:pt x="12700" y="1206500"/>
                    </a:lnTo>
                    <a:close/>
                  </a:path>
                  <a:path w="2172970" h="1447800">
                    <a:moveTo>
                      <a:pt x="2172550" y="1206500"/>
                    </a:moveTo>
                    <a:lnTo>
                      <a:pt x="2159850" y="1206500"/>
                    </a:lnTo>
                    <a:lnTo>
                      <a:pt x="2159850" y="228600"/>
                    </a:lnTo>
                    <a:lnTo>
                      <a:pt x="2172550" y="228600"/>
                    </a:lnTo>
                    <a:lnTo>
                      <a:pt x="2172550" y="1206500"/>
                    </a:lnTo>
                    <a:close/>
                  </a:path>
                  <a:path w="2172970" h="1447800">
                    <a:moveTo>
                      <a:pt x="13309" y="1219200"/>
                    </a:moveTo>
                    <a:lnTo>
                      <a:pt x="647" y="1219200"/>
                    </a:lnTo>
                    <a:lnTo>
                      <a:pt x="241" y="1206500"/>
                    </a:lnTo>
                    <a:lnTo>
                      <a:pt x="12928" y="1206500"/>
                    </a:lnTo>
                    <a:lnTo>
                      <a:pt x="13309" y="1219200"/>
                    </a:lnTo>
                    <a:close/>
                  </a:path>
                  <a:path w="2172970" h="1447800">
                    <a:moveTo>
                      <a:pt x="2171903" y="1219200"/>
                    </a:moveTo>
                    <a:lnTo>
                      <a:pt x="2159241" y="1219200"/>
                    </a:lnTo>
                    <a:lnTo>
                      <a:pt x="2159622" y="1206500"/>
                    </a:lnTo>
                    <a:lnTo>
                      <a:pt x="2172309" y="1206500"/>
                    </a:lnTo>
                    <a:lnTo>
                      <a:pt x="2171903" y="1219200"/>
                    </a:lnTo>
                    <a:close/>
                  </a:path>
                  <a:path w="2172970" h="1447800">
                    <a:moveTo>
                      <a:pt x="14516" y="1231900"/>
                    </a:moveTo>
                    <a:lnTo>
                      <a:pt x="1904" y="1231900"/>
                    </a:lnTo>
                    <a:lnTo>
                      <a:pt x="1193" y="1219200"/>
                    </a:lnTo>
                    <a:lnTo>
                      <a:pt x="13830" y="1219200"/>
                    </a:lnTo>
                    <a:lnTo>
                      <a:pt x="14516" y="1231900"/>
                    </a:lnTo>
                    <a:close/>
                  </a:path>
                  <a:path w="2172970" h="1447800">
                    <a:moveTo>
                      <a:pt x="2170645" y="1231900"/>
                    </a:moveTo>
                    <a:lnTo>
                      <a:pt x="2158034" y="1231900"/>
                    </a:lnTo>
                    <a:lnTo>
                      <a:pt x="2158733" y="1219200"/>
                    </a:lnTo>
                    <a:lnTo>
                      <a:pt x="2171357" y="1219200"/>
                    </a:lnTo>
                    <a:lnTo>
                      <a:pt x="2170645" y="1231900"/>
                    </a:lnTo>
                    <a:close/>
                  </a:path>
                  <a:path w="2172970" h="1447800">
                    <a:moveTo>
                      <a:pt x="16294" y="1244600"/>
                    </a:moveTo>
                    <a:lnTo>
                      <a:pt x="3771" y="1244600"/>
                    </a:lnTo>
                    <a:lnTo>
                      <a:pt x="2768" y="1231900"/>
                    </a:lnTo>
                    <a:lnTo>
                      <a:pt x="15303" y="1231900"/>
                    </a:lnTo>
                    <a:lnTo>
                      <a:pt x="16294" y="1244600"/>
                    </a:lnTo>
                    <a:close/>
                  </a:path>
                  <a:path w="2172970" h="1447800">
                    <a:moveTo>
                      <a:pt x="2168779" y="1244600"/>
                    </a:moveTo>
                    <a:lnTo>
                      <a:pt x="2156256" y="1244600"/>
                    </a:lnTo>
                    <a:lnTo>
                      <a:pt x="2157247" y="1231900"/>
                    </a:lnTo>
                    <a:lnTo>
                      <a:pt x="2169782" y="1231900"/>
                    </a:lnTo>
                    <a:lnTo>
                      <a:pt x="2168779" y="1244600"/>
                    </a:lnTo>
                    <a:close/>
                  </a:path>
                  <a:path w="2172970" h="1447800">
                    <a:moveTo>
                      <a:pt x="18630" y="1257300"/>
                    </a:moveTo>
                    <a:lnTo>
                      <a:pt x="6235" y="1257300"/>
                    </a:lnTo>
                    <a:lnTo>
                      <a:pt x="4927" y="1244600"/>
                    </a:lnTo>
                    <a:lnTo>
                      <a:pt x="17360" y="1244600"/>
                    </a:lnTo>
                    <a:lnTo>
                      <a:pt x="18630" y="1257300"/>
                    </a:lnTo>
                    <a:close/>
                  </a:path>
                  <a:path w="2172970" h="1447800">
                    <a:moveTo>
                      <a:pt x="2166315" y="1257300"/>
                    </a:moveTo>
                    <a:lnTo>
                      <a:pt x="2153920" y="1257300"/>
                    </a:lnTo>
                    <a:lnTo>
                      <a:pt x="2155190" y="1244600"/>
                    </a:lnTo>
                    <a:lnTo>
                      <a:pt x="2167623" y="1244600"/>
                    </a:lnTo>
                    <a:lnTo>
                      <a:pt x="2166315" y="1257300"/>
                    </a:lnTo>
                    <a:close/>
                  </a:path>
                  <a:path w="2172970" h="1447800">
                    <a:moveTo>
                      <a:pt x="21513" y="1270000"/>
                    </a:moveTo>
                    <a:lnTo>
                      <a:pt x="9271" y="1270000"/>
                    </a:lnTo>
                    <a:lnTo>
                      <a:pt x="7683" y="1257300"/>
                    </a:lnTo>
                    <a:lnTo>
                      <a:pt x="19964" y="1257300"/>
                    </a:lnTo>
                    <a:lnTo>
                      <a:pt x="21513" y="1270000"/>
                    </a:lnTo>
                    <a:close/>
                  </a:path>
                  <a:path w="2172970" h="1447800">
                    <a:moveTo>
                      <a:pt x="2163279" y="1270000"/>
                    </a:moveTo>
                    <a:lnTo>
                      <a:pt x="2151037" y="1270000"/>
                    </a:lnTo>
                    <a:lnTo>
                      <a:pt x="2152586" y="1257300"/>
                    </a:lnTo>
                    <a:lnTo>
                      <a:pt x="2164867" y="1257300"/>
                    </a:lnTo>
                    <a:lnTo>
                      <a:pt x="2163279" y="1270000"/>
                    </a:lnTo>
                    <a:close/>
                  </a:path>
                  <a:path w="2172970" h="1447800">
                    <a:moveTo>
                      <a:pt x="52616" y="1333500"/>
                    </a:moveTo>
                    <a:lnTo>
                      <a:pt x="35598" y="1333500"/>
                    </a:lnTo>
                    <a:lnTo>
                      <a:pt x="29667" y="1320800"/>
                    </a:lnTo>
                    <a:lnTo>
                      <a:pt x="24218" y="1308100"/>
                    </a:lnTo>
                    <a:lnTo>
                      <a:pt x="19291" y="1295400"/>
                    </a:lnTo>
                    <a:lnTo>
                      <a:pt x="14871" y="1282700"/>
                    </a:lnTo>
                    <a:lnTo>
                      <a:pt x="11010" y="1270000"/>
                    </a:lnTo>
                    <a:lnTo>
                      <a:pt x="23075" y="1270000"/>
                    </a:lnTo>
                    <a:lnTo>
                      <a:pt x="26860" y="1282700"/>
                    </a:lnTo>
                    <a:lnTo>
                      <a:pt x="31038" y="1295400"/>
                    </a:lnTo>
                    <a:lnTo>
                      <a:pt x="35598" y="1295400"/>
                    </a:lnTo>
                    <a:lnTo>
                      <a:pt x="40893" y="1308100"/>
                    </a:lnTo>
                    <a:lnTo>
                      <a:pt x="40754" y="1308100"/>
                    </a:lnTo>
                    <a:lnTo>
                      <a:pt x="46532" y="1320800"/>
                    </a:lnTo>
                    <a:lnTo>
                      <a:pt x="46367" y="1320800"/>
                    </a:lnTo>
                    <a:lnTo>
                      <a:pt x="52616" y="1333500"/>
                    </a:lnTo>
                    <a:close/>
                  </a:path>
                  <a:path w="2172970" h="1447800">
                    <a:moveTo>
                      <a:pt x="2136952" y="1333500"/>
                    </a:moveTo>
                    <a:lnTo>
                      <a:pt x="2119947" y="1333500"/>
                    </a:lnTo>
                    <a:lnTo>
                      <a:pt x="2126183" y="1320800"/>
                    </a:lnTo>
                    <a:lnTo>
                      <a:pt x="2126030" y="1320800"/>
                    </a:lnTo>
                    <a:lnTo>
                      <a:pt x="2131809" y="1308100"/>
                    </a:lnTo>
                    <a:lnTo>
                      <a:pt x="2131656" y="1308100"/>
                    </a:lnTo>
                    <a:lnTo>
                      <a:pt x="2136952" y="1295400"/>
                    </a:lnTo>
                    <a:lnTo>
                      <a:pt x="2141512" y="1295400"/>
                    </a:lnTo>
                    <a:lnTo>
                      <a:pt x="2145804" y="1282700"/>
                    </a:lnTo>
                    <a:lnTo>
                      <a:pt x="2149475" y="1270000"/>
                    </a:lnTo>
                    <a:lnTo>
                      <a:pt x="2161540" y="1270000"/>
                    </a:lnTo>
                    <a:lnTo>
                      <a:pt x="2157679" y="1282700"/>
                    </a:lnTo>
                    <a:lnTo>
                      <a:pt x="2153259" y="1295400"/>
                    </a:lnTo>
                    <a:lnTo>
                      <a:pt x="2148331" y="1308100"/>
                    </a:lnTo>
                    <a:lnTo>
                      <a:pt x="2142896" y="1320800"/>
                    </a:lnTo>
                    <a:lnTo>
                      <a:pt x="2136952" y="1333500"/>
                    </a:lnTo>
                    <a:close/>
                  </a:path>
                  <a:path w="2172970" h="1447800">
                    <a:moveTo>
                      <a:pt x="81165" y="1371600"/>
                    </a:moveTo>
                    <a:lnTo>
                      <a:pt x="63919" y="1371600"/>
                    </a:lnTo>
                    <a:lnTo>
                      <a:pt x="56184" y="1358900"/>
                    </a:lnTo>
                    <a:lnTo>
                      <a:pt x="48869" y="1346200"/>
                    </a:lnTo>
                    <a:lnTo>
                      <a:pt x="41998" y="1333500"/>
                    </a:lnTo>
                    <a:lnTo>
                      <a:pt x="52438" y="1333500"/>
                    </a:lnTo>
                    <a:lnTo>
                      <a:pt x="59131" y="1346200"/>
                    </a:lnTo>
                    <a:lnTo>
                      <a:pt x="65887" y="1346200"/>
                    </a:lnTo>
                    <a:lnTo>
                      <a:pt x="73418" y="1358900"/>
                    </a:lnTo>
                    <a:lnTo>
                      <a:pt x="73215" y="1358900"/>
                    </a:lnTo>
                    <a:lnTo>
                      <a:pt x="81165" y="1371600"/>
                    </a:lnTo>
                    <a:close/>
                  </a:path>
                  <a:path w="2172970" h="1447800">
                    <a:moveTo>
                      <a:pt x="66078" y="1346200"/>
                    </a:moveTo>
                    <a:lnTo>
                      <a:pt x="59131" y="1346200"/>
                    </a:lnTo>
                    <a:lnTo>
                      <a:pt x="58953" y="1333500"/>
                    </a:lnTo>
                    <a:lnTo>
                      <a:pt x="66078" y="1346200"/>
                    </a:lnTo>
                    <a:close/>
                  </a:path>
                  <a:path w="2172970" h="1447800">
                    <a:moveTo>
                      <a:pt x="2113419" y="1346200"/>
                    </a:moveTo>
                    <a:lnTo>
                      <a:pt x="2106472" y="1346200"/>
                    </a:lnTo>
                    <a:lnTo>
                      <a:pt x="2113597" y="1333500"/>
                    </a:lnTo>
                    <a:lnTo>
                      <a:pt x="2113419" y="1346200"/>
                    </a:lnTo>
                    <a:close/>
                  </a:path>
                  <a:path w="2172970" h="1447800">
                    <a:moveTo>
                      <a:pt x="2108631" y="1371600"/>
                    </a:moveTo>
                    <a:lnTo>
                      <a:pt x="2091385" y="1371600"/>
                    </a:lnTo>
                    <a:lnTo>
                      <a:pt x="2099335" y="1358900"/>
                    </a:lnTo>
                    <a:lnTo>
                      <a:pt x="2099132" y="1358900"/>
                    </a:lnTo>
                    <a:lnTo>
                      <a:pt x="2106676" y="1346200"/>
                    </a:lnTo>
                    <a:lnTo>
                      <a:pt x="2113419" y="1346200"/>
                    </a:lnTo>
                    <a:lnTo>
                      <a:pt x="2120112" y="1333500"/>
                    </a:lnTo>
                    <a:lnTo>
                      <a:pt x="2130552" y="1333500"/>
                    </a:lnTo>
                    <a:lnTo>
                      <a:pt x="2123681" y="1346200"/>
                    </a:lnTo>
                    <a:lnTo>
                      <a:pt x="2116366" y="1358900"/>
                    </a:lnTo>
                    <a:lnTo>
                      <a:pt x="2108631" y="1371600"/>
                    </a:lnTo>
                    <a:close/>
                  </a:path>
                  <a:path w="2172970" h="1447800">
                    <a:moveTo>
                      <a:pt x="89293" y="1371600"/>
                    </a:moveTo>
                    <a:lnTo>
                      <a:pt x="81165" y="1371600"/>
                    </a:lnTo>
                    <a:lnTo>
                      <a:pt x="80949" y="1358900"/>
                    </a:lnTo>
                    <a:lnTo>
                      <a:pt x="89293" y="1371600"/>
                    </a:lnTo>
                    <a:close/>
                  </a:path>
                  <a:path w="2172970" h="1447800">
                    <a:moveTo>
                      <a:pt x="2091385" y="1371600"/>
                    </a:moveTo>
                    <a:lnTo>
                      <a:pt x="2083257" y="1371600"/>
                    </a:lnTo>
                    <a:lnTo>
                      <a:pt x="2091601" y="1358900"/>
                    </a:lnTo>
                    <a:lnTo>
                      <a:pt x="2091385" y="1371600"/>
                    </a:lnTo>
                    <a:close/>
                  </a:path>
                  <a:path w="2172970" h="1447800">
                    <a:moveTo>
                      <a:pt x="97777" y="1384300"/>
                    </a:moveTo>
                    <a:lnTo>
                      <a:pt x="80632" y="1384300"/>
                    </a:lnTo>
                    <a:lnTo>
                      <a:pt x="72085" y="1371600"/>
                    </a:lnTo>
                    <a:lnTo>
                      <a:pt x="89065" y="1371600"/>
                    </a:lnTo>
                    <a:lnTo>
                      <a:pt x="97777" y="1384300"/>
                    </a:lnTo>
                    <a:close/>
                  </a:path>
                  <a:path w="2172970" h="1447800">
                    <a:moveTo>
                      <a:pt x="2091918" y="1384300"/>
                    </a:moveTo>
                    <a:lnTo>
                      <a:pt x="2074773" y="1384300"/>
                    </a:lnTo>
                    <a:lnTo>
                      <a:pt x="2083485" y="1371600"/>
                    </a:lnTo>
                    <a:lnTo>
                      <a:pt x="2100465" y="1371600"/>
                    </a:lnTo>
                    <a:lnTo>
                      <a:pt x="2091918" y="1384300"/>
                    </a:lnTo>
                    <a:close/>
                  </a:path>
                  <a:path w="2172970" h="1447800">
                    <a:moveTo>
                      <a:pt x="135051" y="1409700"/>
                    </a:moveTo>
                    <a:lnTo>
                      <a:pt x="108534" y="1409700"/>
                    </a:lnTo>
                    <a:lnTo>
                      <a:pt x="98882" y="1397000"/>
                    </a:lnTo>
                    <a:lnTo>
                      <a:pt x="89573" y="1384300"/>
                    </a:lnTo>
                    <a:lnTo>
                      <a:pt x="106362" y="1384300"/>
                    </a:lnTo>
                    <a:lnTo>
                      <a:pt x="115773" y="1397000"/>
                    </a:lnTo>
                    <a:lnTo>
                      <a:pt x="124993" y="1397000"/>
                    </a:lnTo>
                    <a:lnTo>
                      <a:pt x="135051" y="1409700"/>
                    </a:lnTo>
                    <a:close/>
                  </a:path>
                  <a:path w="2172970" h="1447800">
                    <a:moveTo>
                      <a:pt x="2064016" y="1409700"/>
                    </a:moveTo>
                    <a:lnTo>
                      <a:pt x="2037511" y="1409700"/>
                    </a:lnTo>
                    <a:lnTo>
                      <a:pt x="2047557" y="1397000"/>
                    </a:lnTo>
                    <a:lnTo>
                      <a:pt x="2056777" y="1397000"/>
                    </a:lnTo>
                    <a:lnTo>
                      <a:pt x="2066188" y="1384300"/>
                    </a:lnTo>
                    <a:lnTo>
                      <a:pt x="2082977" y="1384300"/>
                    </a:lnTo>
                    <a:lnTo>
                      <a:pt x="2073668" y="1397000"/>
                    </a:lnTo>
                    <a:lnTo>
                      <a:pt x="2064016" y="1409700"/>
                    </a:lnTo>
                    <a:close/>
                  </a:path>
                  <a:path w="2172970" h="1447800">
                    <a:moveTo>
                      <a:pt x="166090" y="1422400"/>
                    </a:moveTo>
                    <a:lnTo>
                      <a:pt x="128854" y="1422400"/>
                    </a:lnTo>
                    <a:lnTo>
                      <a:pt x="118529" y="1409700"/>
                    </a:lnTo>
                    <a:lnTo>
                      <a:pt x="155193" y="1409700"/>
                    </a:lnTo>
                    <a:lnTo>
                      <a:pt x="166090" y="1422400"/>
                    </a:lnTo>
                    <a:close/>
                  </a:path>
                  <a:path w="2172970" h="1447800">
                    <a:moveTo>
                      <a:pt x="2043709" y="1422400"/>
                    </a:moveTo>
                    <a:lnTo>
                      <a:pt x="2006460" y="1422400"/>
                    </a:lnTo>
                    <a:lnTo>
                      <a:pt x="2017356" y="1409700"/>
                    </a:lnTo>
                    <a:lnTo>
                      <a:pt x="2054021" y="1409700"/>
                    </a:lnTo>
                    <a:lnTo>
                      <a:pt x="2043709" y="1422400"/>
                    </a:lnTo>
                    <a:close/>
                  </a:path>
                  <a:path w="2172970" h="1447800">
                    <a:moveTo>
                      <a:pt x="199262" y="1435100"/>
                    </a:moveTo>
                    <a:lnTo>
                      <a:pt x="161569" y="1435100"/>
                    </a:lnTo>
                    <a:lnTo>
                      <a:pt x="150380" y="1422400"/>
                    </a:lnTo>
                    <a:lnTo>
                      <a:pt x="193433" y="1422400"/>
                    </a:lnTo>
                    <a:lnTo>
                      <a:pt x="199262" y="1435100"/>
                    </a:lnTo>
                    <a:close/>
                  </a:path>
                  <a:path w="2172970" h="1447800">
                    <a:moveTo>
                      <a:pt x="2010981" y="1435100"/>
                    </a:moveTo>
                    <a:lnTo>
                      <a:pt x="1973287" y="1435100"/>
                    </a:lnTo>
                    <a:lnTo>
                      <a:pt x="1979117" y="1422400"/>
                    </a:lnTo>
                    <a:lnTo>
                      <a:pt x="2022170" y="1422400"/>
                    </a:lnTo>
                    <a:lnTo>
                      <a:pt x="2010981" y="1435100"/>
                    </a:lnTo>
                    <a:close/>
                  </a:path>
                  <a:path w="2172970" h="1447800">
                    <a:moveTo>
                      <a:pt x="1969871" y="1447800"/>
                    </a:moveTo>
                    <a:lnTo>
                      <a:pt x="202679" y="1447800"/>
                    </a:lnTo>
                    <a:lnTo>
                      <a:pt x="196634" y="1435100"/>
                    </a:lnTo>
                    <a:lnTo>
                      <a:pt x="1975916" y="1435100"/>
                    </a:lnTo>
                    <a:lnTo>
                      <a:pt x="1969871" y="1447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n-lt"/>
                </a:endParaRPr>
              </a:p>
            </p:txBody>
          </p:sp>
        </p:grpSp>
        <p:sp>
          <p:nvSpPr>
            <p:cNvPr id="43" name="object 43"/>
            <p:cNvSpPr txBox="1"/>
            <p:nvPr/>
          </p:nvSpPr>
          <p:spPr>
            <a:xfrm>
              <a:off x="5631518" y="4904639"/>
              <a:ext cx="1880235" cy="8813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23495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latin typeface="+mn-lt"/>
                  <a:cs typeface="Times New Roman"/>
                </a:rPr>
                <a:t>Natural Language Inference</a:t>
              </a:r>
              <a:endParaRPr sz="1600" dirty="0">
                <a:latin typeface="+mn-lt"/>
                <a:cs typeface="Times New Roman"/>
              </a:endParaRPr>
            </a:p>
            <a:p>
              <a:pPr marL="12700" marR="5080">
                <a:lnSpc>
                  <a:spcPct val="100000"/>
                </a:lnSpc>
                <a:spcBef>
                  <a:spcPts val="25"/>
                </a:spcBef>
              </a:pPr>
              <a:r>
                <a:rPr sz="1200" dirty="0">
                  <a:latin typeface="+mn-lt"/>
                  <a:cs typeface="Times New Roman"/>
                </a:rPr>
                <a:t>kNN-Prompt (Shi et al., 2022) NPM (Min et al., 2023)</a:t>
              </a:r>
            </a:p>
          </p:txBody>
        </p:sp>
      </p:grp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92FA98A0-7E92-456B-8487-92378C54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95575"/>
            <a:ext cx="10972800" cy="666849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3572" indent="7938">
              <a:lnSpc>
                <a:spcPts val="5203"/>
              </a:lnSpc>
            </a:pPr>
            <a:r>
              <a:rPr lang="en-US" sz="4400" dirty="0">
                <a:latin typeface="Times New Roman"/>
                <a:cs typeface="Times New Roman"/>
              </a:rPr>
              <a:t>RAG Paradigms Shifting</a:t>
            </a:r>
            <a:endParaRPr sz="4219" dirty="0">
              <a:latin typeface="+mn-lt"/>
              <a:cs typeface="HelveticaNeue-BoldItalic"/>
            </a:endParaRPr>
          </a:p>
        </p:txBody>
      </p:sp>
    </p:spTree>
    <p:extLst>
      <p:ext uri="{BB962C8B-B14F-4D97-AF65-F5344CB8AC3E}">
        <p14:creationId xmlns:p14="http://schemas.microsoft.com/office/powerpoint/2010/main" val="1114849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34257" y="854011"/>
            <a:ext cx="2058035" cy="967740"/>
            <a:chOff x="10134257" y="854011"/>
            <a:chExt cx="2058035" cy="967740"/>
          </a:xfrm>
        </p:grpSpPr>
        <p:sp>
          <p:nvSpPr>
            <p:cNvPr id="3" name="object 3"/>
            <p:cNvSpPr/>
            <p:nvPr/>
          </p:nvSpPr>
          <p:spPr>
            <a:xfrm>
              <a:off x="10134257" y="854011"/>
              <a:ext cx="2058035" cy="967740"/>
            </a:xfrm>
            <a:custGeom>
              <a:avLst/>
              <a:gdLst/>
              <a:ahLst/>
              <a:cxnLst/>
              <a:rect l="l" t="t" r="r" b="b"/>
              <a:pathLst>
                <a:path w="2058034" h="967739">
                  <a:moveTo>
                    <a:pt x="19050" y="957872"/>
                  </a:moveTo>
                  <a:lnTo>
                    <a:pt x="0" y="957872"/>
                  </a:lnTo>
                  <a:lnTo>
                    <a:pt x="0" y="881672"/>
                  </a:lnTo>
                  <a:lnTo>
                    <a:pt x="19050" y="881672"/>
                  </a:lnTo>
                  <a:lnTo>
                    <a:pt x="19050" y="957872"/>
                  </a:lnTo>
                  <a:close/>
                </a:path>
                <a:path w="2058034" h="967739">
                  <a:moveTo>
                    <a:pt x="19050" y="824522"/>
                  </a:moveTo>
                  <a:lnTo>
                    <a:pt x="0" y="824522"/>
                  </a:lnTo>
                  <a:lnTo>
                    <a:pt x="0" y="748322"/>
                  </a:lnTo>
                  <a:lnTo>
                    <a:pt x="19050" y="748322"/>
                  </a:lnTo>
                  <a:lnTo>
                    <a:pt x="19050" y="824522"/>
                  </a:lnTo>
                  <a:close/>
                </a:path>
                <a:path w="2058034" h="967739">
                  <a:moveTo>
                    <a:pt x="19050" y="691172"/>
                  </a:moveTo>
                  <a:lnTo>
                    <a:pt x="0" y="691172"/>
                  </a:lnTo>
                  <a:lnTo>
                    <a:pt x="0" y="614972"/>
                  </a:lnTo>
                  <a:lnTo>
                    <a:pt x="19050" y="614972"/>
                  </a:lnTo>
                  <a:lnTo>
                    <a:pt x="19050" y="691172"/>
                  </a:lnTo>
                  <a:close/>
                </a:path>
                <a:path w="2058034" h="967739">
                  <a:moveTo>
                    <a:pt x="19050" y="557822"/>
                  </a:moveTo>
                  <a:lnTo>
                    <a:pt x="0" y="557822"/>
                  </a:lnTo>
                  <a:lnTo>
                    <a:pt x="0" y="481622"/>
                  </a:lnTo>
                  <a:lnTo>
                    <a:pt x="19050" y="481622"/>
                  </a:lnTo>
                  <a:lnTo>
                    <a:pt x="19050" y="557822"/>
                  </a:lnTo>
                  <a:close/>
                </a:path>
                <a:path w="2058034" h="967739">
                  <a:moveTo>
                    <a:pt x="19050" y="424472"/>
                  </a:moveTo>
                  <a:lnTo>
                    <a:pt x="0" y="424472"/>
                  </a:lnTo>
                  <a:lnTo>
                    <a:pt x="0" y="348272"/>
                  </a:lnTo>
                  <a:lnTo>
                    <a:pt x="19050" y="348272"/>
                  </a:lnTo>
                  <a:lnTo>
                    <a:pt x="19050" y="424472"/>
                  </a:lnTo>
                  <a:close/>
                </a:path>
                <a:path w="2058034" h="967739">
                  <a:moveTo>
                    <a:pt x="19050" y="291122"/>
                  </a:moveTo>
                  <a:lnTo>
                    <a:pt x="0" y="291122"/>
                  </a:lnTo>
                  <a:lnTo>
                    <a:pt x="0" y="214922"/>
                  </a:lnTo>
                  <a:lnTo>
                    <a:pt x="19050" y="214922"/>
                  </a:lnTo>
                  <a:lnTo>
                    <a:pt x="19050" y="291122"/>
                  </a:lnTo>
                  <a:close/>
                </a:path>
                <a:path w="2058034" h="967739">
                  <a:moveTo>
                    <a:pt x="19050" y="157772"/>
                  </a:moveTo>
                  <a:lnTo>
                    <a:pt x="0" y="157772"/>
                  </a:lnTo>
                  <a:lnTo>
                    <a:pt x="0" y="81572"/>
                  </a:lnTo>
                  <a:lnTo>
                    <a:pt x="19050" y="81572"/>
                  </a:lnTo>
                  <a:lnTo>
                    <a:pt x="19050" y="157772"/>
                  </a:lnTo>
                  <a:close/>
                </a:path>
                <a:path w="2058034" h="967739">
                  <a:moveTo>
                    <a:pt x="19050" y="24422"/>
                  </a:moveTo>
                  <a:lnTo>
                    <a:pt x="0" y="24422"/>
                  </a:lnTo>
                  <a:lnTo>
                    <a:pt x="0" y="0"/>
                  </a:lnTo>
                  <a:lnTo>
                    <a:pt x="70827" y="0"/>
                  </a:lnTo>
                  <a:lnTo>
                    <a:pt x="70827" y="9525"/>
                  </a:lnTo>
                  <a:lnTo>
                    <a:pt x="19050" y="9525"/>
                  </a:lnTo>
                  <a:lnTo>
                    <a:pt x="9525" y="19050"/>
                  </a:lnTo>
                  <a:lnTo>
                    <a:pt x="19050" y="19050"/>
                  </a:lnTo>
                  <a:lnTo>
                    <a:pt x="19050" y="24422"/>
                  </a:lnTo>
                  <a:close/>
                </a:path>
                <a:path w="2058034" h="967739">
                  <a:moveTo>
                    <a:pt x="19050" y="19050"/>
                  </a:moveTo>
                  <a:lnTo>
                    <a:pt x="9525" y="19050"/>
                  </a:lnTo>
                  <a:lnTo>
                    <a:pt x="19050" y="9525"/>
                  </a:lnTo>
                  <a:lnTo>
                    <a:pt x="19050" y="19050"/>
                  </a:lnTo>
                  <a:close/>
                </a:path>
                <a:path w="2058034" h="967739">
                  <a:moveTo>
                    <a:pt x="70827" y="19050"/>
                  </a:moveTo>
                  <a:lnTo>
                    <a:pt x="19050" y="19050"/>
                  </a:lnTo>
                  <a:lnTo>
                    <a:pt x="19050" y="9525"/>
                  </a:lnTo>
                  <a:lnTo>
                    <a:pt x="70827" y="9525"/>
                  </a:lnTo>
                  <a:lnTo>
                    <a:pt x="70827" y="19050"/>
                  </a:lnTo>
                  <a:close/>
                </a:path>
                <a:path w="2058034" h="967739">
                  <a:moveTo>
                    <a:pt x="204177" y="19050"/>
                  </a:moveTo>
                  <a:lnTo>
                    <a:pt x="127977" y="19050"/>
                  </a:lnTo>
                  <a:lnTo>
                    <a:pt x="127977" y="0"/>
                  </a:lnTo>
                  <a:lnTo>
                    <a:pt x="204177" y="0"/>
                  </a:lnTo>
                  <a:lnTo>
                    <a:pt x="204177" y="19050"/>
                  </a:lnTo>
                  <a:close/>
                </a:path>
                <a:path w="2058034" h="967739">
                  <a:moveTo>
                    <a:pt x="337527" y="19050"/>
                  </a:moveTo>
                  <a:lnTo>
                    <a:pt x="261327" y="19050"/>
                  </a:lnTo>
                  <a:lnTo>
                    <a:pt x="261327" y="0"/>
                  </a:lnTo>
                  <a:lnTo>
                    <a:pt x="337527" y="0"/>
                  </a:lnTo>
                  <a:lnTo>
                    <a:pt x="337527" y="19050"/>
                  </a:lnTo>
                  <a:close/>
                </a:path>
                <a:path w="2058034" h="967739">
                  <a:moveTo>
                    <a:pt x="470877" y="19050"/>
                  </a:moveTo>
                  <a:lnTo>
                    <a:pt x="394677" y="19050"/>
                  </a:lnTo>
                  <a:lnTo>
                    <a:pt x="394677" y="0"/>
                  </a:lnTo>
                  <a:lnTo>
                    <a:pt x="470877" y="0"/>
                  </a:lnTo>
                  <a:lnTo>
                    <a:pt x="470877" y="19050"/>
                  </a:lnTo>
                  <a:close/>
                </a:path>
                <a:path w="2058034" h="967739">
                  <a:moveTo>
                    <a:pt x="604227" y="19050"/>
                  </a:moveTo>
                  <a:lnTo>
                    <a:pt x="528027" y="19050"/>
                  </a:lnTo>
                  <a:lnTo>
                    <a:pt x="528027" y="0"/>
                  </a:lnTo>
                  <a:lnTo>
                    <a:pt x="604227" y="0"/>
                  </a:lnTo>
                  <a:lnTo>
                    <a:pt x="604227" y="19050"/>
                  </a:lnTo>
                  <a:close/>
                </a:path>
                <a:path w="2058034" h="967739">
                  <a:moveTo>
                    <a:pt x="737577" y="19050"/>
                  </a:moveTo>
                  <a:lnTo>
                    <a:pt x="661377" y="19050"/>
                  </a:lnTo>
                  <a:lnTo>
                    <a:pt x="661377" y="0"/>
                  </a:lnTo>
                  <a:lnTo>
                    <a:pt x="737577" y="0"/>
                  </a:lnTo>
                  <a:lnTo>
                    <a:pt x="737577" y="19050"/>
                  </a:lnTo>
                  <a:close/>
                </a:path>
                <a:path w="2058034" h="967739">
                  <a:moveTo>
                    <a:pt x="870927" y="19050"/>
                  </a:moveTo>
                  <a:lnTo>
                    <a:pt x="794727" y="19050"/>
                  </a:lnTo>
                  <a:lnTo>
                    <a:pt x="794727" y="0"/>
                  </a:lnTo>
                  <a:lnTo>
                    <a:pt x="870927" y="0"/>
                  </a:lnTo>
                  <a:lnTo>
                    <a:pt x="870927" y="19050"/>
                  </a:lnTo>
                  <a:close/>
                </a:path>
                <a:path w="2058034" h="967739">
                  <a:moveTo>
                    <a:pt x="1004277" y="19050"/>
                  </a:moveTo>
                  <a:lnTo>
                    <a:pt x="928077" y="19050"/>
                  </a:lnTo>
                  <a:lnTo>
                    <a:pt x="928077" y="0"/>
                  </a:lnTo>
                  <a:lnTo>
                    <a:pt x="1004277" y="0"/>
                  </a:lnTo>
                  <a:lnTo>
                    <a:pt x="1004277" y="19050"/>
                  </a:lnTo>
                  <a:close/>
                </a:path>
                <a:path w="2058034" h="967739">
                  <a:moveTo>
                    <a:pt x="1137627" y="19050"/>
                  </a:moveTo>
                  <a:lnTo>
                    <a:pt x="1061427" y="19050"/>
                  </a:lnTo>
                  <a:lnTo>
                    <a:pt x="1061427" y="0"/>
                  </a:lnTo>
                  <a:lnTo>
                    <a:pt x="1137627" y="0"/>
                  </a:lnTo>
                  <a:lnTo>
                    <a:pt x="1137627" y="19050"/>
                  </a:lnTo>
                  <a:close/>
                </a:path>
                <a:path w="2058034" h="967739">
                  <a:moveTo>
                    <a:pt x="1270977" y="19050"/>
                  </a:moveTo>
                  <a:lnTo>
                    <a:pt x="1194777" y="19050"/>
                  </a:lnTo>
                  <a:lnTo>
                    <a:pt x="1194777" y="0"/>
                  </a:lnTo>
                  <a:lnTo>
                    <a:pt x="1270977" y="0"/>
                  </a:lnTo>
                  <a:lnTo>
                    <a:pt x="1270977" y="19050"/>
                  </a:lnTo>
                  <a:close/>
                </a:path>
                <a:path w="2058034" h="967739">
                  <a:moveTo>
                    <a:pt x="1404327" y="19050"/>
                  </a:moveTo>
                  <a:lnTo>
                    <a:pt x="1328127" y="19050"/>
                  </a:lnTo>
                  <a:lnTo>
                    <a:pt x="1328127" y="0"/>
                  </a:lnTo>
                  <a:lnTo>
                    <a:pt x="1404327" y="0"/>
                  </a:lnTo>
                  <a:lnTo>
                    <a:pt x="1404327" y="19050"/>
                  </a:lnTo>
                  <a:close/>
                </a:path>
                <a:path w="2058034" h="967739">
                  <a:moveTo>
                    <a:pt x="1537677" y="19050"/>
                  </a:moveTo>
                  <a:lnTo>
                    <a:pt x="1461477" y="19050"/>
                  </a:lnTo>
                  <a:lnTo>
                    <a:pt x="1461477" y="0"/>
                  </a:lnTo>
                  <a:lnTo>
                    <a:pt x="1537677" y="0"/>
                  </a:lnTo>
                  <a:lnTo>
                    <a:pt x="1537677" y="19050"/>
                  </a:lnTo>
                  <a:close/>
                </a:path>
                <a:path w="2058034" h="967739">
                  <a:moveTo>
                    <a:pt x="1671027" y="19050"/>
                  </a:moveTo>
                  <a:lnTo>
                    <a:pt x="1594827" y="19050"/>
                  </a:lnTo>
                  <a:lnTo>
                    <a:pt x="1594827" y="0"/>
                  </a:lnTo>
                  <a:lnTo>
                    <a:pt x="1671027" y="0"/>
                  </a:lnTo>
                  <a:lnTo>
                    <a:pt x="1671027" y="19050"/>
                  </a:lnTo>
                  <a:close/>
                </a:path>
                <a:path w="2058034" h="967739">
                  <a:moveTo>
                    <a:pt x="1804377" y="19050"/>
                  </a:moveTo>
                  <a:lnTo>
                    <a:pt x="1728177" y="19050"/>
                  </a:lnTo>
                  <a:lnTo>
                    <a:pt x="1728177" y="0"/>
                  </a:lnTo>
                  <a:lnTo>
                    <a:pt x="1804377" y="0"/>
                  </a:lnTo>
                  <a:lnTo>
                    <a:pt x="1804377" y="19050"/>
                  </a:lnTo>
                  <a:close/>
                </a:path>
                <a:path w="2058034" h="967739">
                  <a:moveTo>
                    <a:pt x="1937727" y="19050"/>
                  </a:moveTo>
                  <a:lnTo>
                    <a:pt x="1861527" y="19050"/>
                  </a:lnTo>
                  <a:lnTo>
                    <a:pt x="1861527" y="0"/>
                  </a:lnTo>
                  <a:lnTo>
                    <a:pt x="1937727" y="0"/>
                  </a:lnTo>
                  <a:lnTo>
                    <a:pt x="1937727" y="19050"/>
                  </a:lnTo>
                  <a:close/>
                </a:path>
                <a:path w="2058034" h="967739">
                  <a:moveTo>
                    <a:pt x="2043544" y="19050"/>
                  </a:moveTo>
                  <a:lnTo>
                    <a:pt x="1994877" y="19050"/>
                  </a:lnTo>
                  <a:lnTo>
                    <a:pt x="1994877" y="0"/>
                  </a:lnTo>
                  <a:lnTo>
                    <a:pt x="2057742" y="0"/>
                  </a:lnTo>
                  <a:lnTo>
                    <a:pt x="2057742" y="9525"/>
                  </a:lnTo>
                  <a:lnTo>
                    <a:pt x="2043544" y="9525"/>
                  </a:lnTo>
                  <a:lnTo>
                    <a:pt x="2043544" y="19050"/>
                  </a:lnTo>
                  <a:close/>
                </a:path>
                <a:path w="2058034" h="967739">
                  <a:moveTo>
                    <a:pt x="2057742" y="27533"/>
                  </a:moveTo>
                  <a:lnTo>
                    <a:pt x="2043544" y="27533"/>
                  </a:lnTo>
                  <a:lnTo>
                    <a:pt x="2043544" y="9525"/>
                  </a:lnTo>
                  <a:lnTo>
                    <a:pt x="2053069" y="19050"/>
                  </a:lnTo>
                  <a:lnTo>
                    <a:pt x="2057742" y="19050"/>
                  </a:lnTo>
                  <a:lnTo>
                    <a:pt x="2057742" y="27533"/>
                  </a:lnTo>
                  <a:close/>
                </a:path>
                <a:path w="2058034" h="967739">
                  <a:moveTo>
                    <a:pt x="2057742" y="19050"/>
                  </a:moveTo>
                  <a:lnTo>
                    <a:pt x="2053069" y="19050"/>
                  </a:lnTo>
                  <a:lnTo>
                    <a:pt x="2043544" y="9525"/>
                  </a:lnTo>
                  <a:lnTo>
                    <a:pt x="2057742" y="9525"/>
                  </a:lnTo>
                  <a:lnTo>
                    <a:pt x="2057742" y="19050"/>
                  </a:lnTo>
                  <a:close/>
                </a:path>
                <a:path w="2058034" h="967739">
                  <a:moveTo>
                    <a:pt x="2057742" y="160883"/>
                  </a:moveTo>
                  <a:lnTo>
                    <a:pt x="2043544" y="160883"/>
                  </a:lnTo>
                  <a:lnTo>
                    <a:pt x="2043544" y="84683"/>
                  </a:lnTo>
                  <a:lnTo>
                    <a:pt x="2057742" y="84683"/>
                  </a:lnTo>
                  <a:lnTo>
                    <a:pt x="2057742" y="160883"/>
                  </a:lnTo>
                  <a:close/>
                </a:path>
                <a:path w="2058034" h="967739">
                  <a:moveTo>
                    <a:pt x="2057742" y="294233"/>
                  </a:moveTo>
                  <a:lnTo>
                    <a:pt x="2043544" y="294233"/>
                  </a:lnTo>
                  <a:lnTo>
                    <a:pt x="2043544" y="218033"/>
                  </a:lnTo>
                  <a:lnTo>
                    <a:pt x="2057742" y="218033"/>
                  </a:lnTo>
                  <a:lnTo>
                    <a:pt x="2057742" y="294233"/>
                  </a:lnTo>
                  <a:close/>
                </a:path>
                <a:path w="2058034" h="967739">
                  <a:moveTo>
                    <a:pt x="2057742" y="427583"/>
                  </a:moveTo>
                  <a:lnTo>
                    <a:pt x="2043544" y="427583"/>
                  </a:lnTo>
                  <a:lnTo>
                    <a:pt x="2043544" y="351383"/>
                  </a:lnTo>
                  <a:lnTo>
                    <a:pt x="2057742" y="351383"/>
                  </a:lnTo>
                  <a:lnTo>
                    <a:pt x="2057742" y="427583"/>
                  </a:lnTo>
                  <a:close/>
                </a:path>
                <a:path w="2058034" h="967739">
                  <a:moveTo>
                    <a:pt x="2057742" y="560933"/>
                  </a:moveTo>
                  <a:lnTo>
                    <a:pt x="2043544" y="560933"/>
                  </a:lnTo>
                  <a:lnTo>
                    <a:pt x="2043544" y="484733"/>
                  </a:lnTo>
                  <a:lnTo>
                    <a:pt x="2057742" y="484733"/>
                  </a:lnTo>
                  <a:lnTo>
                    <a:pt x="2057742" y="560933"/>
                  </a:lnTo>
                  <a:close/>
                </a:path>
                <a:path w="2058034" h="967739">
                  <a:moveTo>
                    <a:pt x="2057742" y="694283"/>
                  </a:moveTo>
                  <a:lnTo>
                    <a:pt x="2043544" y="694283"/>
                  </a:lnTo>
                  <a:lnTo>
                    <a:pt x="2043544" y="618083"/>
                  </a:lnTo>
                  <a:lnTo>
                    <a:pt x="2057742" y="618083"/>
                  </a:lnTo>
                  <a:lnTo>
                    <a:pt x="2057742" y="694283"/>
                  </a:lnTo>
                  <a:close/>
                </a:path>
                <a:path w="2058034" h="967739">
                  <a:moveTo>
                    <a:pt x="2057742" y="827633"/>
                  </a:moveTo>
                  <a:lnTo>
                    <a:pt x="2043544" y="827633"/>
                  </a:lnTo>
                  <a:lnTo>
                    <a:pt x="2043544" y="751433"/>
                  </a:lnTo>
                  <a:lnTo>
                    <a:pt x="2057742" y="751433"/>
                  </a:lnTo>
                  <a:lnTo>
                    <a:pt x="2057742" y="827633"/>
                  </a:lnTo>
                  <a:close/>
                </a:path>
                <a:path w="2058034" h="967739">
                  <a:moveTo>
                    <a:pt x="2043544" y="957872"/>
                  </a:moveTo>
                  <a:lnTo>
                    <a:pt x="2043544" y="884783"/>
                  </a:lnTo>
                  <a:lnTo>
                    <a:pt x="2057742" y="884783"/>
                  </a:lnTo>
                  <a:lnTo>
                    <a:pt x="2057742" y="948347"/>
                  </a:lnTo>
                  <a:lnTo>
                    <a:pt x="2049945" y="948347"/>
                  </a:lnTo>
                  <a:lnTo>
                    <a:pt x="2049945" y="951471"/>
                  </a:lnTo>
                  <a:lnTo>
                    <a:pt x="2043544" y="957872"/>
                  </a:lnTo>
                  <a:close/>
                </a:path>
                <a:path w="2058034" h="967739">
                  <a:moveTo>
                    <a:pt x="2049945" y="951471"/>
                  </a:moveTo>
                  <a:lnTo>
                    <a:pt x="2049945" y="948347"/>
                  </a:lnTo>
                  <a:lnTo>
                    <a:pt x="2053069" y="948347"/>
                  </a:lnTo>
                  <a:lnTo>
                    <a:pt x="2049945" y="951471"/>
                  </a:lnTo>
                  <a:close/>
                </a:path>
                <a:path w="2058034" h="967739">
                  <a:moveTo>
                    <a:pt x="2057742" y="967397"/>
                  </a:moveTo>
                  <a:lnTo>
                    <a:pt x="2049945" y="967397"/>
                  </a:lnTo>
                  <a:lnTo>
                    <a:pt x="2049945" y="951471"/>
                  </a:lnTo>
                  <a:lnTo>
                    <a:pt x="2053069" y="948347"/>
                  </a:lnTo>
                  <a:lnTo>
                    <a:pt x="2057742" y="948347"/>
                  </a:lnTo>
                  <a:lnTo>
                    <a:pt x="2057742" y="967397"/>
                  </a:lnTo>
                  <a:close/>
                </a:path>
                <a:path w="2058034" h="967739">
                  <a:moveTo>
                    <a:pt x="1992795" y="967397"/>
                  </a:moveTo>
                  <a:lnTo>
                    <a:pt x="1916595" y="967397"/>
                  </a:lnTo>
                  <a:lnTo>
                    <a:pt x="1916595" y="948347"/>
                  </a:lnTo>
                  <a:lnTo>
                    <a:pt x="1992795" y="948347"/>
                  </a:lnTo>
                  <a:lnTo>
                    <a:pt x="1992795" y="967397"/>
                  </a:lnTo>
                  <a:close/>
                </a:path>
                <a:path w="2058034" h="967739">
                  <a:moveTo>
                    <a:pt x="1859445" y="967397"/>
                  </a:moveTo>
                  <a:lnTo>
                    <a:pt x="1783245" y="967397"/>
                  </a:lnTo>
                  <a:lnTo>
                    <a:pt x="1783245" y="948347"/>
                  </a:lnTo>
                  <a:lnTo>
                    <a:pt x="1859445" y="948347"/>
                  </a:lnTo>
                  <a:lnTo>
                    <a:pt x="1859445" y="967397"/>
                  </a:lnTo>
                  <a:close/>
                </a:path>
                <a:path w="2058034" h="967739">
                  <a:moveTo>
                    <a:pt x="1726095" y="967397"/>
                  </a:moveTo>
                  <a:lnTo>
                    <a:pt x="1649895" y="967397"/>
                  </a:lnTo>
                  <a:lnTo>
                    <a:pt x="1649895" y="948347"/>
                  </a:lnTo>
                  <a:lnTo>
                    <a:pt x="1726095" y="948347"/>
                  </a:lnTo>
                  <a:lnTo>
                    <a:pt x="1726095" y="967397"/>
                  </a:lnTo>
                  <a:close/>
                </a:path>
                <a:path w="2058034" h="967739">
                  <a:moveTo>
                    <a:pt x="1592745" y="967397"/>
                  </a:moveTo>
                  <a:lnTo>
                    <a:pt x="1516545" y="967397"/>
                  </a:lnTo>
                  <a:lnTo>
                    <a:pt x="1516545" y="948347"/>
                  </a:lnTo>
                  <a:lnTo>
                    <a:pt x="1592745" y="948347"/>
                  </a:lnTo>
                  <a:lnTo>
                    <a:pt x="1592745" y="967397"/>
                  </a:lnTo>
                  <a:close/>
                </a:path>
                <a:path w="2058034" h="967739">
                  <a:moveTo>
                    <a:pt x="1459395" y="967397"/>
                  </a:moveTo>
                  <a:lnTo>
                    <a:pt x="1383195" y="967397"/>
                  </a:lnTo>
                  <a:lnTo>
                    <a:pt x="1383195" y="948347"/>
                  </a:lnTo>
                  <a:lnTo>
                    <a:pt x="1459395" y="948347"/>
                  </a:lnTo>
                  <a:lnTo>
                    <a:pt x="1459395" y="967397"/>
                  </a:lnTo>
                  <a:close/>
                </a:path>
                <a:path w="2058034" h="967739">
                  <a:moveTo>
                    <a:pt x="1326045" y="967397"/>
                  </a:moveTo>
                  <a:lnTo>
                    <a:pt x="1249845" y="967397"/>
                  </a:lnTo>
                  <a:lnTo>
                    <a:pt x="1249845" y="948347"/>
                  </a:lnTo>
                  <a:lnTo>
                    <a:pt x="1326045" y="948347"/>
                  </a:lnTo>
                  <a:lnTo>
                    <a:pt x="1326045" y="967397"/>
                  </a:lnTo>
                  <a:close/>
                </a:path>
                <a:path w="2058034" h="967739">
                  <a:moveTo>
                    <a:pt x="1192695" y="967397"/>
                  </a:moveTo>
                  <a:lnTo>
                    <a:pt x="1116495" y="967397"/>
                  </a:lnTo>
                  <a:lnTo>
                    <a:pt x="1116495" y="948347"/>
                  </a:lnTo>
                  <a:lnTo>
                    <a:pt x="1192695" y="948347"/>
                  </a:lnTo>
                  <a:lnTo>
                    <a:pt x="1192695" y="967397"/>
                  </a:lnTo>
                  <a:close/>
                </a:path>
                <a:path w="2058034" h="967739">
                  <a:moveTo>
                    <a:pt x="1059345" y="967397"/>
                  </a:moveTo>
                  <a:lnTo>
                    <a:pt x="983145" y="967397"/>
                  </a:lnTo>
                  <a:lnTo>
                    <a:pt x="983145" y="948347"/>
                  </a:lnTo>
                  <a:lnTo>
                    <a:pt x="1059345" y="948347"/>
                  </a:lnTo>
                  <a:lnTo>
                    <a:pt x="1059345" y="967397"/>
                  </a:lnTo>
                  <a:close/>
                </a:path>
                <a:path w="2058034" h="967739">
                  <a:moveTo>
                    <a:pt x="925995" y="967397"/>
                  </a:moveTo>
                  <a:lnTo>
                    <a:pt x="849795" y="967397"/>
                  </a:lnTo>
                  <a:lnTo>
                    <a:pt x="849795" y="948347"/>
                  </a:lnTo>
                  <a:lnTo>
                    <a:pt x="925995" y="948347"/>
                  </a:lnTo>
                  <a:lnTo>
                    <a:pt x="925995" y="967397"/>
                  </a:lnTo>
                  <a:close/>
                </a:path>
                <a:path w="2058034" h="967739">
                  <a:moveTo>
                    <a:pt x="792645" y="967397"/>
                  </a:moveTo>
                  <a:lnTo>
                    <a:pt x="716445" y="967397"/>
                  </a:lnTo>
                  <a:lnTo>
                    <a:pt x="716445" y="948347"/>
                  </a:lnTo>
                  <a:lnTo>
                    <a:pt x="792645" y="948347"/>
                  </a:lnTo>
                  <a:lnTo>
                    <a:pt x="792645" y="967397"/>
                  </a:lnTo>
                  <a:close/>
                </a:path>
                <a:path w="2058034" h="967739">
                  <a:moveTo>
                    <a:pt x="659295" y="967397"/>
                  </a:moveTo>
                  <a:lnTo>
                    <a:pt x="583095" y="967397"/>
                  </a:lnTo>
                  <a:lnTo>
                    <a:pt x="583095" y="948347"/>
                  </a:lnTo>
                  <a:lnTo>
                    <a:pt x="659295" y="948347"/>
                  </a:lnTo>
                  <a:lnTo>
                    <a:pt x="659295" y="967397"/>
                  </a:lnTo>
                  <a:close/>
                </a:path>
                <a:path w="2058034" h="967739">
                  <a:moveTo>
                    <a:pt x="525945" y="967397"/>
                  </a:moveTo>
                  <a:lnTo>
                    <a:pt x="449745" y="967397"/>
                  </a:lnTo>
                  <a:lnTo>
                    <a:pt x="449745" y="948347"/>
                  </a:lnTo>
                  <a:lnTo>
                    <a:pt x="525945" y="948347"/>
                  </a:lnTo>
                  <a:lnTo>
                    <a:pt x="525945" y="967397"/>
                  </a:lnTo>
                  <a:close/>
                </a:path>
                <a:path w="2058034" h="967739">
                  <a:moveTo>
                    <a:pt x="392595" y="967397"/>
                  </a:moveTo>
                  <a:lnTo>
                    <a:pt x="316395" y="967397"/>
                  </a:lnTo>
                  <a:lnTo>
                    <a:pt x="316395" y="948347"/>
                  </a:lnTo>
                  <a:lnTo>
                    <a:pt x="392595" y="948347"/>
                  </a:lnTo>
                  <a:lnTo>
                    <a:pt x="392595" y="967397"/>
                  </a:lnTo>
                  <a:close/>
                </a:path>
                <a:path w="2058034" h="967739">
                  <a:moveTo>
                    <a:pt x="259245" y="967397"/>
                  </a:moveTo>
                  <a:lnTo>
                    <a:pt x="183045" y="967397"/>
                  </a:lnTo>
                  <a:lnTo>
                    <a:pt x="183045" y="948347"/>
                  </a:lnTo>
                  <a:lnTo>
                    <a:pt x="259245" y="948347"/>
                  </a:lnTo>
                  <a:lnTo>
                    <a:pt x="259245" y="967397"/>
                  </a:lnTo>
                  <a:close/>
                </a:path>
                <a:path w="2058034" h="967739">
                  <a:moveTo>
                    <a:pt x="125895" y="967397"/>
                  </a:moveTo>
                  <a:lnTo>
                    <a:pt x="49695" y="967397"/>
                  </a:lnTo>
                  <a:lnTo>
                    <a:pt x="49695" y="948347"/>
                  </a:lnTo>
                  <a:lnTo>
                    <a:pt x="125895" y="948347"/>
                  </a:lnTo>
                  <a:lnTo>
                    <a:pt x="125895" y="96739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259568" y="975360"/>
              <a:ext cx="1812289" cy="723900"/>
            </a:xfrm>
            <a:custGeom>
              <a:avLst/>
              <a:gdLst/>
              <a:ahLst/>
              <a:cxnLst/>
              <a:rect l="l" t="t" r="r" b="b"/>
              <a:pathLst>
                <a:path w="1812290" h="723900">
                  <a:moveTo>
                    <a:pt x="1812035" y="723900"/>
                  </a:moveTo>
                  <a:lnTo>
                    <a:pt x="0" y="723900"/>
                  </a:lnTo>
                  <a:lnTo>
                    <a:pt x="0" y="0"/>
                  </a:lnTo>
                  <a:lnTo>
                    <a:pt x="1812035" y="0"/>
                  </a:lnTo>
                  <a:lnTo>
                    <a:pt x="1812035" y="7239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53345" y="969086"/>
              <a:ext cx="1824355" cy="737235"/>
            </a:xfrm>
            <a:custGeom>
              <a:avLst/>
              <a:gdLst/>
              <a:ahLst/>
              <a:cxnLst/>
              <a:rect l="l" t="t" r="r" b="b"/>
              <a:pathLst>
                <a:path w="1824354" h="737235">
                  <a:moveTo>
                    <a:pt x="1824354" y="737235"/>
                  </a:moveTo>
                  <a:lnTo>
                    <a:pt x="0" y="737235"/>
                  </a:lnTo>
                  <a:lnTo>
                    <a:pt x="0" y="0"/>
                  </a:lnTo>
                  <a:lnTo>
                    <a:pt x="1824354" y="0"/>
                  </a:lnTo>
                  <a:lnTo>
                    <a:pt x="1824354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724535"/>
                  </a:lnTo>
                  <a:lnTo>
                    <a:pt x="6350" y="724535"/>
                  </a:lnTo>
                  <a:lnTo>
                    <a:pt x="12700" y="730885"/>
                  </a:lnTo>
                  <a:lnTo>
                    <a:pt x="1824354" y="730885"/>
                  </a:lnTo>
                  <a:lnTo>
                    <a:pt x="1824354" y="737235"/>
                  </a:lnTo>
                  <a:close/>
                </a:path>
                <a:path w="1824354" h="73723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824354" h="737235">
                  <a:moveTo>
                    <a:pt x="1811654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811654" y="6350"/>
                  </a:lnTo>
                  <a:lnTo>
                    <a:pt x="1811654" y="12700"/>
                  </a:lnTo>
                  <a:close/>
                </a:path>
                <a:path w="1824354" h="737235">
                  <a:moveTo>
                    <a:pt x="1811654" y="730885"/>
                  </a:moveTo>
                  <a:lnTo>
                    <a:pt x="1811654" y="6350"/>
                  </a:lnTo>
                  <a:lnTo>
                    <a:pt x="1818004" y="12700"/>
                  </a:lnTo>
                  <a:lnTo>
                    <a:pt x="1824354" y="12700"/>
                  </a:lnTo>
                  <a:lnTo>
                    <a:pt x="1824354" y="724535"/>
                  </a:lnTo>
                  <a:lnTo>
                    <a:pt x="1818004" y="724535"/>
                  </a:lnTo>
                  <a:lnTo>
                    <a:pt x="1811654" y="730885"/>
                  </a:lnTo>
                  <a:close/>
                </a:path>
                <a:path w="1824354" h="737235">
                  <a:moveTo>
                    <a:pt x="1824354" y="12700"/>
                  </a:moveTo>
                  <a:lnTo>
                    <a:pt x="1818004" y="12700"/>
                  </a:lnTo>
                  <a:lnTo>
                    <a:pt x="1811654" y="6350"/>
                  </a:lnTo>
                  <a:lnTo>
                    <a:pt x="1824354" y="6350"/>
                  </a:lnTo>
                  <a:lnTo>
                    <a:pt x="1824354" y="12700"/>
                  </a:lnTo>
                  <a:close/>
                </a:path>
                <a:path w="1824354" h="737235">
                  <a:moveTo>
                    <a:pt x="12700" y="730885"/>
                  </a:moveTo>
                  <a:lnTo>
                    <a:pt x="6350" y="724535"/>
                  </a:lnTo>
                  <a:lnTo>
                    <a:pt x="12700" y="724535"/>
                  </a:lnTo>
                  <a:lnTo>
                    <a:pt x="12700" y="730885"/>
                  </a:lnTo>
                  <a:close/>
                </a:path>
                <a:path w="1824354" h="737235">
                  <a:moveTo>
                    <a:pt x="1811654" y="730885"/>
                  </a:moveTo>
                  <a:lnTo>
                    <a:pt x="12700" y="730885"/>
                  </a:lnTo>
                  <a:lnTo>
                    <a:pt x="12700" y="724535"/>
                  </a:lnTo>
                  <a:lnTo>
                    <a:pt x="1811654" y="724535"/>
                  </a:lnTo>
                  <a:lnTo>
                    <a:pt x="1811654" y="730885"/>
                  </a:lnTo>
                  <a:close/>
                </a:path>
                <a:path w="1824354" h="737235">
                  <a:moveTo>
                    <a:pt x="1824354" y="730885"/>
                  </a:moveTo>
                  <a:lnTo>
                    <a:pt x="1811654" y="730885"/>
                  </a:lnTo>
                  <a:lnTo>
                    <a:pt x="1818004" y="724535"/>
                  </a:lnTo>
                  <a:lnTo>
                    <a:pt x="1824354" y="724535"/>
                  </a:lnTo>
                  <a:lnTo>
                    <a:pt x="1824354" y="730885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FC5D2156-BDEA-4DEC-81CB-86D7B331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039089"/>
            <a:ext cx="5045925" cy="54102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Step 1: Indexing</a:t>
            </a:r>
          </a:p>
          <a:p>
            <a:pPr lvl="1"/>
            <a:r>
              <a:rPr lang="en-US" dirty="0"/>
              <a:t>Divide the document into even chunks, each chunk being a piece of the original text.</a:t>
            </a:r>
          </a:p>
          <a:p>
            <a:pPr lvl="1"/>
            <a:r>
              <a:rPr lang="en-US" dirty="0"/>
              <a:t>Using the encoding model to generate an embedding for each chunk.</a:t>
            </a:r>
          </a:p>
          <a:p>
            <a:pPr lvl="1"/>
            <a:r>
              <a:rPr lang="en-US" dirty="0"/>
              <a:t>Store the Embedding of each block in the vector database.</a:t>
            </a:r>
          </a:p>
          <a:p>
            <a:r>
              <a:rPr lang="en-US" b="1" dirty="0"/>
              <a:t>Step 2: Retrieval</a:t>
            </a:r>
          </a:p>
          <a:p>
            <a:pPr lvl="1"/>
            <a:r>
              <a:rPr lang="en-US" dirty="0"/>
              <a:t>Retrieve the k-most relevant documents using vector similarity search.</a:t>
            </a:r>
          </a:p>
          <a:p>
            <a:r>
              <a:rPr lang="en-US" b="1" dirty="0"/>
              <a:t>Step 3: Generation</a:t>
            </a:r>
          </a:p>
          <a:p>
            <a:pPr lvl="1"/>
            <a:r>
              <a:rPr lang="en-US" dirty="0"/>
              <a:t>The original query and the retrieved text are combined and input into a LLM to get the final answer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6700" y="159543"/>
            <a:ext cx="11658600" cy="692151"/>
          </a:xfrm>
        </p:spPr>
        <p:txBody>
          <a:bodyPr vert="horz" wrap="square" lIns="0" tIns="75857" rIns="0" bIns="0" rtlCol="0">
            <a:spAutoFit/>
          </a:bodyPr>
          <a:lstStyle/>
          <a:p>
            <a:r>
              <a:rPr lang="en-US" dirty="0"/>
              <a:t>Naïve RAG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528300" y="1156411"/>
            <a:ext cx="12750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Naive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RAG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53345" y="3075381"/>
            <a:ext cx="1824355" cy="737235"/>
          </a:xfrm>
          <a:custGeom>
            <a:avLst/>
            <a:gdLst/>
            <a:ahLst/>
            <a:cxnLst/>
            <a:rect l="l" t="t" r="r" b="b"/>
            <a:pathLst>
              <a:path w="1824354" h="737235">
                <a:moveTo>
                  <a:pt x="1824355" y="0"/>
                </a:moveTo>
                <a:lnTo>
                  <a:pt x="0" y="0"/>
                </a:lnTo>
                <a:lnTo>
                  <a:pt x="0" y="737235"/>
                </a:lnTo>
                <a:lnTo>
                  <a:pt x="1824355" y="737235"/>
                </a:lnTo>
                <a:lnTo>
                  <a:pt x="1824355" y="730885"/>
                </a:lnTo>
                <a:lnTo>
                  <a:pt x="1824355" y="724535"/>
                </a:lnTo>
                <a:lnTo>
                  <a:pt x="1824355" y="12700"/>
                </a:lnTo>
                <a:lnTo>
                  <a:pt x="1824355" y="6350"/>
                </a:lnTo>
                <a:lnTo>
                  <a:pt x="1824355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419080" y="3280486"/>
            <a:ext cx="1492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6A6A6"/>
                </a:solidFill>
                <a:latin typeface="Times New Roman"/>
                <a:cs typeface="Times New Roman"/>
              </a:rPr>
              <a:t>Advanced </a:t>
            </a:r>
            <a:r>
              <a:rPr sz="1800" spc="-25" dirty="0">
                <a:solidFill>
                  <a:srgbClr val="A6A6A6"/>
                </a:solidFill>
                <a:latin typeface="Times New Roman"/>
                <a:cs typeface="Times New Roman"/>
              </a:rPr>
              <a:t>RAG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53345" y="5410275"/>
            <a:ext cx="1824355" cy="737235"/>
          </a:xfrm>
          <a:custGeom>
            <a:avLst/>
            <a:gdLst/>
            <a:ahLst/>
            <a:cxnLst/>
            <a:rect l="l" t="t" r="r" b="b"/>
            <a:pathLst>
              <a:path w="1824354" h="737235">
                <a:moveTo>
                  <a:pt x="1824355" y="0"/>
                </a:moveTo>
                <a:lnTo>
                  <a:pt x="0" y="0"/>
                </a:lnTo>
                <a:lnTo>
                  <a:pt x="0" y="737235"/>
                </a:lnTo>
                <a:lnTo>
                  <a:pt x="1824355" y="737235"/>
                </a:lnTo>
                <a:lnTo>
                  <a:pt x="1824355" y="730885"/>
                </a:lnTo>
                <a:lnTo>
                  <a:pt x="1824355" y="724535"/>
                </a:lnTo>
                <a:lnTo>
                  <a:pt x="1824355" y="12700"/>
                </a:lnTo>
                <a:lnTo>
                  <a:pt x="1824355" y="6350"/>
                </a:lnTo>
                <a:lnTo>
                  <a:pt x="1824355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415269" y="5597601"/>
            <a:ext cx="15011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Modular</a:t>
            </a:r>
            <a:r>
              <a:rPr sz="2000" spc="-30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Times New Roman"/>
                <a:cs typeface="Times New Roman"/>
              </a:rPr>
              <a:t>RAG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111560" y="1923491"/>
            <a:ext cx="107950" cy="934085"/>
          </a:xfrm>
          <a:custGeom>
            <a:avLst/>
            <a:gdLst/>
            <a:ahLst/>
            <a:cxnLst/>
            <a:rect l="l" t="t" r="r" b="b"/>
            <a:pathLst>
              <a:path w="107950" h="934085">
                <a:moveTo>
                  <a:pt x="53962" y="896278"/>
                </a:moveTo>
                <a:lnTo>
                  <a:pt x="44437" y="879950"/>
                </a:lnTo>
                <a:lnTo>
                  <a:pt x="44437" y="0"/>
                </a:lnTo>
                <a:lnTo>
                  <a:pt x="63487" y="0"/>
                </a:lnTo>
                <a:lnTo>
                  <a:pt x="63487" y="879950"/>
                </a:lnTo>
                <a:lnTo>
                  <a:pt x="53962" y="896278"/>
                </a:lnTo>
                <a:close/>
              </a:path>
              <a:path w="107950" h="934085">
                <a:moveTo>
                  <a:pt x="53962" y="934084"/>
                </a:moveTo>
                <a:lnTo>
                  <a:pt x="1282" y="843787"/>
                </a:lnTo>
                <a:lnTo>
                  <a:pt x="380" y="841679"/>
                </a:lnTo>
                <a:lnTo>
                  <a:pt x="0" y="839406"/>
                </a:lnTo>
                <a:lnTo>
                  <a:pt x="165" y="837120"/>
                </a:lnTo>
                <a:lnTo>
                  <a:pt x="10236" y="829487"/>
                </a:lnTo>
                <a:lnTo>
                  <a:pt x="12484" y="829932"/>
                </a:lnTo>
                <a:lnTo>
                  <a:pt x="44437" y="879950"/>
                </a:lnTo>
                <a:lnTo>
                  <a:pt x="44437" y="915187"/>
                </a:lnTo>
                <a:lnTo>
                  <a:pt x="64987" y="915187"/>
                </a:lnTo>
                <a:lnTo>
                  <a:pt x="53962" y="934084"/>
                </a:lnTo>
                <a:close/>
              </a:path>
              <a:path w="107950" h="934085">
                <a:moveTo>
                  <a:pt x="64987" y="915187"/>
                </a:moveTo>
                <a:lnTo>
                  <a:pt x="63487" y="915187"/>
                </a:lnTo>
                <a:lnTo>
                  <a:pt x="63487" y="879950"/>
                </a:lnTo>
                <a:lnTo>
                  <a:pt x="90182" y="834186"/>
                </a:lnTo>
                <a:lnTo>
                  <a:pt x="97688" y="829487"/>
                </a:lnTo>
                <a:lnTo>
                  <a:pt x="99987" y="829589"/>
                </a:lnTo>
                <a:lnTo>
                  <a:pt x="107924" y="839406"/>
                </a:lnTo>
                <a:lnTo>
                  <a:pt x="107543" y="841679"/>
                </a:lnTo>
                <a:lnTo>
                  <a:pt x="106641" y="843787"/>
                </a:lnTo>
                <a:lnTo>
                  <a:pt x="64987" y="915187"/>
                </a:lnTo>
                <a:close/>
              </a:path>
              <a:path w="107950" h="934085">
                <a:moveTo>
                  <a:pt x="63487" y="915187"/>
                </a:moveTo>
                <a:lnTo>
                  <a:pt x="44437" y="915187"/>
                </a:lnTo>
                <a:lnTo>
                  <a:pt x="44437" y="879950"/>
                </a:lnTo>
                <a:lnTo>
                  <a:pt x="53962" y="896278"/>
                </a:lnTo>
                <a:lnTo>
                  <a:pt x="45732" y="910386"/>
                </a:lnTo>
                <a:lnTo>
                  <a:pt x="63487" y="910386"/>
                </a:lnTo>
                <a:lnTo>
                  <a:pt x="63487" y="915187"/>
                </a:lnTo>
                <a:close/>
              </a:path>
              <a:path w="107950" h="934085">
                <a:moveTo>
                  <a:pt x="63487" y="910386"/>
                </a:moveTo>
                <a:lnTo>
                  <a:pt x="62191" y="910386"/>
                </a:lnTo>
                <a:lnTo>
                  <a:pt x="53962" y="896278"/>
                </a:lnTo>
                <a:lnTo>
                  <a:pt x="63487" y="879950"/>
                </a:lnTo>
                <a:lnTo>
                  <a:pt x="63487" y="910386"/>
                </a:lnTo>
                <a:close/>
              </a:path>
              <a:path w="107950" h="934085">
                <a:moveTo>
                  <a:pt x="62191" y="910386"/>
                </a:moveTo>
                <a:lnTo>
                  <a:pt x="45732" y="910386"/>
                </a:lnTo>
                <a:lnTo>
                  <a:pt x="53962" y="896278"/>
                </a:lnTo>
                <a:lnTo>
                  <a:pt x="62191" y="91038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111560" y="3975176"/>
            <a:ext cx="107950" cy="1102995"/>
          </a:xfrm>
          <a:custGeom>
            <a:avLst/>
            <a:gdLst/>
            <a:ahLst/>
            <a:cxnLst/>
            <a:rect l="l" t="t" r="r" b="b"/>
            <a:pathLst>
              <a:path w="107950" h="1102995">
                <a:moveTo>
                  <a:pt x="53962" y="1065188"/>
                </a:moveTo>
                <a:lnTo>
                  <a:pt x="44437" y="1048860"/>
                </a:lnTo>
                <a:lnTo>
                  <a:pt x="44437" y="0"/>
                </a:lnTo>
                <a:lnTo>
                  <a:pt x="63487" y="0"/>
                </a:lnTo>
                <a:lnTo>
                  <a:pt x="63487" y="1048860"/>
                </a:lnTo>
                <a:lnTo>
                  <a:pt x="53962" y="1065188"/>
                </a:lnTo>
                <a:close/>
              </a:path>
              <a:path w="107950" h="1102995">
                <a:moveTo>
                  <a:pt x="53962" y="1102995"/>
                </a:moveTo>
                <a:lnTo>
                  <a:pt x="1282" y="1012698"/>
                </a:lnTo>
                <a:lnTo>
                  <a:pt x="380" y="1010589"/>
                </a:lnTo>
                <a:lnTo>
                  <a:pt x="0" y="1008316"/>
                </a:lnTo>
                <a:lnTo>
                  <a:pt x="165" y="1006030"/>
                </a:lnTo>
                <a:lnTo>
                  <a:pt x="10236" y="998397"/>
                </a:lnTo>
                <a:lnTo>
                  <a:pt x="12484" y="998842"/>
                </a:lnTo>
                <a:lnTo>
                  <a:pt x="44437" y="1048860"/>
                </a:lnTo>
                <a:lnTo>
                  <a:pt x="44437" y="1084097"/>
                </a:lnTo>
                <a:lnTo>
                  <a:pt x="64987" y="1084097"/>
                </a:lnTo>
                <a:lnTo>
                  <a:pt x="53962" y="1102995"/>
                </a:lnTo>
                <a:close/>
              </a:path>
              <a:path w="107950" h="1102995">
                <a:moveTo>
                  <a:pt x="64987" y="1084097"/>
                </a:moveTo>
                <a:lnTo>
                  <a:pt x="63487" y="1084097"/>
                </a:lnTo>
                <a:lnTo>
                  <a:pt x="63487" y="1048860"/>
                </a:lnTo>
                <a:lnTo>
                  <a:pt x="90182" y="1003096"/>
                </a:lnTo>
                <a:lnTo>
                  <a:pt x="97688" y="998397"/>
                </a:lnTo>
                <a:lnTo>
                  <a:pt x="99987" y="998499"/>
                </a:lnTo>
                <a:lnTo>
                  <a:pt x="107924" y="1008316"/>
                </a:lnTo>
                <a:lnTo>
                  <a:pt x="107543" y="1010589"/>
                </a:lnTo>
                <a:lnTo>
                  <a:pt x="106641" y="1012698"/>
                </a:lnTo>
                <a:lnTo>
                  <a:pt x="64987" y="1084097"/>
                </a:lnTo>
                <a:close/>
              </a:path>
              <a:path w="107950" h="1102995">
                <a:moveTo>
                  <a:pt x="63487" y="1084097"/>
                </a:moveTo>
                <a:lnTo>
                  <a:pt x="44437" y="1084097"/>
                </a:lnTo>
                <a:lnTo>
                  <a:pt x="44437" y="1048860"/>
                </a:lnTo>
                <a:lnTo>
                  <a:pt x="53962" y="1065188"/>
                </a:lnTo>
                <a:lnTo>
                  <a:pt x="45732" y="1079296"/>
                </a:lnTo>
                <a:lnTo>
                  <a:pt x="63487" y="1079296"/>
                </a:lnTo>
                <a:lnTo>
                  <a:pt x="63487" y="1084097"/>
                </a:lnTo>
                <a:close/>
              </a:path>
              <a:path w="107950" h="1102995">
                <a:moveTo>
                  <a:pt x="63487" y="1079296"/>
                </a:moveTo>
                <a:lnTo>
                  <a:pt x="62191" y="1079296"/>
                </a:lnTo>
                <a:lnTo>
                  <a:pt x="53962" y="1065188"/>
                </a:lnTo>
                <a:lnTo>
                  <a:pt x="63487" y="1048860"/>
                </a:lnTo>
                <a:lnTo>
                  <a:pt x="63487" y="1079296"/>
                </a:lnTo>
                <a:close/>
              </a:path>
              <a:path w="107950" h="1102995">
                <a:moveTo>
                  <a:pt x="62191" y="1079296"/>
                </a:moveTo>
                <a:lnTo>
                  <a:pt x="45732" y="1079296"/>
                </a:lnTo>
                <a:lnTo>
                  <a:pt x="53962" y="1065188"/>
                </a:lnTo>
                <a:lnTo>
                  <a:pt x="62191" y="107929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18CFFD1-85EF-403C-8E78-0C4499A9E679}"/>
              </a:ext>
            </a:extLst>
          </p:cNvPr>
          <p:cNvGrpSpPr/>
          <p:nvPr/>
        </p:nvGrpSpPr>
        <p:grpSpPr>
          <a:xfrm>
            <a:off x="5260847" y="1863039"/>
            <a:ext cx="4988052" cy="4066032"/>
            <a:chOff x="5260847" y="1863039"/>
            <a:chExt cx="4988052" cy="4066032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0847" y="1863039"/>
              <a:ext cx="4988052" cy="4066032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C619272-F1AE-4095-ABC0-F9D59DC144F7}"/>
                </a:ext>
              </a:extLst>
            </p:cNvPr>
            <p:cNvSpPr/>
            <p:nvPr/>
          </p:nvSpPr>
          <p:spPr>
            <a:xfrm>
              <a:off x="9410007" y="1923491"/>
              <a:ext cx="793866" cy="1546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3CCAB6A-15E4-457D-99CE-533C092B2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F93ED3AF-0EB0-4CBB-9276-604137E3E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889314"/>
            <a:ext cx="5323609" cy="4511485"/>
          </a:xfrm>
        </p:spPr>
        <p:txBody>
          <a:bodyPr/>
          <a:lstStyle/>
          <a:p>
            <a:r>
              <a:rPr lang="en-US" b="1" dirty="0">
                <a:solidFill>
                  <a:srgbClr val="008000"/>
                </a:solidFill>
              </a:rPr>
              <a:t>Optimizing Data Indexing:</a:t>
            </a:r>
            <a:r>
              <a:rPr lang="en-US" dirty="0"/>
              <a:t> sliding window, fine-grained segmentation, adding metadata</a:t>
            </a:r>
          </a:p>
          <a:p>
            <a:r>
              <a:rPr lang="en-US" b="1" dirty="0">
                <a:solidFill>
                  <a:srgbClr val="FFC000"/>
                </a:solidFill>
              </a:rPr>
              <a:t>Pre-Retrieval Process:</a:t>
            </a:r>
            <a:r>
              <a:rPr lang="en-US" dirty="0"/>
              <a:t> retrieve routes, summaries, rewriting, and confidence judgment</a:t>
            </a:r>
          </a:p>
          <a:p>
            <a:r>
              <a:rPr lang="en-US" b="1" dirty="0">
                <a:solidFill>
                  <a:srgbClr val="C00000"/>
                </a:solidFill>
              </a:rPr>
              <a:t>Post-Retrieval Process:</a:t>
            </a:r>
            <a:r>
              <a:rPr lang="en-US" dirty="0"/>
              <a:t> reorder, filter content retrieval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74930" rIns="0" bIns="0" rtlCol="0">
            <a:spAutoFit/>
          </a:bodyPr>
          <a:lstStyle/>
          <a:p>
            <a:r>
              <a:rPr lang="en-US" dirty="0"/>
              <a:t>Advanced RAG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29F2DC9-7D04-42A1-A0A9-86C09D5A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object 8"/>
          <p:cNvSpPr/>
          <p:nvPr/>
        </p:nvSpPr>
        <p:spPr>
          <a:xfrm>
            <a:off x="10253345" y="892822"/>
            <a:ext cx="1824355" cy="737235"/>
          </a:xfrm>
          <a:custGeom>
            <a:avLst/>
            <a:gdLst/>
            <a:ahLst/>
            <a:cxnLst/>
            <a:rect l="l" t="t" r="r" b="b"/>
            <a:pathLst>
              <a:path w="1824354" h="737235">
                <a:moveTo>
                  <a:pt x="1824355" y="0"/>
                </a:moveTo>
                <a:lnTo>
                  <a:pt x="0" y="0"/>
                </a:lnTo>
                <a:lnTo>
                  <a:pt x="0" y="737235"/>
                </a:lnTo>
                <a:lnTo>
                  <a:pt x="1824355" y="737235"/>
                </a:lnTo>
                <a:lnTo>
                  <a:pt x="1824355" y="730885"/>
                </a:lnTo>
                <a:lnTo>
                  <a:pt x="1824355" y="724535"/>
                </a:lnTo>
                <a:lnTo>
                  <a:pt x="1824355" y="12700"/>
                </a:lnTo>
                <a:lnTo>
                  <a:pt x="1824355" y="6350"/>
                </a:lnTo>
                <a:lnTo>
                  <a:pt x="1824355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549255" y="1080147"/>
            <a:ext cx="12331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Naive</a:t>
            </a:r>
            <a:r>
              <a:rPr sz="2000" spc="-15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Times New Roman"/>
                <a:cs typeface="Times New Roman"/>
              </a:rPr>
              <a:t>RAG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253344" y="2999117"/>
            <a:ext cx="1824355" cy="737235"/>
            <a:chOff x="10253344" y="2999117"/>
            <a:chExt cx="1824355" cy="737235"/>
          </a:xfrm>
        </p:grpSpPr>
        <p:sp>
          <p:nvSpPr>
            <p:cNvPr id="11" name="object 11"/>
            <p:cNvSpPr/>
            <p:nvPr/>
          </p:nvSpPr>
          <p:spPr>
            <a:xfrm>
              <a:off x="10259567" y="3005328"/>
              <a:ext cx="1812289" cy="725805"/>
            </a:xfrm>
            <a:custGeom>
              <a:avLst/>
              <a:gdLst/>
              <a:ahLst/>
              <a:cxnLst/>
              <a:rect l="l" t="t" r="r" b="b"/>
              <a:pathLst>
                <a:path w="1812290" h="725804">
                  <a:moveTo>
                    <a:pt x="1812035" y="725424"/>
                  </a:moveTo>
                  <a:lnTo>
                    <a:pt x="0" y="725424"/>
                  </a:lnTo>
                  <a:lnTo>
                    <a:pt x="0" y="0"/>
                  </a:lnTo>
                  <a:lnTo>
                    <a:pt x="1812035" y="0"/>
                  </a:lnTo>
                  <a:lnTo>
                    <a:pt x="1812035" y="72542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253344" y="2999117"/>
              <a:ext cx="1824355" cy="737235"/>
            </a:xfrm>
            <a:custGeom>
              <a:avLst/>
              <a:gdLst/>
              <a:ahLst/>
              <a:cxnLst/>
              <a:rect l="l" t="t" r="r" b="b"/>
              <a:pathLst>
                <a:path w="1824354" h="737235">
                  <a:moveTo>
                    <a:pt x="1824354" y="737235"/>
                  </a:moveTo>
                  <a:lnTo>
                    <a:pt x="0" y="737235"/>
                  </a:lnTo>
                  <a:lnTo>
                    <a:pt x="0" y="0"/>
                  </a:lnTo>
                  <a:lnTo>
                    <a:pt x="1824354" y="0"/>
                  </a:lnTo>
                  <a:lnTo>
                    <a:pt x="1824354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724535"/>
                  </a:lnTo>
                  <a:lnTo>
                    <a:pt x="6350" y="724535"/>
                  </a:lnTo>
                  <a:lnTo>
                    <a:pt x="12700" y="730885"/>
                  </a:lnTo>
                  <a:lnTo>
                    <a:pt x="1824354" y="730885"/>
                  </a:lnTo>
                  <a:lnTo>
                    <a:pt x="1824354" y="737235"/>
                  </a:lnTo>
                  <a:close/>
                </a:path>
                <a:path w="1824354" h="73723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824354" h="737235">
                  <a:moveTo>
                    <a:pt x="1811654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811654" y="6350"/>
                  </a:lnTo>
                  <a:lnTo>
                    <a:pt x="1811654" y="12700"/>
                  </a:lnTo>
                  <a:close/>
                </a:path>
                <a:path w="1824354" h="737235">
                  <a:moveTo>
                    <a:pt x="1811654" y="730885"/>
                  </a:moveTo>
                  <a:lnTo>
                    <a:pt x="1811654" y="6350"/>
                  </a:lnTo>
                  <a:lnTo>
                    <a:pt x="1818004" y="12700"/>
                  </a:lnTo>
                  <a:lnTo>
                    <a:pt x="1824354" y="12700"/>
                  </a:lnTo>
                  <a:lnTo>
                    <a:pt x="1824354" y="724535"/>
                  </a:lnTo>
                  <a:lnTo>
                    <a:pt x="1818004" y="724535"/>
                  </a:lnTo>
                  <a:lnTo>
                    <a:pt x="1811654" y="730885"/>
                  </a:lnTo>
                  <a:close/>
                </a:path>
                <a:path w="1824354" h="737235">
                  <a:moveTo>
                    <a:pt x="1824354" y="12700"/>
                  </a:moveTo>
                  <a:lnTo>
                    <a:pt x="1818004" y="12700"/>
                  </a:lnTo>
                  <a:lnTo>
                    <a:pt x="1811654" y="6350"/>
                  </a:lnTo>
                  <a:lnTo>
                    <a:pt x="1824354" y="6350"/>
                  </a:lnTo>
                  <a:lnTo>
                    <a:pt x="1824354" y="12700"/>
                  </a:lnTo>
                  <a:close/>
                </a:path>
                <a:path w="1824354" h="737235">
                  <a:moveTo>
                    <a:pt x="12700" y="730885"/>
                  </a:moveTo>
                  <a:lnTo>
                    <a:pt x="6350" y="724535"/>
                  </a:lnTo>
                  <a:lnTo>
                    <a:pt x="12700" y="724535"/>
                  </a:lnTo>
                  <a:lnTo>
                    <a:pt x="12700" y="730885"/>
                  </a:lnTo>
                  <a:close/>
                </a:path>
                <a:path w="1824354" h="737235">
                  <a:moveTo>
                    <a:pt x="1811654" y="730885"/>
                  </a:moveTo>
                  <a:lnTo>
                    <a:pt x="12700" y="730885"/>
                  </a:lnTo>
                  <a:lnTo>
                    <a:pt x="12700" y="724535"/>
                  </a:lnTo>
                  <a:lnTo>
                    <a:pt x="1811654" y="724535"/>
                  </a:lnTo>
                  <a:lnTo>
                    <a:pt x="1811654" y="730885"/>
                  </a:lnTo>
                  <a:close/>
                </a:path>
                <a:path w="1824354" h="737235">
                  <a:moveTo>
                    <a:pt x="1824354" y="730885"/>
                  </a:moveTo>
                  <a:lnTo>
                    <a:pt x="1811654" y="730885"/>
                  </a:lnTo>
                  <a:lnTo>
                    <a:pt x="1818004" y="724535"/>
                  </a:lnTo>
                  <a:lnTo>
                    <a:pt x="1824354" y="724535"/>
                  </a:lnTo>
                  <a:lnTo>
                    <a:pt x="1824354" y="730885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380980" y="3204222"/>
            <a:ext cx="156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Advanced</a:t>
            </a: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RAG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53345" y="5334012"/>
            <a:ext cx="1824355" cy="737235"/>
          </a:xfrm>
          <a:custGeom>
            <a:avLst/>
            <a:gdLst/>
            <a:ahLst/>
            <a:cxnLst/>
            <a:rect l="l" t="t" r="r" b="b"/>
            <a:pathLst>
              <a:path w="1824354" h="737235">
                <a:moveTo>
                  <a:pt x="1824355" y="0"/>
                </a:moveTo>
                <a:lnTo>
                  <a:pt x="0" y="0"/>
                </a:lnTo>
                <a:lnTo>
                  <a:pt x="0" y="737235"/>
                </a:lnTo>
                <a:lnTo>
                  <a:pt x="1824355" y="737235"/>
                </a:lnTo>
                <a:lnTo>
                  <a:pt x="1824355" y="730885"/>
                </a:lnTo>
                <a:lnTo>
                  <a:pt x="1824355" y="724535"/>
                </a:lnTo>
                <a:lnTo>
                  <a:pt x="1824355" y="12700"/>
                </a:lnTo>
                <a:lnTo>
                  <a:pt x="1824355" y="6350"/>
                </a:lnTo>
                <a:lnTo>
                  <a:pt x="1824355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488930" y="5539117"/>
            <a:ext cx="1352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6A6A6"/>
                </a:solidFill>
                <a:latin typeface="Times New Roman"/>
                <a:cs typeface="Times New Roman"/>
              </a:rPr>
              <a:t>Modular</a:t>
            </a:r>
            <a:r>
              <a:rPr sz="1800" spc="-10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A6A6A6"/>
                </a:solidFill>
                <a:latin typeface="Times New Roman"/>
                <a:cs typeface="Times New Roman"/>
              </a:rPr>
              <a:t>RAG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350" y="1042847"/>
            <a:ext cx="7428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C7C30"/>
                </a:solidFill>
                <a:latin typeface="Times New Roman"/>
                <a:cs typeface="Times New Roman"/>
              </a:rPr>
              <a:t>Index</a:t>
            </a:r>
            <a:r>
              <a:rPr sz="2400" spc="-1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EC7C30"/>
                </a:solidFill>
                <a:latin typeface="Times New Roman"/>
                <a:cs typeface="Times New Roman"/>
              </a:rPr>
              <a:t>Optimization</a:t>
            </a:r>
            <a:r>
              <a:rPr sz="2400" spc="-1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EC7C30"/>
                </a:solidFill>
                <a:latin typeface="Times New Roman"/>
                <a:cs typeface="Times New Roman"/>
              </a:rPr>
              <a:t>Pre-</a:t>
            </a:r>
            <a:r>
              <a:rPr sz="2400" dirty="0">
                <a:solidFill>
                  <a:srgbClr val="EC7C30"/>
                </a:solidFill>
                <a:latin typeface="Times New Roman"/>
                <a:cs typeface="Times New Roman"/>
              </a:rPr>
              <a:t>Retrieval</a:t>
            </a:r>
            <a:r>
              <a:rPr sz="2400" spc="-2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EC7C30"/>
                </a:solidFill>
                <a:latin typeface="Times New Roman"/>
                <a:cs typeface="Times New Roman"/>
              </a:rPr>
              <a:t>Process</a:t>
            </a:r>
            <a:r>
              <a:rPr sz="2400" spc="-1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Retrieval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Wingdings"/>
                <a:cs typeface="Wingdings"/>
              </a:rPr>
              <a:t></a:t>
            </a:r>
            <a:endParaRPr sz="2400" dirty="0">
              <a:latin typeface="Wingdings"/>
              <a:cs typeface="Wingdings"/>
            </a:endParaRPr>
          </a:p>
          <a:p>
            <a:pPr marL="88900">
              <a:lnSpc>
                <a:spcPct val="100000"/>
              </a:lnSpc>
            </a:pPr>
            <a:r>
              <a:rPr sz="2400" spc="-10" dirty="0">
                <a:solidFill>
                  <a:srgbClr val="EC7C30"/>
                </a:solidFill>
                <a:latin typeface="Times New Roman"/>
                <a:cs typeface="Times New Roman"/>
              </a:rPr>
              <a:t>Post-</a:t>
            </a:r>
            <a:r>
              <a:rPr sz="2400" dirty="0">
                <a:solidFill>
                  <a:srgbClr val="EC7C30"/>
                </a:solidFill>
                <a:latin typeface="Times New Roman"/>
                <a:cs typeface="Times New Roman"/>
              </a:rPr>
              <a:t>Retrieval</a:t>
            </a:r>
            <a:r>
              <a:rPr sz="2400" spc="-1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EC7C30"/>
                </a:solidFill>
                <a:latin typeface="Times New Roman"/>
                <a:cs typeface="Times New Roman"/>
              </a:rPr>
              <a:t>Process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Genaration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111560" y="1847227"/>
            <a:ext cx="107950" cy="934085"/>
          </a:xfrm>
          <a:custGeom>
            <a:avLst/>
            <a:gdLst/>
            <a:ahLst/>
            <a:cxnLst/>
            <a:rect l="l" t="t" r="r" b="b"/>
            <a:pathLst>
              <a:path w="107950" h="934085">
                <a:moveTo>
                  <a:pt x="53962" y="896266"/>
                </a:moveTo>
                <a:lnTo>
                  <a:pt x="44437" y="879937"/>
                </a:lnTo>
                <a:lnTo>
                  <a:pt x="44437" y="0"/>
                </a:lnTo>
                <a:lnTo>
                  <a:pt x="63487" y="0"/>
                </a:lnTo>
                <a:lnTo>
                  <a:pt x="63487" y="879937"/>
                </a:lnTo>
                <a:lnTo>
                  <a:pt x="53962" y="896266"/>
                </a:lnTo>
                <a:close/>
              </a:path>
              <a:path w="107950" h="934085">
                <a:moveTo>
                  <a:pt x="53962" y="934084"/>
                </a:moveTo>
                <a:lnTo>
                  <a:pt x="1282" y="843775"/>
                </a:lnTo>
                <a:lnTo>
                  <a:pt x="380" y="841667"/>
                </a:lnTo>
                <a:lnTo>
                  <a:pt x="0" y="839406"/>
                </a:lnTo>
                <a:lnTo>
                  <a:pt x="165" y="837120"/>
                </a:lnTo>
                <a:lnTo>
                  <a:pt x="10236" y="829475"/>
                </a:lnTo>
                <a:lnTo>
                  <a:pt x="12484" y="829932"/>
                </a:lnTo>
                <a:lnTo>
                  <a:pt x="44437" y="879937"/>
                </a:lnTo>
                <a:lnTo>
                  <a:pt x="44437" y="915174"/>
                </a:lnTo>
                <a:lnTo>
                  <a:pt x="64993" y="915174"/>
                </a:lnTo>
                <a:lnTo>
                  <a:pt x="53962" y="934084"/>
                </a:lnTo>
                <a:close/>
              </a:path>
              <a:path w="107950" h="934085">
                <a:moveTo>
                  <a:pt x="64993" y="915174"/>
                </a:moveTo>
                <a:lnTo>
                  <a:pt x="63487" y="915174"/>
                </a:lnTo>
                <a:lnTo>
                  <a:pt x="63487" y="879937"/>
                </a:lnTo>
                <a:lnTo>
                  <a:pt x="90182" y="834174"/>
                </a:lnTo>
                <a:lnTo>
                  <a:pt x="97688" y="829475"/>
                </a:lnTo>
                <a:lnTo>
                  <a:pt x="99987" y="829589"/>
                </a:lnTo>
                <a:lnTo>
                  <a:pt x="107924" y="839406"/>
                </a:lnTo>
                <a:lnTo>
                  <a:pt x="107543" y="841667"/>
                </a:lnTo>
                <a:lnTo>
                  <a:pt x="106641" y="843775"/>
                </a:lnTo>
                <a:lnTo>
                  <a:pt x="64993" y="915174"/>
                </a:lnTo>
                <a:close/>
              </a:path>
              <a:path w="107950" h="934085">
                <a:moveTo>
                  <a:pt x="63487" y="915174"/>
                </a:moveTo>
                <a:lnTo>
                  <a:pt x="44437" y="915174"/>
                </a:lnTo>
                <a:lnTo>
                  <a:pt x="44437" y="879937"/>
                </a:lnTo>
                <a:lnTo>
                  <a:pt x="53962" y="896266"/>
                </a:lnTo>
                <a:lnTo>
                  <a:pt x="45732" y="910374"/>
                </a:lnTo>
                <a:lnTo>
                  <a:pt x="63487" y="910374"/>
                </a:lnTo>
                <a:lnTo>
                  <a:pt x="63487" y="915174"/>
                </a:lnTo>
                <a:close/>
              </a:path>
              <a:path w="107950" h="934085">
                <a:moveTo>
                  <a:pt x="63487" y="910374"/>
                </a:moveTo>
                <a:lnTo>
                  <a:pt x="62191" y="910374"/>
                </a:lnTo>
                <a:lnTo>
                  <a:pt x="53962" y="896266"/>
                </a:lnTo>
                <a:lnTo>
                  <a:pt x="63487" y="879937"/>
                </a:lnTo>
                <a:lnTo>
                  <a:pt x="63487" y="910374"/>
                </a:lnTo>
                <a:close/>
              </a:path>
              <a:path w="107950" h="934085">
                <a:moveTo>
                  <a:pt x="62191" y="910374"/>
                </a:moveTo>
                <a:lnTo>
                  <a:pt x="45732" y="910374"/>
                </a:lnTo>
                <a:lnTo>
                  <a:pt x="53962" y="896266"/>
                </a:lnTo>
                <a:lnTo>
                  <a:pt x="62191" y="91037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111560" y="4017670"/>
            <a:ext cx="107950" cy="1102995"/>
          </a:xfrm>
          <a:custGeom>
            <a:avLst/>
            <a:gdLst/>
            <a:ahLst/>
            <a:cxnLst/>
            <a:rect l="l" t="t" r="r" b="b"/>
            <a:pathLst>
              <a:path w="107950" h="1102995">
                <a:moveTo>
                  <a:pt x="53962" y="1065176"/>
                </a:moveTo>
                <a:lnTo>
                  <a:pt x="44437" y="1048847"/>
                </a:lnTo>
                <a:lnTo>
                  <a:pt x="44437" y="0"/>
                </a:lnTo>
                <a:lnTo>
                  <a:pt x="63487" y="0"/>
                </a:lnTo>
                <a:lnTo>
                  <a:pt x="63487" y="1048847"/>
                </a:lnTo>
                <a:lnTo>
                  <a:pt x="53962" y="1065176"/>
                </a:lnTo>
                <a:close/>
              </a:path>
              <a:path w="107950" h="1102995">
                <a:moveTo>
                  <a:pt x="53962" y="1102995"/>
                </a:moveTo>
                <a:lnTo>
                  <a:pt x="1282" y="1012685"/>
                </a:lnTo>
                <a:lnTo>
                  <a:pt x="380" y="1010577"/>
                </a:lnTo>
                <a:lnTo>
                  <a:pt x="0" y="1008316"/>
                </a:lnTo>
                <a:lnTo>
                  <a:pt x="165" y="1006017"/>
                </a:lnTo>
                <a:lnTo>
                  <a:pt x="10236" y="998385"/>
                </a:lnTo>
                <a:lnTo>
                  <a:pt x="12484" y="998842"/>
                </a:lnTo>
                <a:lnTo>
                  <a:pt x="44437" y="1048847"/>
                </a:lnTo>
                <a:lnTo>
                  <a:pt x="44437" y="1084084"/>
                </a:lnTo>
                <a:lnTo>
                  <a:pt x="64993" y="1084084"/>
                </a:lnTo>
                <a:lnTo>
                  <a:pt x="53962" y="1102995"/>
                </a:lnTo>
                <a:close/>
              </a:path>
              <a:path w="107950" h="1102995">
                <a:moveTo>
                  <a:pt x="64993" y="1084084"/>
                </a:moveTo>
                <a:lnTo>
                  <a:pt x="63487" y="1084084"/>
                </a:lnTo>
                <a:lnTo>
                  <a:pt x="63487" y="1048847"/>
                </a:lnTo>
                <a:lnTo>
                  <a:pt x="90182" y="1003084"/>
                </a:lnTo>
                <a:lnTo>
                  <a:pt x="97688" y="998385"/>
                </a:lnTo>
                <a:lnTo>
                  <a:pt x="99987" y="998486"/>
                </a:lnTo>
                <a:lnTo>
                  <a:pt x="107924" y="1008316"/>
                </a:lnTo>
                <a:lnTo>
                  <a:pt x="107543" y="1010577"/>
                </a:lnTo>
                <a:lnTo>
                  <a:pt x="106641" y="1012685"/>
                </a:lnTo>
                <a:lnTo>
                  <a:pt x="64993" y="1084084"/>
                </a:lnTo>
                <a:close/>
              </a:path>
              <a:path w="107950" h="1102995">
                <a:moveTo>
                  <a:pt x="63487" y="1084084"/>
                </a:moveTo>
                <a:lnTo>
                  <a:pt x="44437" y="1084084"/>
                </a:lnTo>
                <a:lnTo>
                  <a:pt x="44437" y="1048847"/>
                </a:lnTo>
                <a:lnTo>
                  <a:pt x="53962" y="1065176"/>
                </a:lnTo>
                <a:lnTo>
                  <a:pt x="45732" y="1079284"/>
                </a:lnTo>
                <a:lnTo>
                  <a:pt x="63487" y="1079284"/>
                </a:lnTo>
                <a:lnTo>
                  <a:pt x="63487" y="1084084"/>
                </a:lnTo>
                <a:close/>
              </a:path>
              <a:path w="107950" h="1102995">
                <a:moveTo>
                  <a:pt x="63487" y="1079284"/>
                </a:moveTo>
                <a:lnTo>
                  <a:pt x="62191" y="1079284"/>
                </a:lnTo>
                <a:lnTo>
                  <a:pt x="53962" y="1065176"/>
                </a:lnTo>
                <a:lnTo>
                  <a:pt x="63487" y="1048847"/>
                </a:lnTo>
                <a:lnTo>
                  <a:pt x="63487" y="1079284"/>
                </a:lnTo>
                <a:close/>
              </a:path>
              <a:path w="107950" h="1102995">
                <a:moveTo>
                  <a:pt x="62191" y="1079284"/>
                </a:moveTo>
                <a:lnTo>
                  <a:pt x="45732" y="1079284"/>
                </a:lnTo>
                <a:lnTo>
                  <a:pt x="53962" y="1065176"/>
                </a:lnTo>
                <a:lnTo>
                  <a:pt x="62191" y="107928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134257" y="2884030"/>
            <a:ext cx="2058035" cy="967740"/>
          </a:xfrm>
          <a:custGeom>
            <a:avLst/>
            <a:gdLst/>
            <a:ahLst/>
            <a:cxnLst/>
            <a:rect l="l" t="t" r="r" b="b"/>
            <a:pathLst>
              <a:path w="2058034" h="967739">
                <a:moveTo>
                  <a:pt x="19050" y="957872"/>
                </a:moveTo>
                <a:lnTo>
                  <a:pt x="0" y="957872"/>
                </a:lnTo>
                <a:lnTo>
                  <a:pt x="0" y="881672"/>
                </a:lnTo>
                <a:lnTo>
                  <a:pt x="19050" y="881672"/>
                </a:lnTo>
                <a:lnTo>
                  <a:pt x="19050" y="957872"/>
                </a:lnTo>
                <a:close/>
              </a:path>
              <a:path w="2058034" h="967739">
                <a:moveTo>
                  <a:pt x="19050" y="824522"/>
                </a:moveTo>
                <a:lnTo>
                  <a:pt x="0" y="824522"/>
                </a:lnTo>
                <a:lnTo>
                  <a:pt x="0" y="748322"/>
                </a:lnTo>
                <a:lnTo>
                  <a:pt x="19050" y="748322"/>
                </a:lnTo>
                <a:lnTo>
                  <a:pt x="19050" y="824522"/>
                </a:lnTo>
                <a:close/>
              </a:path>
              <a:path w="2058034" h="967739">
                <a:moveTo>
                  <a:pt x="19050" y="691172"/>
                </a:moveTo>
                <a:lnTo>
                  <a:pt x="0" y="691172"/>
                </a:lnTo>
                <a:lnTo>
                  <a:pt x="0" y="614972"/>
                </a:lnTo>
                <a:lnTo>
                  <a:pt x="19050" y="614972"/>
                </a:lnTo>
                <a:lnTo>
                  <a:pt x="19050" y="691172"/>
                </a:lnTo>
                <a:close/>
              </a:path>
              <a:path w="2058034" h="967739">
                <a:moveTo>
                  <a:pt x="19050" y="557822"/>
                </a:moveTo>
                <a:lnTo>
                  <a:pt x="0" y="557822"/>
                </a:lnTo>
                <a:lnTo>
                  <a:pt x="0" y="481622"/>
                </a:lnTo>
                <a:lnTo>
                  <a:pt x="19050" y="481622"/>
                </a:lnTo>
                <a:lnTo>
                  <a:pt x="19050" y="557822"/>
                </a:lnTo>
                <a:close/>
              </a:path>
              <a:path w="2058034" h="967739">
                <a:moveTo>
                  <a:pt x="19050" y="424472"/>
                </a:moveTo>
                <a:lnTo>
                  <a:pt x="0" y="424472"/>
                </a:lnTo>
                <a:lnTo>
                  <a:pt x="0" y="348272"/>
                </a:lnTo>
                <a:lnTo>
                  <a:pt x="19050" y="348272"/>
                </a:lnTo>
                <a:lnTo>
                  <a:pt x="19050" y="424472"/>
                </a:lnTo>
                <a:close/>
              </a:path>
              <a:path w="2058034" h="967739">
                <a:moveTo>
                  <a:pt x="19050" y="291122"/>
                </a:moveTo>
                <a:lnTo>
                  <a:pt x="0" y="291122"/>
                </a:lnTo>
                <a:lnTo>
                  <a:pt x="0" y="214922"/>
                </a:lnTo>
                <a:lnTo>
                  <a:pt x="19050" y="214922"/>
                </a:lnTo>
                <a:lnTo>
                  <a:pt x="19050" y="291122"/>
                </a:lnTo>
                <a:close/>
              </a:path>
              <a:path w="2058034" h="967739">
                <a:moveTo>
                  <a:pt x="19050" y="157772"/>
                </a:moveTo>
                <a:lnTo>
                  <a:pt x="0" y="157772"/>
                </a:lnTo>
                <a:lnTo>
                  <a:pt x="0" y="81572"/>
                </a:lnTo>
                <a:lnTo>
                  <a:pt x="19050" y="81572"/>
                </a:lnTo>
                <a:lnTo>
                  <a:pt x="19050" y="157772"/>
                </a:lnTo>
                <a:close/>
              </a:path>
              <a:path w="2058034" h="967739">
                <a:moveTo>
                  <a:pt x="19050" y="24422"/>
                </a:moveTo>
                <a:lnTo>
                  <a:pt x="0" y="24422"/>
                </a:lnTo>
                <a:lnTo>
                  <a:pt x="0" y="0"/>
                </a:lnTo>
                <a:lnTo>
                  <a:pt x="70827" y="0"/>
                </a:lnTo>
                <a:lnTo>
                  <a:pt x="70827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4422"/>
                </a:lnTo>
                <a:close/>
              </a:path>
              <a:path w="2058034" h="9677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058034" h="967739">
                <a:moveTo>
                  <a:pt x="70827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70827" y="9525"/>
                </a:lnTo>
                <a:lnTo>
                  <a:pt x="70827" y="19050"/>
                </a:lnTo>
                <a:close/>
              </a:path>
              <a:path w="2058034" h="967739">
                <a:moveTo>
                  <a:pt x="204177" y="19050"/>
                </a:moveTo>
                <a:lnTo>
                  <a:pt x="127977" y="19050"/>
                </a:lnTo>
                <a:lnTo>
                  <a:pt x="127977" y="0"/>
                </a:lnTo>
                <a:lnTo>
                  <a:pt x="204177" y="0"/>
                </a:lnTo>
                <a:lnTo>
                  <a:pt x="204177" y="19050"/>
                </a:lnTo>
                <a:close/>
              </a:path>
              <a:path w="2058034" h="967739">
                <a:moveTo>
                  <a:pt x="337527" y="19050"/>
                </a:moveTo>
                <a:lnTo>
                  <a:pt x="261327" y="19050"/>
                </a:lnTo>
                <a:lnTo>
                  <a:pt x="261327" y="0"/>
                </a:lnTo>
                <a:lnTo>
                  <a:pt x="337527" y="0"/>
                </a:lnTo>
                <a:lnTo>
                  <a:pt x="337527" y="19050"/>
                </a:lnTo>
                <a:close/>
              </a:path>
              <a:path w="2058034" h="967739">
                <a:moveTo>
                  <a:pt x="470877" y="19050"/>
                </a:moveTo>
                <a:lnTo>
                  <a:pt x="394677" y="19050"/>
                </a:lnTo>
                <a:lnTo>
                  <a:pt x="394677" y="0"/>
                </a:lnTo>
                <a:lnTo>
                  <a:pt x="470877" y="0"/>
                </a:lnTo>
                <a:lnTo>
                  <a:pt x="470877" y="19050"/>
                </a:lnTo>
                <a:close/>
              </a:path>
              <a:path w="2058034" h="967739">
                <a:moveTo>
                  <a:pt x="604227" y="19050"/>
                </a:moveTo>
                <a:lnTo>
                  <a:pt x="528027" y="19050"/>
                </a:lnTo>
                <a:lnTo>
                  <a:pt x="528027" y="0"/>
                </a:lnTo>
                <a:lnTo>
                  <a:pt x="604227" y="0"/>
                </a:lnTo>
                <a:lnTo>
                  <a:pt x="604227" y="19050"/>
                </a:lnTo>
                <a:close/>
              </a:path>
              <a:path w="2058034" h="967739">
                <a:moveTo>
                  <a:pt x="737577" y="19050"/>
                </a:moveTo>
                <a:lnTo>
                  <a:pt x="661377" y="19050"/>
                </a:lnTo>
                <a:lnTo>
                  <a:pt x="661377" y="0"/>
                </a:lnTo>
                <a:lnTo>
                  <a:pt x="737577" y="0"/>
                </a:lnTo>
                <a:lnTo>
                  <a:pt x="737577" y="19050"/>
                </a:lnTo>
                <a:close/>
              </a:path>
              <a:path w="2058034" h="967739">
                <a:moveTo>
                  <a:pt x="870927" y="19050"/>
                </a:moveTo>
                <a:lnTo>
                  <a:pt x="794727" y="19050"/>
                </a:lnTo>
                <a:lnTo>
                  <a:pt x="794727" y="0"/>
                </a:lnTo>
                <a:lnTo>
                  <a:pt x="870927" y="0"/>
                </a:lnTo>
                <a:lnTo>
                  <a:pt x="870927" y="19050"/>
                </a:lnTo>
                <a:close/>
              </a:path>
              <a:path w="2058034" h="967739">
                <a:moveTo>
                  <a:pt x="1004277" y="19050"/>
                </a:moveTo>
                <a:lnTo>
                  <a:pt x="928077" y="19050"/>
                </a:lnTo>
                <a:lnTo>
                  <a:pt x="928077" y="0"/>
                </a:lnTo>
                <a:lnTo>
                  <a:pt x="1004277" y="0"/>
                </a:lnTo>
                <a:lnTo>
                  <a:pt x="1004277" y="19050"/>
                </a:lnTo>
                <a:close/>
              </a:path>
              <a:path w="2058034" h="967739">
                <a:moveTo>
                  <a:pt x="1137627" y="19050"/>
                </a:moveTo>
                <a:lnTo>
                  <a:pt x="1061427" y="19050"/>
                </a:lnTo>
                <a:lnTo>
                  <a:pt x="1061427" y="0"/>
                </a:lnTo>
                <a:lnTo>
                  <a:pt x="1137627" y="0"/>
                </a:lnTo>
                <a:lnTo>
                  <a:pt x="1137627" y="19050"/>
                </a:lnTo>
                <a:close/>
              </a:path>
              <a:path w="2058034" h="967739">
                <a:moveTo>
                  <a:pt x="1270977" y="19050"/>
                </a:moveTo>
                <a:lnTo>
                  <a:pt x="1194777" y="19050"/>
                </a:lnTo>
                <a:lnTo>
                  <a:pt x="1194777" y="0"/>
                </a:lnTo>
                <a:lnTo>
                  <a:pt x="1270977" y="0"/>
                </a:lnTo>
                <a:lnTo>
                  <a:pt x="1270977" y="19050"/>
                </a:lnTo>
                <a:close/>
              </a:path>
              <a:path w="2058034" h="967739">
                <a:moveTo>
                  <a:pt x="1404327" y="19050"/>
                </a:moveTo>
                <a:lnTo>
                  <a:pt x="1328127" y="19050"/>
                </a:lnTo>
                <a:lnTo>
                  <a:pt x="1328127" y="0"/>
                </a:lnTo>
                <a:lnTo>
                  <a:pt x="1404327" y="0"/>
                </a:lnTo>
                <a:lnTo>
                  <a:pt x="1404327" y="19050"/>
                </a:lnTo>
                <a:close/>
              </a:path>
              <a:path w="2058034" h="967739">
                <a:moveTo>
                  <a:pt x="1537677" y="19050"/>
                </a:moveTo>
                <a:lnTo>
                  <a:pt x="1461477" y="19050"/>
                </a:lnTo>
                <a:lnTo>
                  <a:pt x="1461477" y="0"/>
                </a:lnTo>
                <a:lnTo>
                  <a:pt x="1537677" y="0"/>
                </a:lnTo>
                <a:lnTo>
                  <a:pt x="1537677" y="19050"/>
                </a:lnTo>
                <a:close/>
              </a:path>
              <a:path w="2058034" h="967739">
                <a:moveTo>
                  <a:pt x="1671027" y="19050"/>
                </a:moveTo>
                <a:lnTo>
                  <a:pt x="1594827" y="19050"/>
                </a:lnTo>
                <a:lnTo>
                  <a:pt x="1594827" y="0"/>
                </a:lnTo>
                <a:lnTo>
                  <a:pt x="1671027" y="0"/>
                </a:lnTo>
                <a:lnTo>
                  <a:pt x="1671027" y="19050"/>
                </a:lnTo>
                <a:close/>
              </a:path>
              <a:path w="2058034" h="967739">
                <a:moveTo>
                  <a:pt x="1804377" y="19050"/>
                </a:moveTo>
                <a:lnTo>
                  <a:pt x="1728177" y="19050"/>
                </a:lnTo>
                <a:lnTo>
                  <a:pt x="1728177" y="0"/>
                </a:lnTo>
                <a:lnTo>
                  <a:pt x="1804377" y="0"/>
                </a:lnTo>
                <a:lnTo>
                  <a:pt x="1804377" y="19050"/>
                </a:lnTo>
                <a:close/>
              </a:path>
              <a:path w="2058034" h="967739">
                <a:moveTo>
                  <a:pt x="1937727" y="19050"/>
                </a:moveTo>
                <a:lnTo>
                  <a:pt x="1861527" y="19050"/>
                </a:lnTo>
                <a:lnTo>
                  <a:pt x="1861527" y="0"/>
                </a:lnTo>
                <a:lnTo>
                  <a:pt x="1937727" y="0"/>
                </a:lnTo>
                <a:lnTo>
                  <a:pt x="1937727" y="19050"/>
                </a:lnTo>
                <a:close/>
              </a:path>
              <a:path w="2058034" h="967739">
                <a:moveTo>
                  <a:pt x="2043544" y="19050"/>
                </a:moveTo>
                <a:lnTo>
                  <a:pt x="1994877" y="19050"/>
                </a:lnTo>
                <a:lnTo>
                  <a:pt x="1994877" y="0"/>
                </a:lnTo>
                <a:lnTo>
                  <a:pt x="2057742" y="0"/>
                </a:lnTo>
                <a:lnTo>
                  <a:pt x="2057742" y="9525"/>
                </a:lnTo>
                <a:lnTo>
                  <a:pt x="2043544" y="9525"/>
                </a:lnTo>
                <a:lnTo>
                  <a:pt x="2043544" y="19050"/>
                </a:lnTo>
                <a:close/>
              </a:path>
              <a:path w="2058034" h="967739">
                <a:moveTo>
                  <a:pt x="2057742" y="27546"/>
                </a:moveTo>
                <a:lnTo>
                  <a:pt x="2043544" y="27546"/>
                </a:lnTo>
                <a:lnTo>
                  <a:pt x="2043544" y="9525"/>
                </a:lnTo>
                <a:lnTo>
                  <a:pt x="2053069" y="19050"/>
                </a:lnTo>
                <a:lnTo>
                  <a:pt x="2057742" y="19050"/>
                </a:lnTo>
                <a:lnTo>
                  <a:pt x="2057742" y="27546"/>
                </a:lnTo>
                <a:close/>
              </a:path>
              <a:path w="2058034" h="967739">
                <a:moveTo>
                  <a:pt x="2057742" y="19050"/>
                </a:moveTo>
                <a:lnTo>
                  <a:pt x="2053069" y="19050"/>
                </a:lnTo>
                <a:lnTo>
                  <a:pt x="2043544" y="9525"/>
                </a:lnTo>
                <a:lnTo>
                  <a:pt x="2057742" y="9525"/>
                </a:lnTo>
                <a:lnTo>
                  <a:pt x="2057742" y="19050"/>
                </a:lnTo>
                <a:close/>
              </a:path>
              <a:path w="2058034" h="967739">
                <a:moveTo>
                  <a:pt x="2057742" y="160896"/>
                </a:moveTo>
                <a:lnTo>
                  <a:pt x="2043544" y="160896"/>
                </a:lnTo>
                <a:lnTo>
                  <a:pt x="2043544" y="84696"/>
                </a:lnTo>
                <a:lnTo>
                  <a:pt x="2057742" y="84696"/>
                </a:lnTo>
                <a:lnTo>
                  <a:pt x="2057742" y="160896"/>
                </a:lnTo>
                <a:close/>
              </a:path>
              <a:path w="2058034" h="967739">
                <a:moveTo>
                  <a:pt x="2057742" y="294246"/>
                </a:moveTo>
                <a:lnTo>
                  <a:pt x="2043544" y="294246"/>
                </a:lnTo>
                <a:lnTo>
                  <a:pt x="2043544" y="218046"/>
                </a:lnTo>
                <a:lnTo>
                  <a:pt x="2057742" y="218046"/>
                </a:lnTo>
                <a:lnTo>
                  <a:pt x="2057742" y="294246"/>
                </a:lnTo>
                <a:close/>
              </a:path>
              <a:path w="2058034" h="967739">
                <a:moveTo>
                  <a:pt x="2057742" y="427596"/>
                </a:moveTo>
                <a:lnTo>
                  <a:pt x="2043544" y="427596"/>
                </a:lnTo>
                <a:lnTo>
                  <a:pt x="2043544" y="351396"/>
                </a:lnTo>
                <a:lnTo>
                  <a:pt x="2057742" y="351396"/>
                </a:lnTo>
                <a:lnTo>
                  <a:pt x="2057742" y="427596"/>
                </a:lnTo>
                <a:close/>
              </a:path>
              <a:path w="2058034" h="967739">
                <a:moveTo>
                  <a:pt x="2057742" y="560946"/>
                </a:moveTo>
                <a:lnTo>
                  <a:pt x="2043544" y="560946"/>
                </a:lnTo>
                <a:lnTo>
                  <a:pt x="2043544" y="484746"/>
                </a:lnTo>
                <a:lnTo>
                  <a:pt x="2057742" y="484746"/>
                </a:lnTo>
                <a:lnTo>
                  <a:pt x="2057742" y="560946"/>
                </a:lnTo>
                <a:close/>
              </a:path>
              <a:path w="2058034" h="967739">
                <a:moveTo>
                  <a:pt x="2057742" y="694296"/>
                </a:moveTo>
                <a:lnTo>
                  <a:pt x="2043544" y="694296"/>
                </a:lnTo>
                <a:lnTo>
                  <a:pt x="2043544" y="618096"/>
                </a:lnTo>
                <a:lnTo>
                  <a:pt x="2057742" y="618096"/>
                </a:lnTo>
                <a:lnTo>
                  <a:pt x="2057742" y="694296"/>
                </a:lnTo>
                <a:close/>
              </a:path>
              <a:path w="2058034" h="967739">
                <a:moveTo>
                  <a:pt x="2057742" y="827646"/>
                </a:moveTo>
                <a:lnTo>
                  <a:pt x="2043544" y="827646"/>
                </a:lnTo>
                <a:lnTo>
                  <a:pt x="2043544" y="751446"/>
                </a:lnTo>
                <a:lnTo>
                  <a:pt x="2057742" y="751446"/>
                </a:lnTo>
                <a:lnTo>
                  <a:pt x="2057742" y="827646"/>
                </a:lnTo>
                <a:close/>
              </a:path>
              <a:path w="2058034" h="967739">
                <a:moveTo>
                  <a:pt x="2043544" y="957872"/>
                </a:moveTo>
                <a:lnTo>
                  <a:pt x="2043544" y="884796"/>
                </a:lnTo>
                <a:lnTo>
                  <a:pt x="2057742" y="884796"/>
                </a:lnTo>
                <a:lnTo>
                  <a:pt x="2057742" y="948347"/>
                </a:lnTo>
                <a:lnTo>
                  <a:pt x="2049945" y="948347"/>
                </a:lnTo>
                <a:lnTo>
                  <a:pt x="2049945" y="951471"/>
                </a:lnTo>
                <a:lnTo>
                  <a:pt x="2043544" y="957872"/>
                </a:lnTo>
                <a:close/>
              </a:path>
              <a:path w="2058034" h="967739">
                <a:moveTo>
                  <a:pt x="2049945" y="951471"/>
                </a:moveTo>
                <a:lnTo>
                  <a:pt x="2049945" y="948347"/>
                </a:lnTo>
                <a:lnTo>
                  <a:pt x="2053069" y="948347"/>
                </a:lnTo>
                <a:lnTo>
                  <a:pt x="2049945" y="951471"/>
                </a:lnTo>
                <a:close/>
              </a:path>
              <a:path w="2058034" h="967739">
                <a:moveTo>
                  <a:pt x="2057742" y="967397"/>
                </a:moveTo>
                <a:lnTo>
                  <a:pt x="2049945" y="967397"/>
                </a:lnTo>
                <a:lnTo>
                  <a:pt x="2049945" y="951471"/>
                </a:lnTo>
                <a:lnTo>
                  <a:pt x="2053069" y="948347"/>
                </a:lnTo>
                <a:lnTo>
                  <a:pt x="2057742" y="948347"/>
                </a:lnTo>
                <a:lnTo>
                  <a:pt x="2057742" y="967397"/>
                </a:lnTo>
                <a:close/>
              </a:path>
              <a:path w="2058034" h="967739">
                <a:moveTo>
                  <a:pt x="1992795" y="967397"/>
                </a:moveTo>
                <a:lnTo>
                  <a:pt x="1916595" y="967397"/>
                </a:lnTo>
                <a:lnTo>
                  <a:pt x="1916595" y="948347"/>
                </a:lnTo>
                <a:lnTo>
                  <a:pt x="1992795" y="948347"/>
                </a:lnTo>
                <a:lnTo>
                  <a:pt x="1992795" y="967397"/>
                </a:lnTo>
                <a:close/>
              </a:path>
              <a:path w="2058034" h="967739">
                <a:moveTo>
                  <a:pt x="1859445" y="967397"/>
                </a:moveTo>
                <a:lnTo>
                  <a:pt x="1783245" y="967397"/>
                </a:lnTo>
                <a:lnTo>
                  <a:pt x="1783245" y="948347"/>
                </a:lnTo>
                <a:lnTo>
                  <a:pt x="1859445" y="948347"/>
                </a:lnTo>
                <a:lnTo>
                  <a:pt x="1859445" y="967397"/>
                </a:lnTo>
                <a:close/>
              </a:path>
              <a:path w="2058034" h="967739">
                <a:moveTo>
                  <a:pt x="1726095" y="967397"/>
                </a:moveTo>
                <a:lnTo>
                  <a:pt x="1649895" y="967397"/>
                </a:lnTo>
                <a:lnTo>
                  <a:pt x="1649895" y="948347"/>
                </a:lnTo>
                <a:lnTo>
                  <a:pt x="1726095" y="948347"/>
                </a:lnTo>
                <a:lnTo>
                  <a:pt x="1726095" y="967397"/>
                </a:lnTo>
                <a:close/>
              </a:path>
              <a:path w="2058034" h="967739">
                <a:moveTo>
                  <a:pt x="1592745" y="967397"/>
                </a:moveTo>
                <a:lnTo>
                  <a:pt x="1516545" y="967397"/>
                </a:lnTo>
                <a:lnTo>
                  <a:pt x="1516545" y="948347"/>
                </a:lnTo>
                <a:lnTo>
                  <a:pt x="1592745" y="948347"/>
                </a:lnTo>
                <a:lnTo>
                  <a:pt x="1592745" y="967397"/>
                </a:lnTo>
                <a:close/>
              </a:path>
              <a:path w="2058034" h="967739">
                <a:moveTo>
                  <a:pt x="1459395" y="967397"/>
                </a:moveTo>
                <a:lnTo>
                  <a:pt x="1383195" y="967397"/>
                </a:lnTo>
                <a:lnTo>
                  <a:pt x="1383195" y="948347"/>
                </a:lnTo>
                <a:lnTo>
                  <a:pt x="1459395" y="948347"/>
                </a:lnTo>
                <a:lnTo>
                  <a:pt x="1459395" y="967397"/>
                </a:lnTo>
                <a:close/>
              </a:path>
              <a:path w="2058034" h="967739">
                <a:moveTo>
                  <a:pt x="1326045" y="967397"/>
                </a:moveTo>
                <a:lnTo>
                  <a:pt x="1249845" y="967397"/>
                </a:lnTo>
                <a:lnTo>
                  <a:pt x="1249845" y="948347"/>
                </a:lnTo>
                <a:lnTo>
                  <a:pt x="1326045" y="948347"/>
                </a:lnTo>
                <a:lnTo>
                  <a:pt x="1326045" y="967397"/>
                </a:lnTo>
                <a:close/>
              </a:path>
              <a:path w="2058034" h="967739">
                <a:moveTo>
                  <a:pt x="1192695" y="967397"/>
                </a:moveTo>
                <a:lnTo>
                  <a:pt x="1116495" y="967397"/>
                </a:lnTo>
                <a:lnTo>
                  <a:pt x="1116495" y="948347"/>
                </a:lnTo>
                <a:lnTo>
                  <a:pt x="1192695" y="948347"/>
                </a:lnTo>
                <a:lnTo>
                  <a:pt x="1192695" y="967397"/>
                </a:lnTo>
                <a:close/>
              </a:path>
              <a:path w="2058034" h="967739">
                <a:moveTo>
                  <a:pt x="1059345" y="967397"/>
                </a:moveTo>
                <a:lnTo>
                  <a:pt x="983145" y="967397"/>
                </a:lnTo>
                <a:lnTo>
                  <a:pt x="983145" y="948347"/>
                </a:lnTo>
                <a:lnTo>
                  <a:pt x="1059345" y="948347"/>
                </a:lnTo>
                <a:lnTo>
                  <a:pt x="1059345" y="967397"/>
                </a:lnTo>
                <a:close/>
              </a:path>
              <a:path w="2058034" h="967739">
                <a:moveTo>
                  <a:pt x="925995" y="967397"/>
                </a:moveTo>
                <a:lnTo>
                  <a:pt x="849795" y="967397"/>
                </a:lnTo>
                <a:lnTo>
                  <a:pt x="849795" y="948347"/>
                </a:lnTo>
                <a:lnTo>
                  <a:pt x="925995" y="948347"/>
                </a:lnTo>
                <a:lnTo>
                  <a:pt x="925995" y="967397"/>
                </a:lnTo>
                <a:close/>
              </a:path>
              <a:path w="2058034" h="967739">
                <a:moveTo>
                  <a:pt x="792645" y="967397"/>
                </a:moveTo>
                <a:lnTo>
                  <a:pt x="716445" y="967397"/>
                </a:lnTo>
                <a:lnTo>
                  <a:pt x="716445" y="948347"/>
                </a:lnTo>
                <a:lnTo>
                  <a:pt x="792645" y="948347"/>
                </a:lnTo>
                <a:lnTo>
                  <a:pt x="792645" y="967397"/>
                </a:lnTo>
                <a:close/>
              </a:path>
              <a:path w="2058034" h="967739">
                <a:moveTo>
                  <a:pt x="659295" y="967397"/>
                </a:moveTo>
                <a:lnTo>
                  <a:pt x="583095" y="967397"/>
                </a:lnTo>
                <a:lnTo>
                  <a:pt x="583095" y="948347"/>
                </a:lnTo>
                <a:lnTo>
                  <a:pt x="659295" y="948347"/>
                </a:lnTo>
                <a:lnTo>
                  <a:pt x="659295" y="967397"/>
                </a:lnTo>
                <a:close/>
              </a:path>
              <a:path w="2058034" h="967739">
                <a:moveTo>
                  <a:pt x="525945" y="967397"/>
                </a:moveTo>
                <a:lnTo>
                  <a:pt x="449745" y="967397"/>
                </a:lnTo>
                <a:lnTo>
                  <a:pt x="449745" y="948347"/>
                </a:lnTo>
                <a:lnTo>
                  <a:pt x="525945" y="948347"/>
                </a:lnTo>
                <a:lnTo>
                  <a:pt x="525945" y="967397"/>
                </a:lnTo>
                <a:close/>
              </a:path>
              <a:path w="2058034" h="967739">
                <a:moveTo>
                  <a:pt x="392595" y="967397"/>
                </a:moveTo>
                <a:lnTo>
                  <a:pt x="316395" y="967397"/>
                </a:lnTo>
                <a:lnTo>
                  <a:pt x="316395" y="948347"/>
                </a:lnTo>
                <a:lnTo>
                  <a:pt x="392595" y="948347"/>
                </a:lnTo>
                <a:lnTo>
                  <a:pt x="392595" y="967397"/>
                </a:lnTo>
                <a:close/>
              </a:path>
              <a:path w="2058034" h="967739">
                <a:moveTo>
                  <a:pt x="259245" y="967397"/>
                </a:moveTo>
                <a:lnTo>
                  <a:pt x="183045" y="967397"/>
                </a:lnTo>
                <a:lnTo>
                  <a:pt x="183045" y="948347"/>
                </a:lnTo>
                <a:lnTo>
                  <a:pt x="259245" y="948347"/>
                </a:lnTo>
                <a:lnTo>
                  <a:pt x="259245" y="967397"/>
                </a:lnTo>
                <a:close/>
              </a:path>
              <a:path w="2058034" h="967739">
                <a:moveTo>
                  <a:pt x="125895" y="967397"/>
                </a:moveTo>
                <a:lnTo>
                  <a:pt x="49695" y="967397"/>
                </a:lnTo>
                <a:lnTo>
                  <a:pt x="49695" y="948347"/>
                </a:lnTo>
                <a:lnTo>
                  <a:pt x="125895" y="948347"/>
                </a:lnTo>
                <a:lnTo>
                  <a:pt x="125895" y="96739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5673" y="2493818"/>
            <a:ext cx="4636964" cy="35774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3758" y="2111324"/>
            <a:ext cx="4197985" cy="3689350"/>
            <a:chOff x="403758" y="2111324"/>
            <a:chExt cx="4197985" cy="3689350"/>
          </a:xfrm>
        </p:grpSpPr>
        <p:sp>
          <p:nvSpPr>
            <p:cNvPr id="3" name="object 3"/>
            <p:cNvSpPr/>
            <p:nvPr/>
          </p:nvSpPr>
          <p:spPr>
            <a:xfrm>
              <a:off x="403758" y="2111324"/>
              <a:ext cx="3689985" cy="3689350"/>
            </a:xfrm>
            <a:custGeom>
              <a:avLst/>
              <a:gdLst/>
              <a:ahLst/>
              <a:cxnLst/>
              <a:rect l="l" t="t" r="r" b="b"/>
              <a:pathLst>
                <a:path w="3689985" h="3689350">
                  <a:moveTo>
                    <a:pt x="12915" y="1817738"/>
                  </a:moveTo>
                  <a:lnTo>
                    <a:pt x="215" y="1817497"/>
                  </a:lnTo>
                  <a:lnTo>
                    <a:pt x="139" y="1821014"/>
                  </a:lnTo>
                  <a:lnTo>
                    <a:pt x="0" y="1844611"/>
                  </a:lnTo>
                  <a:lnTo>
                    <a:pt x="152" y="1868449"/>
                  </a:lnTo>
                  <a:lnTo>
                    <a:pt x="12852" y="1868373"/>
                  </a:lnTo>
                  <a:lnTo>
                    <a:pt x="12700" y="1844611"/>
                  </a:lnTo>
                  <a:lnTo>
                    <a:pt x="12839" y="1821014"/>
                  </a:lnTo>
                  <a:lnTo>
                    <a:pt x="12915" y="1817738"/>
                  </a:lnTo>
                  <a:close/>
                </a:path>
                <a:path w="3689985" h="3689350">
                  <a:moveTo>
                    <a:pt x="15849" y="1952421"/>
                  </a:moveTo>
                  <a:lnTo>
                    <a:pt x="15074" y="1938896"/>
                  </a:lnTo>
                  <a:lnTo>
                    <a:pt x="14058" y="1915960"/>
                  </a:lnTo>
                  <a:lnTo>
                    <a:pt x="13614" y="1901837"/>
                  </a:lnTo>
                  <a:lnTo>
                    <a:pt x="914" y="1902231"/>
                  </a:lnTo>
                  <a:lnTo>
                    <a:pt x="1320" y="1915426"/>
                  </a:lnTo>
                  <a:lnTo>
                    <a:pt x="2362" y="1938896"/>
                  </a:lnTo>
                  <a:lnTo>
                    <a:pt x="3175" y="1953145"/>
                  </a:lnTo>
                  <a:lnTo>
                    <a:pt x="15849" y="1952421"/>
                  </a:lnTo>
                  <a:close/>
                </a:path>
                <a:path w="3689985" h="3689350">
                  <a:moveTo>
                    <a:pt x="16294" y="1729143"/>
                  </a:moveTo>
                  <a:lnTo>
                    <a:pt x="3619" y="1728419"/>
                  </a:lnTo>
                  <a:lnTo>
                    <a:pt x="2400" y="1749729"/>
                  </a:lnTo>
                  <a:lnTo>
                    <a:pt x="1346" y="1773339"/>
                  </a:lnTo>
                  <a:lnTo>
                    <a:pt x="1155" y="1779320"/>
                  </a:lnTo>
                  <a:lnTo>
                    <a:pt x="13855" y="1779727"/>
                  </a:lnTo>
                  <a:lnTo>
                    <a:pt x="14033" y="1773859"/>
                  </a:lnTo>
                  <a:lnTo>
                    <a:pt x="15074" y="1750402"/>
                  </a:lnTo>
                  <a:lnTo>
                    <a:pt x="16294" y="1729143"/>
                  </a:lnTo>
                  <a:close/>
                </a:path>
                <a:path w="3689985" h="3689350">
                  <a:moveTo>
                    <a:pt x="23101" y="2040699"/>
                  </a:moveTo>
                  <a:lnTo>
                    <a:pt x="22148" y="2031936"/>
                  </a:lnTo>
                  <a:lnTo>
                    <a:pt x="19951" y="2008797"/>
                  </a:lnTo>
                  <a:lnTo>
                    <a:pt x="18427" y="1990267"/>
                  </a:lnTo>
                  <a:lnTo>
                    <a:pt x="5765" y="1991321"/>
                  </a:lnTo>
                  <a:lnTo>
                    <a:pt x="7289" y="2009952"/>
                  </a:lnTo>
                  <a:lnTo>
                    <a:pt x="9525" y="2033257"/>
                  </a:lnTo>
                  <a:lnTo>
                    <a:pt x="10464" y="2042058"/>
                  </a:lnTo>
                  <a:lnTo>
                    <a:pt x="23101" y="2040699"/>
                  </a:lnTo>
                  <a:close/>
                </a:path>
                <a:path w="3689985" h="3689350">
                  <a:moveTo>
                    <a:pt x="23926" y="1640903"/>
                  </a:moveTo>
                  <a:lnTo>
                    <a:pt x="11303" y="1639544"/>
                  </a:lnTo>
                  <a:lnTo>
                    <a:pt x="9525" y="1656041"/>
                  </a:lnTo>
                  <a:lnTo>
                    <a:pt x="7289" y="1679333"/>
                  </a:lnTo>
                  <a:lnTo>
                    <a:pt x="6400" y="1690268"/>
                  </a:lnTo>
                  <a:lnTo>
                    <a:pt x="19062" y="1691309"/>
                  </a:lnTo>
                  <a:lnTo>
                    <a:pt x="19951" y="1680502"/>
                  </a:lnTo>
                  <a:lnTo>
                    <a:pt x="22148" y="1657362"/>
                  </a:lnTo>
                  <a:lnTo>
                    <a:pt x="23926" y="1640903"/>
                  </a:lnTo>
                  <a:close/>
                </a:path>
                <a:path w="3689985" h="3689350">
                  <a:moveTo>
                    <a:pt x="34582" y="2128520"/>
                  </a:moveTo>
                  <a:lnTo>
                    <a:pt x="33807" y="2123617"/>
                  </a:lnTo>
                  <a:lnTo>
                    <a:pt x="30467" y="2100834"/>
                  </a:lnTo>
                  <a:lnTo>
                    <a:pt x="27470" y="2078380"/>
                  </a:lnTo>
                  <a:lnTo>
                    <a:pt x="14884" y="2080056"/>
                  </a:lnTo>
                  <a:lnTo>
                    <a:pt x="17894" y="2102637"/>
                  </a:lnTo>
                  <a:lnTo>
                    <a:pt x="21259" y="2125573"/>
                  </a:lnTo>
                  <a:lnTo>
                    <a:pt x="22034" y="2130514"/>
                  </a:lnTo>
                  <a:lnTo>
                    <a:pt x="34582" y="2128520"/>
                  </a:lnTo>
                  <a:close/>
                </a:path>
                <a:path w="3689985" h="3689350">
                  <a:moveTo>
                    <a:pt x="35801" y="1553133"/>
                  </a:moveTo>
                  <a:lnTo>
                    <a:pt x="23253" y="1551139"/>
                  </a:lnTo>
                  <a:lnTo>
                    <a:pt x="21259" y="1563725"/>
                  </a:lnTo>
                  <a:lnTo>
                    <a:pt x="17894" y="1586661"/>
                  </a:lnTo>
                  <a:lnTo>
                    <a:pt x="15900" y="1601558"/>
                  </a:lnTo>
                  <a:lnTo>
                    <a:pt x="28498" y="1603248"/>
                  </a:lnTo>
                  <a:lnTo>
                    <a:pt x="30467" y="1588465"/>
                  </a:lnTo>
                  <a:lnTo>
                    <a:pt x="33807" y="1565681"/>
                  </a:lnTo>
                  <a:lnTo>
                    <a:pt x="35801" y="1553133"/>
                  </a:lnTo>
                  <a:close/>
                </a:path>
                <a:path w="3689985" h="3689350">
                  <a:moveTo>
                    <a:pt x="50304" y="2215680"/>
                  </a:moveTo>
                  <a:lnTo>
                    <a:pt x="49923" y="2213914"/>
                  </a:lnTo>
                  <a:lnTo>
                    <a:pt x="45466" y="2191423"/>
                  </a:lnTo>
                  <a:lnTo>
                    <a:pt x="41300" y="2168918"/>
                  </a:lnTo>
                  <a:lnTo>
                    <a:pt x="40805" y="2166023"/>
                  </a:lnTo>
                  <a:lnTo>
                    <a:pt x="28295" y="2168182"/>
                  </a:lnTo>
                  <a:lnTo>
                    <a:pt x="28816" y="2171192"/>
                  </a:lnTo>
                  <a:lnTo>
                    <a:pt x="33007" y="2193861"/>
                  </a:lnTo>
                  <a:lnTo>
                    <a:pt x="36957" y="2213838"/>
                  </a:lnTo>
                  <a:lnTo>
                    <a:pt x="37871" y="2218309"/>
                  </a:lnTo>
                  <a:lnTo>
                    <a:pt x="50304" y="2215680"/>
                  </a:lnTo>
                  <a:close/>
                </a:path>
                <a:path w="3689985" h="3689350">
                  <a:moveTo>
                    <a:pt x="51904" y="1466037"/>
                  </a:moveTo>
                  <a:lnTo>
                    <a:pt x="39471" y="1463421"/>
                  </a:lnTo>
                  <a:lnTo>
                    <a:pt x="37477" y="1472869"/>
                  </a:lnTo>
                  <a:lnTo>
                    <a:pt x="33007" y="1495437"/>
                  </a:lnTo>
                  <a:lnTo>
                    <a:pt x="29679" y="1513420"/>
                  </a:lnTo>
                  <a:lnTo>
                    <a:pt x="42164" y="1515732"/>
                  </a:lnTo>
                  <a:lnTo>
                    <a:pt x="45466" y="1497876"/>
                  </a:lnTo>
                  <a:lnTo>
                    <a:pt x="49898" y="1475460"/>
                  </a:lnTo>
                  <a:lnTo>
                    <a:pt x="51904" y="1466037"/>
                  </a:lnTo>
                  <a:close/>
                </a:path>
                <a:path w="3689985" h="3689350">
                  <a:moveTo>
                    <a:pt x="70269" y="2302065"/>
                  </a:moveTo>
                  <a:lnTo>
                    <a:pt x="64846" y="2280462"/>
                  </a:lnTo>
                  <a:lnTo>
                    <a:pt x="59601" y="2258364"/>
                  </a:lnTo>
                  <a:lnTo>
                    <a:pt x="58369" y="2252840"/>
                  </a:lnTo>
                  <a:lnTo>
                    <a:pt x="45974" y="2255621"/>
                  </a:lnTo>
                  <a:lnTo>
                    <a:pt x="47231" y="2261260"/>
                  </a:lnTo>
                  <a:lnTo>
                    <a:pt x="52527" y="2283523"/>
                  </a:lnTo>
                  <a:lnTo>
                    <a:pt x="57950" y="2305151"/>
                  </a:lnTo>
                  <a:lnTo>
                    <a:pt x="70269" y="2302065"/>
                  </a:lnTo>
                  <a:close/>
                </a:path>
                <a:path w="3689985" h="3689350">
                  <a:moveTo>
                    <a:pt x="72212" y="1379829"/>
                  </a:moveTo>
                  <a:lnTo>
                    <a:pt x="59931" y="1376591"/>
                  </a:lnTo>
                  <a:lnTo>
                    <a:pt x="58077" y="1383626"/>
                  </a:lnTo>
                  <a:lnTo>
                    <a:pt x="52527" y="1405775"/>
                  </a:lnTo>
                  <a:lnTo>
                    <a:pt x="47713" y="1426057"/>
                  </a:lnTo>
                  <a:lnTo>
                    <a:pt x="60071" y="1428991"/>
                  </a:lnTo>
                  <a:lnTo>
                    <a:pt x="64846" y="1408823"/>
                  </a:lnTo>
                  <a:lnTo>
                    <a:pt x="70358" y="1386827"/>
                  </a:lnTo>
                  <a:lnTo>
                    <a:pt x="72212" y="1379829"/>
                  </a:lnTo>
                  <a:close/>
                </a:path>
                <a:path w="3689985" h="3689350">
                  <a:moveTo>
                    <a:pt x="94399" y="2387282"/>
                  </a:moveTo>
                  <a:lnTo>
                    <a:pt x="88506" y="2367915"/>
                  </a:lnTo>
                  <a:lnTo>
                    <a:pt x="82181" y="2346160"/>
                  </a:lnTo>
                  <a:lnTo>
                    <a:pt x="80124" y="2338692"/>
                  </a:lnTo>
                  <a:lnTo>
                    <a:pt x="67881" y="2342096"/>
                  </a:lnTo>
                  <a:lnTo>
                    <a:pt x="69977" y="2349665"/>
                  </a:lnTo>
                  <a:lnTo>
                    <a:pt x="76327" y="2371496"/>
                  </a:lnTo>
                  <a:lnTo>
                    <a:pt x="82257" y="2390978"/>
                  </a:lnTo>
                  <a:lnTo>
                    <a:pt x="94399" y="2387282"/>
                  </a:lnTo>
                  <a:close/>
                </a:path>
                <a:path w="3689985" h="3689350">
                  <a:moveTo>
                    <a:pt x="96697" y="1294701"/>
                  </a:moveTo>
                  <a:lnTo>
                    <a:pt x="84594" y="1290853"/>
                  </a:lnTo>
                  <a:lnTo>
                    <a:pt x="82931" y="1296085"/>
                  </a:lnTo>
                  <a:lnTo>
                    <a:pt x="76327" y="1317802"/>
                  </a:lnTo>
                  <a:lnTo>
                    <a:pt x="69951" y="1339748"/>
                  </a:lnTo>
                  <a:lnTo>
                    <a:pt x="82181" y="1343139"/>
                  </a:lnTo>
                  <a:lnTo>
                    <a:pt x="88480" y="1321460"/>
                  </a:lnTo>
                  <a:lnTo>
                    <a:pt x="95046" y="1299895"/>
                  </a:lnTo>
                  <a:lnTo>
                    <a:pt x="96697" y="1294701"/>
                  </a:lnTo>
                  <a:close/>
                </a:path>
                <a:path w="3689985" h="3689350">
                  <a:moveTo>
                    <a:pt x="122669" y="2471229"/>
                  </a:moveTo>
                  <a:lnTo>
                    <a:pt x="116293" y="2453500"/>
                  </a:lnTo>
                  <a:lnTo>
                    <a:pt x="108940" y="2432202"/>
                  </a:lnTo>
                  <a:lnTo>
                    <a:pt x="106019" y="2423401"/>
                  </a:lnTo>
                  <a:lnTo>
                    <a:pt x="93967" y="2427401"/>
                  </a:lnTo>
                  <a:lnTo>
                    <a:pt x="96926" y="2436317"/>
                  </a:lnTo>
                  <a:lnTo>
                    <a:pt x="104305" y="2457678"/>
                  </a:lnTo>
                  <a:lnTo>
                    <a:pt x="110718" y="2475522"/>
                  </a:lnTo>
                  <a:lnTo>
                    <a:pt x="122669" y="2471229"/>
                  </a:lnTo>
                  <a:close/>
                </a:path>
                <a:path w="3689985" h="3689350">
                  <a:moveTo>
                    <a:pt x="125298" y="1210868"/>
                  </a:moveTo>
                  <a:lnTo>
                    <a:pt x="113411" y="1206436"/>
                  </a:lnTo>
                  <a:lnTo>
                    <a:pt x="111937" y="1210360"/>
                  </a:lnTo>
                  <a:lnTo>
                    <a:pt x="104305" y="1231620"/>
                  </a:lnTo>
                  <a:lnTo>
                    <a:pt x="96926" y="1252982"/>
                  </a:lnTo>
                  <a:lnTo>
                    <a:pt x="96405" y="1254556"/>
                  </a:lnTo>
                  <a:lnTo>
                    <a:pt x="108458" y="1258544"/>
                  </a:lnTo>
                  <a:lnTo>
                    <a:pt x="108940" y="1257096"/>
                  </a:lnTo>
                  <a:lnTo>
                    <a:pt x="116255" y="1235875"/>
                  </a:lnTo>
                  <a:lnTo>
                    <a:pt x="123837" y="1214767"/>
                  </a:lnTo>
                  <a:lnTo>
                    <a:pt x="125298" y="1210868"/>
                  </a:lnTo>
                  <a:close/>
                </a:path>
                <a:path w="3689985" h="3689350">
                  <a:moveTo>
                    <a:pt x="154978" y="2553703"/>
                  </a:moveTo>
                  <a:lnTo>
                    <a:pt x="148107" y="2537193"/>
                  </a:lnTo>
                  <a:lnTo>
                    <a:pt x="139788" y="2516454"/>
                  </a:lnTo>
                  <a:lnTo>
                    <a:pt x="136029" y="2506738"/>
                  </a:lnTo>
                  <a:lnTo>
                    <a:pt x="124180" y="2511323"/>
                  </a:lnTo>
                  <a:lnTo>
                    <a:pt x="127952" y="2521077"/>
                  </a:lnTo>
                  <a:lnTo>
                    <a:pt x="136347" y="2541955"/>
                  </a:lnTo>
                  <a:lnTo>
                    <a:pt x="143256" y="2558580"/>
                  </a:lnTo>
                  <a:lnTo>
                    <a:pt x="154978" y="2553703"/>
                  </a:lnTo>
                  <a:close/>
                </a:path>
                <a:path w="3689985" h="3689350">
                  <a:moveTo>
                    <a:pt x="157962" y="1128534"/>
                  </a:moveTo>
                  <a:lnTo>
                    <a:pt x="146291" y="1123518"/>
                  </a:lnTo>
                  <a:lnTo>
                    <a:pt x="144970" y="1126591"/>
                  </a:lnTo>
                  <a:lnTo>
                    <a:pt x="136347" y="1147343"/>
                  </a:lnTo>
                  <a:lnTo>
                    <a:pt x="127952" y="1168222"/>
                  </a:lnTo>
                  <a:lnTo>
                    <a:pt x="126974" y="1170749"/>
                  </a:lnTo>
                  <a:lnTo>
                    <a:pt x="138823" y="1175334"/>
                  </a:lnTo>
                  <a:lnTo>
                    <a:pt x="139750" y="1172921"/>
                  </a:lnTo>
                  <a:lnTo>
                    <a:pt x="148069" y="1152182"/>
                  </a:lnTo>
                  <a:lnTo>
                    <a:pt x="156641" y="1131570"/>
                  </a:lnTo>
                  <a:lnTo>
                    <a:pt x="157962" y="1128534"/>
                  </a:lnTo>
                  <a:close/>
                </a:path>
                <a:path w="3689985" h="3689350">
                  <a:moveTo>
                    <a:pt x="191262" y="2634513"/>
                  </a:moveTo>
                  <a:lnTo>
                    <a:pt x="183807" y="2618790"/>
                  </a:lnTo>
                  <a:lnTo>
                    <a:pt x="174510" y="2598559"/>
                  </a:lnTo>
                  <a:lnTo>
                    <a:pt x="170053" y="2588526"/>
                  </a:lnTo>
                  <a:lnTo>
                    <a:pt x="158445" y="2593683"/>
                  </a:lnTo>
                  <a:lnTo>
                    <a:pt x="162966" y="2603830"/>
                  </a:lnTo>
                  <a:lnTo>
                    <a:pt x="172313" y="2624201"/>
                  </a:lnTo>
                  <a:lnTo>
                    <a:pt x="179793" y="2639949"/>
                  </a:lnTo>
                  <a:lnTo>
                    <a:pt x="191262" y="2634513"/>
                  </a:lnTo>
                  <a:close/>
                </a:path>
                <a:path w="3689985" h="3689350">
                  <a:moveTo>
                    <a:pt x="194576" y="1047877"/>
                  </a:moveTo>
                  <a:lnTo>
                    <a:pt x="183172" y="1042289"/>
                  </a:lnTo>
                  <a:lnTo>
                    <a:pt x="181914" y="1044867"/>
                  </a:lnTo>
                  <a:lnTo>
                    <a:pt x="172313" y="1065098"/>
                  </a:lnTo>
                  <a:lnTo>
                    <a:pt x="162966" y="1085469"/>
                  </a:lnTo>
                  <a:lnTo>
                    <a:pt x="161594" y="1088542"/>
                  </a:lnTo>
                  <a:lnTo>
                    <a:pt x="173202" y="1093698"/>
                  </a:lnTo>
                  <a:lnTo>
                    <a:pt x="174510" y="1090726"/>
                  </a:lnTo>
                  <a:lnTo>
                    <a:pt x="183807" y="1070508"/>
                  </a:lnTo>
                  <a:lnTo>
                    <a:pt x="193332" y="1050417"/>
                  </a:lnTo>
                  <a:lnTo>
                    <a:pt x="194576" y="1047877"/>
                  </a:lnTo>
                  <a:close/>
                </a:path>
                <a:path w="3689985" h="3689350">
                  <a:moveTo>
                    <a:pt x="231432" y="2713456"/>
                  </a:moveTo>
                  <a:lnTo>
                    <a:pt x="223367" y="2698407"/>
                  </a:lnTo>
                  <a:lnTo>
                    <a:pt x="213131" y="2678722"/>
                  </a:lnTo>
                  <a:lnTo>
                    <a:pt x="208013" y="2668562"/>
                  </a:lnTo>
                  <a:lnTo>
                    <a:pt x="196672" y="2674277"/>
                  </a:lnTo>
                  <a:lnTo>
                    <a:pt x="201815" y="2684475"/>
                  </a:lnTo>
                  <a:lnTo>
                    <a:pt x="212115" y="2704300"/>
                  </a:lnTo>
                  <a:lnTo>
                    <a:pt x="220230" y="2719451"/>
                  </a:lnTo>
                  <a:lnTo>
                    <a:pt x="231432" y="2713456"/>
                  </a:lnTo>
                  <a:close/>
                </a:path>
                <a:path w="3689985" h="3689350">
                  <a:moveTo>
                    <a:pt x="235077" y="969098"/>
                  </a:moveTo>
                  <a:lnTo>
                    <a:pt x="223951" y="962964"/>
                  </a:lnTo>
                  <a:lnTo>
                    <a:pt x="222656" y="965327"/>
                  </a:lnTo>
                  <a:lnTo>
                    <a:pt x="212115" y="984999"/>
                  </a:lnTo>
                  <a:lnTo>
                    <a:pt x="201815" y="1004824"/>
                  </a:lnTo>
                  <a:lnTo>
                    <a:pt x="200164" y="1008100"/>
                  </a:lnTo>
                  <a:lnTo>
                    <a:pt x="211493" y="1013828"/>
                  </a:lnTo>
                  <a:lnTo>
                    <a:pt x="213093" y="1010640"/>
                  </a:lnTo>
                  <a:lnTo>
                    <a:pt x="223316" y="990968"/>
                  </a:lnTo>
                  <a:lnTo>
                    <a:pt x="233794" y="971423"/>
                  </a:lnTo>
                  <a:lnTo>
                    <a:pt x="235077" y="969098"/>
                  </a:lnTo>
                  <a:close/>
                </a:path>
                <a:path w="3689985" h="3689350">
                  <a:moveTo>
                    <a:pt x="275374" y="2790380"/>
                  </a:moveTo>
                  <a:lnTo>
                    <a:pt x="266547" y="2775635"/>
                  </a:lnTo>
                  <a:lnTo>
                    <a:pt x="255397" y="2756522"/>
                  </a:lnTo>
                  <a:lnTo>
                    <a:pt x="249809" y="2746654"/>
                  </a:lnTo>
                  <a:lnTo>
                    <a:pt x="238760" y="2752928"/>
                  </a:lnTo>
                  <a:lnTo>
                    <a:pt x="244411" y="2762885"/>
                  </a:lnTo>
                  <a:lnTo>
                    <a:pt x="255625" y="2782125"/>
                  </a:lnTo>
                  <a:lnTo>
                    <a:pt x="264490" y="2796908"/>
                  </a:lnTo>
                  <a:lnTo>
                    <a:pt x="275374" y="2790380"/>
                  </a:lnTo>
                  <a:close/>
                </a:path>
                <a:path w="3689985" h="3689350">
                  <a:moveTo>
                    <a:pt x="279349" y="892365"/>
                  </a:moveTo>
                  <a:lnTo>
                    <a:pt x="268528" y="885698"/>
                  </a:lnTo>
                  <a:lnTo>
                    <a:pt x="267068" y="888072"/>
                  </a:lnTo>
                  <a:lnTo>
                    <a:pt x="255625" y="907173"/>
                  </a:lnTo>
                  <a:lnTo>
                    <a:pt x="244411" y="926414"/>
                  </a:lnTo>
                  <a:lnTo>
                    <a:pt x="242582" y="929640"/>
                  </a:lnTo>
                  <a:lnTo>
                    <a:pt x="253631" y="935901"/>
                  </a:lnTo>
                  <a:lnTo>
                    <a:pt x="255384" y="932776"/>
                  </a:lnTo>
                  <a:lnTo>
                    <a:pt x="266547" y="913663"/>
                  </a:lnTo>
                  <a:lnTo>
                    <a:pt x="277914" y="894702"/>
                  </a:lnTo>
                  <a:lnTo>
                    <a:pt x="279349" y="892365"/>
                  </a:lnTo>
                  <a:close/>
                </a:path>
                <a:path w="3689985" h="3689350">
                  <a:moveTo>
                    <a:pt x="322986" y="2865082"/>
                  </a:moveTo>
                  <a:lnTo>
                    <a:pt x="313359" y="2850642"/>
                  </a:lnTo>
                  <a:lnTo>
                    <a:pt x="301332" y="2832125"/>
                  </a:lnTo>
                  <a:lnTo>
                    <a:pt x="295338" y="2822651"/>
                  </a:lnTo>
                  <a:lnTo>
                    <a:pt x="284607" y="2829433"/>
                  </a:lnTo>
                  <a:lnTo>
                    <a:pt x="290626" y="2838958"/>
                  </a:lnTo>
                  <a:lnTo>
                    <a:pt x="302729" y="2857589"/>
                  </a:lnTo>
                  <a:lnTo>
                    <a:pt x="312420" y="2872117"/>
                  </a:lnTo>
                  <a:lnTo>
                    <a:pt x="322986" y="2865082"/>
                  </a:lnTo>
                  <a:close/>
                </a:path>
                <a:path w="3689985" h="3689350">
                  <a:moveTo>
                    <a:pt x="327279" y="817867"/>
                  </a:moveTo>
                  <a:lnTo>
                    <a:pt x="316788" y="810691"/>
                  </a:lnTo>
                  <a:lnTo>
                    <a:pt x="315061" y="813231"/>
                  </a:lnTo>
                  <a:lnTo>
                    <a:pt x="302729" y="831710"/>
                  </a:lnTo>
                  <a:lnTo>
                    <a:pt x="290626" y="850341"/>
                  </a:lnTo>
                  <a:lnTo>
                    <a:pt x="288747" y="853313"/>
                  </a:lnTo>
                  <a:lnTo>
                    <a:pt x="299478" y="860107"/>
                  </a:lnTo>
                  <a:lnTo>
                    <a:pt x="301282" y="857237"/>
                  </a:lnTo>
                  <a:lnTo>
                    <a:pt x="313309" y="838720"/>
                  </a:lnTo>
                  <a:lnTo>
                    <a:pt x="325551" y="820369"/>
                  </a:lnTo>
                  <a:lnTo>
                    <a:pt x="327279" y="817867"/>
                  </a:lnTo>
                  <a:close/>
                </a:path>
                <a:path w="3689985" h="3689350">
                  <a:moveTo>
                    <a:pt x="374154" y="2937395"/>
                  </a:moveTo>
                  <a:lnTo>
                    <a:pt x="363550" y="2923044"/>
                  </a:lnTo>
                  <a:lnTo>
                    <a:pt x="350672" y="2905163"/>
                  </a:lnTo>
                  <a:lnTo>
                    <a:pt x="344487" y="2896349"/>
                  </a:lnTo>
                  <a:lnTo>
                    <a:pt x="334098" y="2903651"/>
                  </a:lnTo>
                  <a:lnTo>
                    <a:pt x="340347" y="2912554"/>
                  </a:lnTo>
                  <a:lnTo>
                    <a:pt x="353314" y="2930550"/>
                  </a:lnTo>
                  <a:lnTo>
                    <a:pt x="363931" y="2944939"/>
                  </a:lnTo>
                  <a:lnTo>
                    <a:pt x="374154" y="2937395"/>
                  </a:lnTo>
                  <a:close/>
                </a:path>
                <a:path w="3689985" h="3689350">
                  <a:moveTo>
                    <a:pt x="378739" y="745756"/>
                  </a:moveTo>
                  <a:lnTo>
                    <a:pt x="368617" y="738098"/>
                  </a:lnTo>
                  <a:lnTo>
                    <a:pt x="366483" y="740905"/>
                  </a:lnTo>
                  <a:lnTo>
                    <a:pt x="353314" y="758748"/>
                  </a:lnTo>
                  <a:lnTo>
                    <a:pt x="340347" y="776744"/>
                  </a:lnTo>
                  <a:lnTo>
                    <a:pt x="338543" y="779310"/>
                  </a:lnTo>
                  <a:lnTo>
                    <a:pt x="348932" y="786612"/>
                  </a:lnTo>
                  <a:lnTo>
                    <a:pt x="350672" y="784136"/>
                  </a:lnTo>
                  <a:lnTo>
                    <a:pt x="363550" y="766254"/>
                  </a:lnTo>
                  <a:lnTo>
                    <a:pt x="376631" y="748538"/>
                  </a:lnTo>
                  <a:lnTo>
                    <a:pt x="378739" y="745756"/>
                  </a:lnTo>
                  <a:close/>
                </a:path>
                <a:path w="3689985" h="3689350">
                  <a:moveTo>
                    <a:pt x="428739" y="3007169"/>
                  </a:moveTo>
                  <a:lnTo>
                    <a:pt x="417106" y="2992920"/>
                  </a:lnTo>
                  <a:lnTo>
                    <a:pt x="403466" y="2975762"/>
                  </a:lnTo>
                  <a:lnTo>
                    <a:pt x="397129" y="2967596"/>
                  </a:lnTo>
                  <a:lnTo>
                    <a:pt x="387096" y="2975381"/>
                  </a:lnTo>
                  <a:lnTo>
                    <a:pt x="393458" y="2983573"/>
                  </a:lnTo>
                  <a:lnTo>
                    <a:pt x="407250" y="3000908"/>
                  </a:lnTo>
                  <a:lnTo>
                    <a:pt x="418884" y="3015196"/>
                  </a:lnTo>
                  <a:lnTo>
                    <a:pt x="428739" y="3007169"/>
                  </a:lnTo>
                  <a:close/>
                </a:path>
                <a:path w="3689985" h="3689350">
                  <a:moveTo>
                    <a:pt x="433616" y="676224"/>
                  </a:moveTo>
                  <a:lnTo>
                    <a:pt x="423875" y="668070"/>
                  </a:lnTo>
                  <a:lnTo>
                    <a:pt x="421246" y="671220"/>
                  </a:lnTo>
                  <a:lnTo>
                    <a:pt x="407250" y="688390"/>
                  </a:lnTo>
                  <a:lnTo>
                    <a:pt x="393458" y="705726"/>
                  </a:lnTo>
                  <a:lnTo>
                    <a:pt x="391845" y="707796"/>
                  </a:lnTo>
                  <a:lnTo>
                    <a:pt x="401878" y="715581"/>
                  </a:lnTo>
                  <a:lnTo>
                    <a:pt x="403415" y="713600"/>
                  </a:lnTo>
                  <a:lnTo>
                    <a:pt x="417118" y="696379"/>
                  </a:lnTo>
                  <a:lnTo>
                    <a:pt x="431025" y="679323"/>
                  </a:lnTo>
                  <a:lnTo>
                    <a:pt x="433616" y="676224"/>
                  </a:lnTo>
                  <a:close/>
                </a:path>
                <a:path w="3689985" h="3689350">
                  <a:moveTo>
                    <a:pt x="486613" y="3074238"/>
                  </a:moveTo>
                  <a:lnTo>
                    <a:pt x="473913" y="3060090"/>
                  </a:lnTo>
                  <a:lnTo>
                    <a:pt x="459473" y="3043618"/>
                  </a:lnTo>
                  <a:lnTo>
                    <a:pt x="453148" y="3036227"/>
                  </a:lnTo>
                  <a:lnTo>
                    <a:pt x="443496" y="3044482"/>
                  </a:lnTo>
                  <a:lnTo>
                    <a:pt x="449846" y="3051899"/>
                  </a:lnTo>
                  <a:lnTo>
                    <a:pt x="464439" y="3068548"/>
                  </a:lnTo>
                  <a:lnTo>
                    <a:pt x="477164" y="3082721"/>
                  </a:lnTo>
                  <a:lnTo>
                    <a:pt x="486613" y="3074238"/>
                  </a:lnTo>
                  <a:close/>
                </a:path>
                <a:path w="3689985" h="3689350">
                  <a:moveTo>
                    <a:pt x="491782" y="609396"/>
                  </a:moveTo>
                  <a:lnTo>
                    <a:pt x="482434" y="600798"/>
                  </a:lnTo>
                  <a:lnTo>
                    <a:pt x="479234" y="604278"/>
                  </a:lnTo>
                  <a:lnTo>
                    <a:pt x="464439" y="620750"/>
                  </a:lnTo>
                  <a:lnTo>
                    <a:pt x="449846" y="637400"/>
                  </a:lnTo>
                  <a:lnTo>
                    <a:pt x="448525" y="638937"/>
                  </a:lnTo>
                  <a:lnTo>
                    <a:pt x="458177" y="647192"/>
                  </a:lnTo>
                  <a:lnTo>
                    <a:pt x="459409" y="645744"/>
                  </a:lnTo>
                  <a:lnTo>
                    <a:pt x="473913" y="629208"/>
                  </a:lnTo>
                  <a:lnTo>
                    <a:pt x="488607" y="612851"/>
                  </a:lnTo>
                  <a:lnTo>
                    <a:pt x="491782" y="609396"/>
                  </a:lnTo>
                  <a:close/>
                </a:path>
                <a:path w="3689985" h="3689350">
                  <a:moveTo>
                    <a:pt x="547649" y="3138436"/>
                  </a:moveTo>
                  <a:lnTo>
                    <a:pt x="533819" y="3124441"/>
                  </a:lnTo>
                  <a:lnTo>
                    <a:pt x="518553" y="3108629"/>
                  </a:lnTo>
                  <a:lnTo>
                    <a:pt x="512394" y="3102076"/>
                  </a:lnTo>
                  <a:lnTo>
                    <a:pt x="503148" y="3110788"/>
                  </a:lnTo>
                  <a:lnTo>
                    <a:pt x="509397" y="3117418"/>
                  </a:lnTo>
                  <a:lnTo>
                    <a:pt x="524764" y="3133344"/>
                  </a:lnTo>
                  <a:lnTo>
                    <a:pt x="538619" y="3147364"/>
                  </a:lnTo>
                  <a:lnTo>
                    <a:pt x="547649" y="3138436"/>
                  </a:lnTo>
                  <a:close/>
                </a:path>
                <a:path w="3689985" h="3689350">
                  <a:moveTo>
                    <a:pt x="553085" y="545452"/>
                  </a:moveTo>
                  <a:lnTo>
                    <a:pt x="544156" y="536409"/>
                  </a:lnTo>
                  <a:lnTo>
                    <a:pt x="540308" y="540219"/>
                  </a:lnTo>
                  <a:lnTo>
                    <a:pt x="524764" y="555955"/>
                  </a:lnTo>
                  <a:lnTo>
                    <a:pt x="508457" y="572871"/>
                  </a:lnTo>
                  <a:lnTo>
                    <a:pt x="517702" y="581583"/>
                  </a:lnTo>
                  <a:lnTo>
                    <a:pt x="518553" y="580669"/>
                  </a:lnTo>
                  <a:lnTo>
                    <a:pt x="533819" y="564857"/>
                  </a:lnTo>
                  <a:lnTo>
                    <a:pt x="549262" y="549224"/>
                  </a:lnTo>
                  <a:lnTo>
                    <a:pt x="553085" y="545452"/>
                  </a:lnTo>
                  <a:close/>
                </a:path>
                <a:path w="3689985" h="3689350">
                  <a:moveTo>
                    <a:pt x="611695" y="3199638"/>
                  </a:moveTo>
                  <a:lnTo>
                    <a:pt x="596709" y="3185858"/>
                  </a:lnTo>
                  <a:lnTo>
                    <a:pt x="580771" y="3170834"/>
                  </a:lnTo>
                  <a:lnTo>
                    <a:pt x="574738" y="3165017"/>
                  </a:lnTo>
                  <a:lnTo>
                    <a:pt x="565924" y="3174161"/>
                  </a:lnTo>
                  <a:lnTo>
                    <a:pt x="571982" y="3180003"/>
                  </a:lnTo>
                  <a:lnTo>
                    <a:pt x="588086" y="3195180"/>
                  </a:lnTo>
                  <a:lnTo>
                    <a:pt x="603097" y="3208985"/>
                  </a:lnTo>
                  <a:lnTo>
                    <a:pt x="611695" y="3199638"/>
                  </a:lnTo>
                  <a:close/>
                </a:path>
                <a:path w="3689985" h="3689350">
                  <a:moveTo>
                    <a:pt x="617397" y="484517"/>
                  </a:moveTo>
                  <a:lnTo>
                    <a:pt x="608901" y="475068"/>
                  </a:lnTo>
                  <a:lnTo>
                    <a:pt x="604380" y="479132"/>
                  </a:lnTo>
                  <a:lnTo>
                    <a:pt x="588086" y="494118"/>
                  </a:lnTo>
                  <a:lnTo>
                    <a:pt x="571487" y="509765"/>
                  </a:lnTo>
                  <a:lnTo>
                    <a:pt x="580313" y="518909"/>
                  </a:lnTo>
                  <a:lnTo>
                    <a:pt x="580720" y="518515"/>
                  </a:lnTo>
                  <a:lnTo>
                    <a:pt x="596709" y="503440"/>
                  </a:lnTo>
                  <a:lnTo>
                    <a:pt x="612889" y="488556"/>
                  </a:lnTo>
                  <a:lnTo>
                    <a:pt x="617397" y="484517"/>
                  </a:lnTo>
                  <a:close/>
                </a:path>
                <a:path w="3689985" h="3689350">
                  <a:moveTo>
                    <a:pt x="667346" y="1809318"/>
                  </a:moveTo>
                  <a:lnTo>
                    <a:pt x="654646" y="1808911"/>
                  </a:lnTo>
                  <a:lnTo>
                    <a:pt x="654494" y="1813877"/>
                  </a:lnTo>
                  <a:lnTo>
                    <a:pt x="654202" y="1829219"/>
                  </a:lnTo>
                  <a:lnTo>
                    <a:pt x="654202" y="1859953"/>
                  </a:lnTo>
                  <a:lnTo>
                    <a:pt x="666902" y="1859864"/>
                  </a:lnTo>
                  <a:lnTo>
                    <a:pt x="666800" y="1844636"/>
                  </a:lnTo>
                  <a:lnTo>
                    <a:pt x="666902" y="1829333"/>
                  </a:lnTo>
                  <a:lnTo>
                    <a:pt x="667181" y="1814233"/>
                  </a:lnTo>
                  <a:lnTo>
                    <a:pt x="667346" y="1809318"/>
                  </a:lnTo>
                  <a:close/>
                </a:path>
                <a:path w="3689985" h="3689350">
                  <a:moveTo>
                    <a:pt x="669378" y="1922830"/>
                  </a:moveTo>
                  <a:lnTo>
                    <a:pt x="669188" y="1920214"/>
                  </a:lnTo>
                  <a:lnTo>
                    <a:pt x="668375" y="1905863"/>
                  </a:lnTo>
                  <a:lnTo>
                    <a:pt x="668337" y="1905266"/>
                  </a:lnTo>
                  <a:lnTo>
                    <a:pt x="667677" y="1890623"/>
                  </a:lnTo>
                  <a:lnTo>
                    <a:pt x="667181" y="1875332"/>
                  </a:lnTo>
                  <a:lnTo>
                    <a:pt x="667143" y="1872399"/>
                  </a:lnTo>
                  <a:lnTo>
                    <a:pt x="654443" y="1872640"/>
                  </a:lnTo>
                  <a:lnTo>
                    <a:pt x="654494" y="1875332"/>
                  </a:lnTo>
                  <a:lnTo>
                    <a:pt x="654951" y="1890102"/>
                  </a:lnTo>
                  <a:lnTo>
                    <a:pt x="655612" y="1905177"/>
                  </a:lnTo>
                  <a:lnTo>
                    <a:pt x="656463" y="1920214"/>
                  </a:lnTo>
                  <a:lnTo>
                    <a:pt x="656704" y="1923707"/>
                  </a:lnTo>
                  <a:lnTo>
                    <a:pt x="669378" y="1922830"/>
                  </a:lnTo>
                  <a:close/>
                </a:path>
                <a:path w="3689985" h="3689350">
                  <a:moveTo>
                    <a:pt x="673214" y="1721116"/>
                  </a:moveTo>
                  <a:lnTo>
                    <a:pt x="656513" y="1768144"/>
                  </a:lnTo>
                  <a:lnTo>
                    <a:pt x="656374" y="1770697"/>
                  </a:lnTo>
                  <a:lnTo>
                    <a:pt x="669048" y="1771421"/>
                  </a:lnTo>
                  <a:lnTo>
                    <a:pt x="669188" y="1768983"/>
                  </a:lnTo>
                  <a:lnTo>
                    <a:pt x="670229" y="1754009"/>
                  </a:lnTo>
                  <a:lnTo>
                    <a:pt x="671461" y="1739074"/>
                  </a:lnTo>
                  <a:lnTo>
                    <a:pt x="672871" y="1724190"/>
                  </a:lnTo>
                  <a:lnTo>
                    <a:pt x="673214" y="1721116"/>
                  </a:lnTo>
                  <a:close/>
                </a:path>
                <a:path w="3689985" h="3689350">
                  <a:moveTo>
                    <a:pt x="678434" y="2010765"/>
                  </a:moveTo>
                  <a:lnTo>
                    <a:pt x="672884" y="1965083"/>
                  </a:lnTo>
                  <a:lnTo>
                    <a:pt x="672465" y="1960638"/>
                  </a:lnTo>
                  <a:lnTo>
                    <a:pt x="659828" y="1961845"/>
                  </a:lnTo>
                  <a:lnTo>
                    <a:pt x="665403" y="2009305"/>
                  </a:lnTo>
                  <a:lnTo>
                    <a:pt x="665873" y="2012594"/>
                  </a:lnTo>
                  <a:lnTo>
                    <a:pt x="678434" y="2010765"/>
                  </a:lnTo>
                  <a:close/>
                </a:path>
                <a:path w="3689985" h="3689350">
                  <a:moveTo>
                    <a:pt x="678611" y="3257702"/>
                  </a:moveTo>
                  <a:lnTo>
                    <a:pt x="662482" y="3244227"/>
                  </a:lnTo>
                  <a:lnTo>
                    <a:pt x="645833" y="3229978"/>
                  </a:lnTo>
                  <a:lnTo>
                    <a:pt x="640041" y="3224885"/>
                  </a:lnTo>
                  <a:lnTo>
                    <a:pt x="631659" y="3234436"/>
                  </a:lnTo>
                  <a:lnTo>
                    <a:pt x="637489" y="3239541"/>
                  </a:lnTo>
                  <a:lnTo>
                    <a:pt x="654316" y="3253943"/>
                  </a:lnTo>
                  <a:lnTo>
                    <a:pt x="670471" y="3267443"/>
                  </a:lnTo>
                  <a:lnTo>
                    <a:pt x="678611" y="3257702"/>
                  </a:lnTo>
                  <a:close/>
                </a:path>
                <a:path w="3689985" h="3689350">
                  <a:moveTo>
                    <a:pt x="684555" y="426745"/>
                  </a:moveTo>
                  <a:lnTo>
                    <a:pt x="676529" y="416902"/>
                  </a:lnTo>
                  <a:lnTo>
                    <a:pt x="671309" y="421157"/>
                  </a:lnTo>
                  <a:lnTo>
                    <a:pt x="654316" y="435356"/>
                  </a:lnTo>
                  <a:lnTo>
                    <a:pt x="637540" y="449707"/>
                  </a:lnTo>
                  <a:lnTo>
                    <a:pt x="645795" y="459359"/>
                  </a:lnTo>
                  <a:lnTo>
                    <a:pt x="662482" y="445071"/>
                  </a:lnTo>
                  <a:lnTo>
                    <a:pt x="679361" y="430974"/>
                  </a:lnTo>
                  <a:lnTo>
                    <a:pt x="684555" y="426745"/>
                  </a:lnTo>
                  <a:close/>
                </a:path>
                <a:path w="3689985" h="3689350">
                  <a:moveTo>
                    <a:pt x="685660" y="1633601"/>
                  </a:moveTo>
                  <a:lnTo>
                    <a:pt x="673176" y="1631289"/>
                  </a:lnTo>
                  <a:lnTo>
                    <a:pt x="672731" y="1633601"/>
                  </a:lnTo>
                  <a:lnTo>
                    <a:pt x="670166" y="1648536"/>
                  </a:lnTo>
                  <a:lnTo>
                    <a:pt x="667816" y="1663280"/>
                  </a:lnTo>
                  <a:lnTo>
                    <a:pt x="665657" y="1678101"/>
                  </a:lnTo>
                  <a:lnTo>
                    <a:pt x="665162" y="1681772"/>
                  </a:lnTo>
                  <a:lnTo>
                    <a:pt x="677748" y="1683448"/>
                  </a:lnTo>
                  <a:lnTo>
                    <a:pt x="678230" y="1679892"/>
                  </a:lnTo>
                  <a:lnTo>
                    <a:pt x="680351" y="1665249"/>
                  </a:lnTo>
                  <a:lnTo>
                    <a:pt x="682675" y="1650657"/>
                  </a:lnTo>
                  <a:lnTo>
                    <a:pt x="685177" y="1636115"/>
                  </a:lnTo>
                  <a:lnTo>
                    <a:pt x="685660" y="1633601"/>
                  </a:lnTo>
                  <a:close/>
                </a:path>
                <a:path w="3689985" h="3689350">
                  <a:moveTo>
                    <a:pt x="694080" y="2097760"/>
                  </a:moveTo>
                  <a:lnTo>
                    <a:pt x="685203" y="2053158"/>
                  </a:lnTo>
                  <a:lnTo>
                    <a:pt x="684364" y="2048230"/>
                  </a:lnTo>
                  <a:lnTo>
                    <a:pt x="671842" y="2050389"/>
                  </a:lnTo>
                  <a:lnTo>
                    <a:pt x="672693" y="2055355"/>
                  </a:lnTo>
                  <a:lnTo>
                    <a:pt x="675411" y="2069985"/>
                  </a:lnTo>
                  <a:lnTo>
                    <a:pt x="678294" y="2084552"/>
                  </a:lnTo>
                  <a:lnTo>
                    <a:pt x="681685" y="2100541"/>
                  </a:lnTo>
                  <a:lnTo>
                    <a:pt x="694080" y="2097760"/>
                  </a:lnTo>
                  <a:close/>
                </a:path>
                <a:path w="3689985" h="3689350">
                  <a:moveTo>
                    <a:pt x="704672" y="1547253"/>
                  </a:moveTo>
                  <a:lnTo>
                    <a:pt x="692391" y="1544015"/>
                  </a:lnTo>
                  <a:lnTo>
                    <a:pt x="691591" y="1547050"/>
                  </a:lnTo>
                  <a:lnTo>
                    <a:pt x="688009" y="1561350"/>
                  </a:lnTo>
                  <a:lnTo>
                    <a:pt x="684593" y="1575714"/>
                  </a:lnTo>
                  <a:lnTo>
                    <a:pt x="681355" y="1590154"/>
                  </a:lnTo>
                  <a:lnTo>
                    <a:pt x="680593" y="1593748"/>
                  </a:lnTo>
                  <a:lnTo>
                    <a:pt x="693026" y="1596377"/>
                  </a:lnTo>
                  <a:lnTo>
                    <a:pt x="693750" y="1592897"/>
                  </a:lnTo>
                  <a:lnTo>
                    <a:pt x="696950" y="1578610"/>
                  </a:lnTo>
                  <a:lnTo>
                    <a:pt x="700328" y="1564398"/>
                  </a:lnTo>
                  <a:lnTo>
                    <a:pt x="703872" y="1550250"/>
                  </a:lnTo>
                  <a:lnTo>
                    <a:pt x="704672" y="1547253"/>
                  </a:lnTo>
                  <a:close/>
                </a:path>
                <a:path w="3689985" h="3689350">
                  <a:moveTo>
                    <a:pt x="716254" y="2183346"/>
                  </a:moveTo>
                  <a:lnTo>
                    <a:pt x="703872" y="2138959"/>
                  </a:lnTo>
                  <a:lnTo>
                    <a:pt x="702805" y="2134692"/>
                  </a:lnTo>
                  <a:lnTo>
                    <a:pt x="690486" y="2137778"/>
                  </a:lnTo>
                  <a:lnTo>
                    <a:pt x="703364" y="2184641"/>
                  </a:lnTo>
                  <a:lnTo>
                    <a:pt x="704100" y="2187041"/>
                  </a:lnTo>
                  <a:lnTo>
                    <a:pt x="716254" y="2183346"/>
                  </a:lnTo>
                  <a:close/>
                </a:path>
                <a:path w="3689985" h="3689350">
                  <a:moveTo>
                    <a:pt x="730148" y="1462608"/>
                  </a:moveTo>
                  <a:lnTo>
                    <a:pt x="718134" y="1458455"/>
                  </a:lnTo>
                  <a:lnTo>
                    <a:pt x="716699" y="1462608"/>
                  </a:lnTo>
                  <a:lnTo>
                    <a:pt x="712063" y="1476603"/>
                  </a:lnTo>
                  <a:lnTo>
                    <a:pt x="707631" y="1490548"/>
                  </a:lnTo>
                  <a:lnTo>
                    <a:pt x="703364" y="1504556"/>
                  </a:lnTo>
                  <a:lnTo>
                    <a:pt x="702614" y="1507159"/>
                  </a:lnTo>
                  <a:lnTo>
                    <a:pt x="714806" y="1510703"/>
                  </a:lnTo>
                  <a:lnTo>
                    <a:pt x="715530" y="1508226"/>
                  </a:lnTo>
                  <a:lnTo>
                    <a:pt x="719747" y="1494358"/>
                  </a:lnTo>
                  <a:lnTo>
                    <a:pt x="724128" y="1480553"/>
                  </a:lnTo>
                  <a:lnTo>
                    <a:pt x="728675" y="1466837"/>
                  </a:lnTo>
                  <a:lnTo>
                    <a:pt x="730148" y="1462608"/>
                  </a:lnTo>
                  <a:close/>
                </a:path>
                <a:path w="3689985" h="3689350">
                  <a:moveTo>
                    <a:pt x="744829" y="2267013"/>
                  </a:moveTo>
                  <a:lnTo>
                    <a:pt x="728675" y="2222360"/>
                  </a:lnTo>
                  <a:lnTo>
                    <a:pt x="727735" y="2219502"/>
                  </a:lnTo>
                  <a:lnTo>
                    <a:pt x="715683" y="2223503"/>
                  </a:lnTo>
                  <a:lnTo>
                    <a:pt x="731443" y="2267623"/>
                  </a:lnTo>
                  <a:lnTo>
                    <a:pt x="732980" y="2271598"/>
                  </a:lnTo>
                  <a:lnTo>
                    <a:pt x="744829" y="2267013"/>
                  </a:lnTo>
                  <a:close/>
                </a:path>
                <a:path w="3689985" h="3689350">
                  <a:moveTo>
                    <a:pt x="748245" y="3312464"/>
                  </a:moveTo>
                  <a:lnTo>
                    <a:pt x="731088" y="3299472"/>
                  </a:lnTo>
                  <a:lnTo>
                    <a:pt x="713701" y="3285972"/>
                  </a:lnTo>
                  <a:lnTo>
                    <a:pt x="708139" y="3281540"/>
                  </a:lnTo>
                  <a:lnTo>
                    <a:pt x="700227" y="3291484"/>
                  </a:lnTo>
                  <a:lnTo>
                    <a:pt x="705815" y="3295929"/>
                  </a:lnTo>
                  <a:lnTo>
                    <a:pt x="723328" y="3309518"/>
                  </a:lnTo>
                  <a:lnTo>
                    <a:pt x="740575" y="3322586"/>
                  </a:lnTo>
                  <a:lnTo>
                    <a:pt x="748245" y="3312464"/>
                  </a:lnTo>
                  <a:close/>
                </a:path>
                <a:path w="3689985" h="3689350">
                  <a:moveTo>
                    <a:pt x="754405" y="372275"/>
                  </a:moveTo>
                  <a:lnTo>
                    <a:pt x="746861" y="362064"/>
                  </a:lnTo>
                  <a:lnTo>
                    <a:pt x="740994" y="366395"/>
                  </a:lnTo>
                  <a:lnTo>
                    <a:pt x="723328" y="379780"/>
                  </a:lnTo>
                  <a:lnTo>
                    <a:pt x="706348" y="392950"/>
                  </a:lnTo>
                  <a:lnTo>
                    <a:pt x="714133" y="402983"/>
                  </a:lnTo>
                  <a:lnTo>
                    <a:pt x="731012" y="389877"/>
                  </a:lnTo>
                  <a:lnTo>
                    <a:pt x="748588" y="376580"/>
                  </a:lnTo>
                  <a:lnTo>
                    <a:pt x="754405" y="372275"/>
                  </a:lnTo>
                  <a:close/>
                </a:path>
                <a:path w="3689985" h="3689350">
                  <a:moveTo>
                    <a:pt x="761949" y="1380109"/>
                  </a:moveTo>
                  <a:lnTo>
                    <a:pt x="731113" y="1422476"/>
                  </a:lnTo>
                  <a:lnTo>
                    <a:pt x="743013" y="1426908"/>
                  </a:lnTo>
                  <a:lnTo>
                    <a:pt x="743305" y="1426133"/>
                  </a:lnTo>
                  <a:lnTo>
                    <a:pt x="748487" y="1412722"/>
                  </a:lnTo>
                  <a:lnTo>
                    <a:pt x="753833" y="1399387"/>
                  </a:lnTo>
                  <a:lnTo>
                    <a:pt x="759345" y="1386128"/>
                  </a:lnTo>
                  <a:lnTo>
                    <a:pt x="761949" y="1380109"/>
                  </a:lnTo>
                  <a:close/>
                </a:path>
                <a:path w="3689985" h="3689350">
                  <a:moveTo>
                    <a:pt x="779640" y="2348280"/>
                  </a:moveTo>
                  <a:lnTo>
                    <a:pt x="776808" y="2342337"/>
                  </a:lnTo>
                  <a:lnTo>
                    <a:pt x="770839" y="2329332"/>
                  </a:lnTo>
                  <a:lnTo>
                    <a:pt x="765048" y="2316315"/>
                  </a:lnTo>
                  <a:lnTo>
                    <a:pt x="758990" y="2302205"/>
                  </a:lnTo>
                  <a:lnTo>
                    <a:pt x="747268" y="2307082"/>
                  </a:lnTo>
                  <a:lnTo>
                    <a:pt x="753402" y="2321369"/>
                  </a:lnTo>
                  <a:lnTo>
                    <a:pt x="759282" y="2334603"/>
                  </a:lnTo>
                  <a:lnTo>
                    <a:pt x="765327" y="2347734"/>
                  </a:lnTo>
                  <a:lnTo>
                    <a:pt x="768159" y="2353716"/>
                  </a:lnTo>
                  <a:lnTo>
                    <a:pt x="779640" y="2348280"/>
                  </a:lnTo>
                  <a:close/>
                </a:path>
                <a:path w="3689985" h="3689350">
                  <a:moveTo>
                    <a:pt x="799871" y="1300251"/>
                  </a:moveTo>
                  <a:lnTo>
                    <a:pt x="771512" y="1328407"/>
                  </a:lnTo>
                  <a:lnTo>
                    <a:pt x="765962" y="1340116"/>
                  </a:lnTo>
                  <a:lnTo>
                    <a:pt x="777430" y="1345565"/>
                  </a:lnTo>
                  <a:lnTo>
                    <a:pt x="782942" y="1333957"/>
                  </a:lnTo>
                  <a:lnTo>
                    <a:pt x="789216" y="1321117"/>
                  </a:lnTo>
                  <a:lnTo>
                    <a:pt x="795642" y="1308379"/>
                  </a:lnTo>
                  <a:lnTo>
                    <a:pt x="799871" y="1300251"/>
                  </a:lnTo>
                  <a:close/>
                </a:path>
                <a:path w="3689985" h="3689350">
                  <a:moveTo>
                    <a:pt x="820432" y="3363811"/>
                  </a:moveTo>
                  <a:lnTo>
                    <a:pt x="802208" y="3351339"/>
                  </a:lnTo>
                  <a:lnTo>
                    <a:pt x="784225" y="3338715"/>
                  </a:lnTo>
                  <a:lnTo>
                    <a:pt x="778878" y="3334867"/>
                  </a:lnTo>
                  <a:lnTo>
                    <a:pt x="771461" y="3345167"/>
                  </a:lnTo>
                  <a:lnTo>
                    <a:pt x="776846" y="3349040"/>
                  </a:lnTo>
                  <a:lnTo>
                    <a:pt x="795007" y="3361804"/>
                  </a:lnTo>
                  <a:lnTo>
                    <a:pt x="813257" y="3374301"/>
                  </a:lnTo>
                  <a:lnTo>
                    <a:pt x="820432" y="3363811"/>
                  </a:lnTo>
                  <a:close/>
                </a:path>
                <a:path w="3689985" h="3689350">
                  <a:moveTo>
                    <a:pt x="820470" y="2426703"/>
                  </a:moveTo>
                  <a:lnTo>
                    <a:pt x="815822" y="2418511"/>
                  </a:lnTo>
                  <a:lnTo>
                    <a:pt x="808951" y="2406040"/>
                  </a:lnTo>
                  <a:lnTo>
                    <a:pt x="802220" y="2393480"/>
                  </a:lnTo>
                  <a:lnTo>
                    <a:pt x="796378" y="2382240"/>
                  </a:lnTo>
                  <a:lnTo>
                    <a:pt x="785114" y="2388095"/>
                  </a:lnTo>
                  <a:lnTo>
                    <a:pt x="791006" y="2399436"/>
                  </a:lnTo>
                  <a:lnTo>
                    <a:pt x="797814" y="2412136"/>
                  </a:lnTo>
                  <a:lnTo>
                    <a:pt x="804760" y="2424747"/>
                  </a:lnTo>
                  <a:lnTo>
                    <a:pt x="809421" y="2432964"/>
                  </a:lnTo>
                  <a:lnTo>
                    <a:pt x="820470" y="2426703"/>
                  </a:lnTo>
                  <a:close/>
                </a:path>
                <a:path w="3689985" h="3689350">
                  <a:moveTo>
                    <a:pt x="826808" y="321233"/>
                  </a:moveTo>
                  <a:lnTo>
                    <a:pt x="819772" y="310667"/>
                  </a:lnTo>
                  <a:lnTo>
                    <a:pt x="813320" y="314960"/>
                  </a:lnTo>
                  <a:lnTo>
                    <a:pt x="795007" y="327494"/>
                  </a:lnTo>
                  <a:lnTo>
                    <a:pt x="777811" y="339572"/>
                  </a:lnTo>
                  <a:lnTo>
                    <a:pt x="785114" y="349961"/>
                  </a:lnTo>
                  <a:lnTo>
                    <a:pt x="802195" y="337959"/>
                  </a:lnTo>
                  <a:lnTo>
                    <a:pt x="820407" y="325501"/>
                  </a:lnTo>
                  <a:lnTo>
                    <a:pt x="826808" y="321233"/>
                  </a:lnTo>
                  <a:close/>
                </a:path>
                <a:path w="3689985" h="3689350">
                  <a:moveTo>
                    <a:pt x="843699" y="1223454"/>
                  </a:moveTo>
                  <a:lnTo>
                    <a:pt x="811847" y="1251953"/>
                  </a:lnTo>
                  <a:lnTo>
                    <a:pt x="806894" y="1260703"/>
                  </a:lnTo>
                  <a:lnTo>
                    <a:pt x="817930" y="1266964"/>
                  </a:lnTo>
                  <a:lnTo>
                    <a:pt x="822833" y="1258316"/>
                  </a:lnTo>
                  <a:lnTo>
                    <a:pt x="830008" y="1246022"/>
                  </a:lnTo>
                  <a:lnTo>
                    <a:pt x="837311" y="1233830"/>
                  </a:lnTo>
                  <a:lnTo>
                    <a:pt x="843699" y="1223454"/>
                  </a:lnTo>
                  <a:close/>
                </a:path>
                <a:path w="3689985" h="3689350">
                  <a:moveTo>
                    <a:pt x="867067" y="2501836"/>
                  </a:moveTo>
                  <a:lnTo>
                    <a:pt x="860120" y="2491422"/>
                  </a:lnTo>
                  <a:lnTo>
                    <a:pt x="852347" y="2479459"/>
                  </a:lnTo>
                  <a:lnTo>
                    <a:pt x="844804" y="2467533"/>
                  </a:lnTo>
                  <a:lnTo>
                    <a:pt x="839736" y="2459304"/>
                  </a:lnTo>
                  <a:lnTo>
                    <a:pt x="828916" y="2465959"/>
                  </a:lnTo>
                  <a:lnTo>
                    <a:pt x="834009" y="2474226"/>
                  </a:lnTo>
                  <a:lnTo>
                    <a:pt x="841679" y="2486355"/>
                  </a:lnTo>
                  <a:lnTo>
                    <a:pt x="849490" y="2498382"/>
                  </a:lnTo>
                  <a:lnTo>
                    <a:pt x="856500" y="2508885"/>
                  </a:lnTo>
                  <a:lnTo>
                    <a:pt x="867067" y="2501836"/>
                  </a:lnTo>
                  <a:close/>
                </a:path>
                <a:path w="3689985" h="3689350">
                  <a:moveTo>
                    <a:pt x="893127" y="1150239"/>
                  </a:moveTo>
                  <a:lnTo>
                    <a:pt x="857453" y="1178902"/>
                  </a:lnTo>
                  <a:lnTo>
                    <a:pt x="853655" y="1184579"/>
                  </a:lnTo>
                  <a:lnTo>
                    <a:pt x="864222" y="1191628"/>
                  </a:lnTo>
                  <a:lnTo>
                    <a:pt x="867943" y="1186040"/>
                  </a:lnTo>
                  <a:lnTo>
                    <a:pt x="875957" y="1174343"/>
                  </a:lnTo>
                  <a:lnTo>
                    <a:pt x="884110" y="1162735"/>
                  </a:lnTo>
                  <a:lnTo>
                    <a:pt x="892378" y="1151242"/>
                  </a:lnTo>
                  <a:lnTo>
                    <a:pt x="893127" y="1150239"/>
                  </a:lnTo>
                  <a:close/>
                </a:path>
                <a:path w="3689985" h="3689350">
                  <a:moveTo>
                    <a:pt x="894956" y="3411575"/>
                  </a:moveTo>
                  <a:lnTo>
                    <a:pt x="894740" y="3411448"/>
                  </a:lnTo>
                  <a:lnTo>
                    <a:pt x="875919" y="3399866"/>
                  </a:lnTo>
                  <a:lnTo>
                    <a:pt x="857262" y="3388055"/>
                  </a:lnTo>
                  <a:lnTo>
                    <a:pt x="852106" y="3384702"/>
                  </a:lnTo>
                  <a:lnTo>
                    <a:pt x="845197" y="3395357"/>
                  </a:lnTo>
                  <a:lnTo>
                    <a:pt x="850442" y="3398774"/>
                  </a:lnTo>
                  <a:lnTo>
                    <a:pt x="869226" y="3410661"/>
                  </a:lnTo>
                  <a:lnTo>
                    <a:pt x="888415" y="3422472"/>
                  </a:lnTo>
                  <a:lnTo>
                    <a:pt x="894956" y="3411575"/>
                  </a:lnTo>
                  <a:close/>
                </a:path>
                <a:path w="3689985" h="3689350">
                  <a:moveTo>
                    <a:pt x="901585" y="273735"/>
                  </a:moveTo>
                  <a:lnTo>
                    <a:pt x="895057" y="262851"/>
                  </a:lnTo>
                  <a:lnTo>
                    <a:pt x="888174" y="266979"/>
                  </a:lnTo>
                  <a:lnTo>
                    <a:pt x="869226" y="278638"/>
                  </a:lnTo>
                  <a:lnTo>
                    <a:pt x="851763" y="289699"/>
                  </a:lnTo>
                  <a:lnTo>
                    <a:pt x="858545" y="300431"/>
                  </a:lnTo>
                  <a:lnTo>
                    <a:pt x="875919" y="289433"/>
                  </a:lnTo>
                  <a:lnTo>
                    <a:pt x="894740" y="277850"/>
                  </a:lnTo>
                  <a:lnTo>
                    <a:pt x="901585" y="273735"/>
                  </a:lnTo>
                  <a:close/>
                </a:path>
                <a:path w="3689985" h="3689350">
                  <a:moveTo>
                    <a:pt x="919137" y="2573223"/>
                  </a:moveTo>
                  <a:lnTo>
                    <a:pt x="892378" y="2537955"/>
                  </a:lnTo>
                  <a:lnTo>
                    <a:pt x="888733" y="2532900"/>
                  </a:lnTo>
                  <a:lnTo>
                    <a:pt x="878433" y="2540317"/>
                  </a:lnTo>
                  <a:lnTo>
                    <a:pt x="908050" y="2579687"/>
                  </a:lnTo>
                  <a:lnTo>
                    <a:pt x="909193" y="2581122"/>
                  </a:lnTo>
                  <a:lnTo>
                    <a:pt x="919137" y="2573223"/>
                  </a:lnTo>
                  <a:close/>
                </a:path>
                <a:path w="3689985" h="3689350">
                  <a:moveTo>
                    <a:pt x="947953" y="1080858"/>
                  </a:moveTo>
                  <a:lnTo>
                    <a:pt x="938301" y="1072591"/>
                  </a:lnTo>
                  <a:lnTo>
                    <a:pt x="935151" y="1076274"/>
                  </a:lnTo>
                  <a:lnTo>
                    <a:pt x="925995" y="1087234"/>
                  </a:lnTo>
                  <a:lnTo>
                    <a:pt x="916952" y="1098321"/>
                  </a:lnTo>
                  <a:lnTo>
                    <a:pt x="908050" y="1109510"/>
                  </a:lnTo>
                  <a:lnTo>
                    <a:pt x="905979" y="1112177"/>
                  </a:lnTo>
                  <a:lnTo>
                    <a:pt x="916012" y="1119962"/>
                  </a:lnTo>
                  <a:lnTo>
                    <a:pt x="918006" y="1117384"/>
                  </a:lnTo>
                  <a:lnTo>
                    <a:pt x="926820" y="1106322"/>
                  </a:lnTo>
                  <a:lnTo>
                    <a:pt x="935761" y="1095349"/>
                  </a:lnTo>
                  <a:lnTo>
                    <a:pt x="944816" y="1084503"/>
                  </a:lnTo>
                  <a:lnTo>
                    <a:pt x="947953" y="1080858"/>
                  </a:lnTo>
                  <a:close/>
                </a:path>
                <a:path w="3689985" h="3689350">
                  <a:moveTo>
                    <a:pt x="971753" y="3455720"/>
                  </a:moveTo>
                  <a:lnTo>
                    <a:pt x="971448" y="3455568"/>
                  </a:lnTo>
                  <a:lnTo>
                    <a:pt x="952119" y="3444913"/>
                  </a:lnTo>
                  <a:lnTo>
                    <a:pt x="932865" y="3433991"/>
                  </a:lnTo>
                  <a:lnTo>
                    <a:pt x="927658" y="3430955"/>
                  </a:lnTo>
                  <a:lnTo>
                    <a:pt x="921270" y="3441928"/>
                  </a:lnTo>
                  <a:lnTo>
                    <a:pt x="926299" y="3444875"/>
                  </a:lnTo>
                  <a:lnTo>
                    <a:pt x="945172" y="3455568"/>
                  </a:lnTo>
                  <a:lnTo>
                    <a:pt x="965758" y="3466922"/>
                  </a:lnTo>
                  <a:lnTo>
                    <a:pt x="971753" y="3455720"/>
                  </a:lnTo>
                  <a:close/>
                </a:path>
                <a:path w="3689985" h="3689350">
                  <a:moveTo>
                    <a:pt x="976439" y="2640558"/>
                  </a:moveTo>
                  <a:lnTo>
                    <a:pt x="944829" y="2604706"/>
                  </a:lnTo>
                  <a:lnTo>
                    <a:pt x="943102" y="2602636"/>
                  </a:lnTo>
                  <a:lnTo>
                    <a:pt x="933348" y="2610777"/>
                  </a:lnTo>
                  <a:lnTo>
                    <a:pt x="963409" y="2645168"/>
                  </a:lnTo>
                  <a:lnTo>
                    <a:pt x="967092" y="2649156"/>
                  </a:lnTo>
                  <a:lnTo>
                    <a:pt x="976439" y="2640558"/>
                  </a:lnTo>
                  <a:close/>
                </a:path>
                <a:path w="3689985" h="3689350">
                  <a:moveTo>
                    <a:pt x="978573" y="229920"/>
                  </a:moveTo>
                  <a:lnTo>
                    <a:pt x="972578" y="218719"/>
                  </a:lnTo>
                  <a:lnTo>
                    <a:pt x="965428" y="222554"/>
                  </a:lnTo>
                  <a:lnTo>
                    <a:pt x="945896" y="233324"/>
                  </a:lnTo>
                  <a:lnTo>
                    <a:pt x="928027" y="243446"/>
                  </a:lnTo>
                  <a:lnTo>
                    <a:pt x="934300" y="254495"/>
                  </a:lnTo>
                  <a:lnTo>
                    <a:pt x="952042" y="244424"/>
                  </a:lnTo>
                  <a:lnTo>
                    <a:pt x="971448" y="233730"/>
                  </a:lnTo>
                  <a:lnTo>
                    <a:pt x="978573" y="229920"/>
                  </a:lnTo>
                  <a:close/>
                </a:path>
                <a:path w="3689985" h="3689350">
                  <a:moveTo>
                    <a:pt x="1007783" y="1015746"/>
                  </a:moveTo>
                  <a:lnTo>
                    <a:pt x="998753" y="1006817"/>
                  </a:lnTo>
                  <a:lnTo>
                    <a:pt x="992797" y="1012850"/>
                  </a:lnTo>
                  <a:lnTo>
                    <a:pt x="982878" y="1023124"/>
                  </a:lnTo>
                  <a:lnTo>
                    <a:pt x="973086" y="1033526"/>
                  </a:lnTo>
                  <a:lnTo>
                    <a:pt x="963612" y="1043825"/>
                  </a:lnTo>
                  <a:lnTo>
                    <a:pt x="972959" y="1052423"/>
                  </a:lnTo>
                  <a:lnTo>
                    <a:pt x="982345" y="1042212"/>
                  </a:lnTo>
                  <a:lnTo>
                    <a:pt x="992035" y="1031925"/>
                  </a:lnTo>
                  <a:lnTo>
                    <a:pt x="1001852" y="1021753"/>
                  </a:lnTo>
                  <a:lnTo>
                    <a:pt x="1007783" y="1015746"/>
                  </a:lnTo>
                  <a:close/>
                </a:path>
                <a:path w="3689985" h="3689350">
                  <a:moveTo>
                    <a:pt x="1038593" y="2703449"/>
                  </a:moveTo>
                  <a:lnTo>
                    <a:pt x="1032065" y="2697302"/>
                  </a:lnTo>
                  <a:lnTo>
                    <a:pt x="1021892" y="2687485"/>
                  </a:lnTo>
                  <a:lnTo>
                    <a:pt x="1011783" y="2677503"/>
                  </a:lnTo>
                  <a:lnTo>
                    <a:pt x="1002461" y="2668066"/>
                  </a:lnTo>
                  <a:lnTo>
                    <a:pt x="993432" y="2676995"/>
                  </a:lnTo>
                  <a:lnTo>
                    <a:pt x="1002830" y="2686507"/>
                  </a:lnTo>
                  <a:lnTo>
                    <a:pt x="1012990" y="2696553"/>
                  </a:lnTo>
                  <a:lnTo>
                    <a:pt x="1023277" y="2706471"/>
                  </a:lnTo>
                  <a:lnTo>
                    <a:pt x="1029881" y="2712694"/>
                  </a:lnTo>
                  <a:lnTo>
                    <a:pt x="1038593" y="2703449"/>
                  </a:lnTo>
                  <a:close/>
                </a:path>
                <a:path w="3689985" h="3689350">
                  <a:moveTo>
                    <a:pt x="1050594" y="3496094"/>
                  </a:moveTo>
                  <a:lnTo>
                    <a:pt x="1030566" y="3486289"/>
                  </a:lnTo>
                  <a:lnTo>
                    <a:pt x="1010742" y="3476294"/>
                  </a:lnTo>
                  <a:lnTo>
                    <a:pt x="1005357" y="3473500"/>
                  </a:lnTo>
                  <a:lnTo>
                    <a:pt x="999502" y="3484765"/>
                  </a:lnTo>
                  <a:lnTo>
                    <a:pt x="1004912" y="3487572"/>
                  </a:lnTo>
                  <a:lnTo>
                    <a:pt x="1024877" y="3497643"/>
                  </a:lnTo>
                  <a:lnTo>
                    <a:pt x="1045159" y="3507575"/>
                  </a:lnTo>
                  <a:lnTo>
                    <a:pt x="1050594" y="3496094"/>
                  </a:lnTo>
                  <a:close/>
                </a:path>
                <a:path w="3689985" h="3689350">
                  <a:moveTo>
                    <a:pt x="1057592" y="189890"/>
                  </a:moveTo>
                  <a:lnTo>
                    <a:pt x="1052156" y="178409"/>
                  </a:lnTo>
                  <a:lnTo>
                    <a:pt x="1044968" y="181813"/>
                  </a:lnTo>
                  <a:lnTo>
                    <a:pt x="1024877" y="191655"/>
                  </a:lnTo>
                  <a:lnTo>
                    <a:pt x="1006449" y="200939"/>
                  </a:lnTo>
                  <a:lnTo>
                    <a:pt x="1012177" y="212280"/>
                  </a:lnTo>
                  <a:lnTo>
                    <a:pt x="1030478" y="203047"/>
                  </a:lnTo>
                  <a:lnTo>
                    <a:pt x="1050429" y="193281"/>
                  </a:lnTo>
                  <a:lnTo>
                    <a:pt x="1057592" y="189890"/>
                  </a:lnTo>
                  <a:close/>
                </a:path>
                <a:path w="3689985" h="3689350">
                  <a:moveTo>
                    <a:pt x="1072299" y="955281"/>
                  </a:moveTo>
                  <a:lnTo>
                    <a:pt x="1063929" y="945730"/>
                  </a:lnTo>
                  <a:lnTo>
                    <a:pt x="1054811" y="953719"/>
                  </a:lnTo>
                  <a:lnTo>
                    <a:pt x="1044257" y="963193"/>
                  </a:lnTo>
                  <a:lnTo>
                    <a:pt x="1033983" y="972642"/>
                  </a:lnTo>
                  <a:lnTo>
                    <a:pt x="1026147" y="980020"/>
                  </a:lnTo>
                  <a:lnTo>
                    <a:pt x="1034859" y="989266"/>
                  </a:lnTo>
                  <a:lnTo>
                    <a:pt x="1042289" y="982256"/>
                  </a:lnTo>
                  <a:lnTo>
                    <a:pt x="1052690" y="972693"/>
                  </a:lnTo>
                  <a:lnTo>
                    <a:pt x="1063180" y="963269"/>
                  </a:lnTo>
                  <a:lnTo>
                    <a:pt x="1072299" y="955281"/>
                  </a:lnTo>
                  <a:close/>
                </a:path>
                <a:path w="3689985" h="3689350">
                  <a:moveTo>
                    <a:pt x="1105255" y="2761538"/>
                  </a:moveTo>
                  <a:lnTo>
                    <a:pt x="1095438" y="2753537"/>
                  </a:lnTo>
                  <a:lnTo>
                    <a:pt x="1084580" y="2744470"/>
                  </a:lnTo>
                  <a:lnTo>
                    <a:pt x="1073899" y="2735326"/>
                  </a:lnTo>
                  <a:lnTo>
                    <a:pt x="1066609" y="2728938"/>
                  </a:lnTo>
                  <a:lnTo>
                    <a:pt x="1058240" y="2738488"/>
                  </a:lnTo>
                  <a:lnTo>
                    <a:pt x="1065060" y="2744470"/>
                  </a:lnTo>
                  <a:lnTo>
                    <a:pt x="1075639" y="2753537"/>
                  </a:lnTo>
                  <a:lnTo>
                    <a:pt x="1087386" y="2763355"/>
                  </a:lnTo>
                  <a:lnTo>
                    <a:pt x="1097229" y="2771381"/>
                  </a:lnTo>
                  <a:lnTo>
                    <a:pt x="1105255" y="2761538"/>
                  </a:lnTo>
                  <a:close/>
                </a:path>
                <a:path w="3689985" h="3689350">
                  <a:moveTo>
                    <a:pt x="1131379" y="3532619"/>
                  </a:moveTo>
                  <a:lnTo>
                    <a:pt x="1111186" y="3523932"/>
                  </a:lnTo>
                  <a:lnTo>
                    <a:pt x="1090828" y="3514877"/>
                  </a:lnTo>
                  <a:lnTo>
                    <a:pt x="1085037" y="3512210"/>
                  </a:lnTo>
                  <a:lnTo>
                    <a:pt x="1079728" y="3523754"/>
                  </a:lnTo>
                  <a:lnTo>
                    <a:pt x="1085557" y="3526434"/>
                  </a:lnTo>
                  <a:lnTo>
                    <a:pt x="1106055" y="3535553"/>
                  </a:lnTo>
                  <a:lnTo>
                    <a:pt x="1126363" y="3544290"/>
                  </a:lnTo>
                  <a:lnTo>
                    <a:pt x="1131379" y="3532619"/>
                  </a:lnTo>
                  <a:close/>
                </a:path>
                <a:path w="3689985" h="3689350">
                  <a:moveTo>
                    <a:pt x="1138466" y="153733"/>
                  </a:moveTo>
                  <a:lnTo>
                    <a:pt x="1133589" y="142011"/>
                  </a:lnTo>
                  <a:lnTo>
                    <a:pt x="1126680" y="144868"/>
                  </a:lnTo>
                  <a:lnTo>
                    <a:pt x="1106081" y="153733"/>
                  </a:lnTo>
                  <a:lnTo>
                    <a:pt x="1086840" y="162293"/>
                  </a:lnTo>
                  <a:lnTo>
                    <a:pt x="1092009" y="173901"/>
                  </a:lnTo>
                  <a:lnTo>
                    <a:pt x="1111097" y="165404"/>
                  </a:lnTo>
                  <a:lnTo>
                    <a:pt x="1131582" y="156591"/>
                  </a:lnTo>
                  <a:lnTo>
                    <a:pt x="1138466" y="153733"/>
                  </a:lnTo>
                  <a:close/>
                </a:path>
                <a:path w="3689985" h="3689350">
                  <a:moveTo>
                    <a:pt x="1141095" y="899845"/>
                  </a:moveTo>
                  <a:lnTo>
                    <a:pt x="1133551" y="889622"/>
                  </a:lnTo>
                  <a:lnTo>
                    <a:pt x="1132357" y="890498"/>
                  </a:lnTo>
                  <a:lnTo>
                    <a:pt x="1120952" y="899134"/>
                  </a:lnTo>
                  <a:lnTo>
                    <a:pt x="1109649" y="907910"/>
                  </a:lnTo>
                  <a:lnTo>
                    <a:pt x="1098461" y="916813"/>
                  </a:lnTo>
                  <a:lnTo>
                    <a:pt x="1093254" y="921054"/>
                  </a:lnTo>
                  <a:lnTo>
                    <a:pt x="1101280" y="930897"/>
                  </a:lnTo>
                  <a:lnTo>
                    <a:pt x="1106398" y="926731"/>
                  </a:lnTo>
                  <a:lnTo>
                    <a:pt x="1117460" y="917917"/>
                  </a:lnTo>
                  <a:lnTo>
                    <a:pt x="1128636" y="909243"/>
                  </a:lnTo>
                  <a:lnTo>
                    <a:pt x="1139926" y="900696"/>
                  </a:lnTo>
                  <a:lnTo>
                    <a:pt x="1141095" y="899845"/>
                  </a:lnTo>
                  <a:close/>
                </a:path>
                <a:path w="3689985" h="3689350">
                  <a:moveTo>
                    <a:pt x="1176020" y="2814434"/>
                  </a:moveTo>
                  <a:lnTo>
                    <a:pt x="1139939" y="2788513"/>
                  </a:lnTo>
                  <a:lnTo>
                    <a:pt x="1135113" y="2784856"/>
                  </a:lnTo>
                  <a:lnTo>
                    <a:pt x="1127442" y="2794978"/>
                  </a:lnTo>
                  <a:lnTo>
                    <a:pt x="1167218" y="2823807"/>
                  </a:lnTo>
                  <a:lnTo>
                    <a:pt x="1168844" y="2824924"/>
                  </a:lnTo>
                  <a:lnTo>
                    <a:pt x="1176020" y="2814434"/>
                  </a:lnTo>
                  <a:close/>
                </a:path>
                <a:path w="3689985" h="3689350">
                  <a:moveTo>
                    <a:pt x="1213777" y="3565144"/>
                  </a:moveTo>
                  <a:lnTo>
                    <a:pt x="1193800" y="3557689"/>
                  </a:lnTo>
                  <a:lnTo>
                    <a:pt x="1172946" y="3549612"/>
                  </a:lnTo>
                  <a:lnTo>
                    <a:pt x="1166495" y="3547021"/>
                  </a:lnTo>
                  <a:lnTo>
                    <a:pt x="1161757" y="3558806"/>
                  </a:lnTo>
                  <a:lnTo>
                    <a:pt x="1168323" y="3561435"/>
                  </a:lnTo>
                  <a:lnTo>
                    <a:pt x="1189329" y="3569576"/>
                  </a:lnTo>
                  <a:lnTo>
                    <a:pt x="1209344" y="3577031"/>
                  </a:lnTo>
                  <a:lnTo>
                    <a:pt x="1213777" y="3565144"/>
                  </a:lnTo>
                  <a:close/>
                </a:path>
                <a:path w="3689985" h="3689350">
                  <a:moveTo>
                    <a:pt x="1213904" y="849668"/>
                  </a:moveTo>
                  <a:lnTo>
                    <a:pt x="1207109" y="838936"/>
                  </a:lnTo>
                  <a:lnTo>
                    <a:pt x="1202994" y="841540"/>
                  </a:lnTo>
                  <a:lnTo>
                    <a:pt x="1190967" y="849350"/>
                  </a:lnTo>
                  <a:lnTo>
                    <a:pt x="1179042" y="857313"/>
                  </a:lnTo>
                  <a:lnTo>
                    <a:pt x="1167218" y="865403"/>
                  </a:lnTo>
                  <a:lnTo>
                    <a:pt x="1164577" y="867257"/>
                  </a:lnTo>
                  <a:lnTo>
                    <a:pt x="1171867" y="877646"/>
                  </a:lnTo>
                  <a:lnTo>
                    <a:pt x="1174419" y="875855"/>
                  </a:lnTo>
                  <a:lnTo>
                    <a:pt x="1186103" y="867854"/>
                  </a:lnTo>
                  <a:lnTo>
                    <a:pt x="1197914" y="859980"/>
                  </a:lnTo>
                  <a:lnTo>
                    <a:pt x="1209814" y="852246"/>
                  </a:lnTo>
                  <a:lnTo>
                    <a:pt x="1213904" y="849668"/>
                  </a:lnTo>
                  <a:close/>
                </a:path>
                <a:path w="3689985" h="3689350">
                  <a:moveTo>
                    <a:pt x="1220990" y="121551"/>
                  </a:moveTo>
                  <a:lnTo>
                    <a:pt x="1216698" y="109601"/>
                  </a:lnTo>
                  <a:lnTo>
                    <a:pt x="1210462" y="111848"/>
                  </a:lnTo>
                  <a:lnTo>
                    <a:pt x="1189329" y="119722"/>
                  </a:lnTo>
                  <a:lnTo>
                    <a:pt x="1169022" y="127596"/>
                  </a:lnTo>
                  <a:lnTo>
                    <a:pt x="1173607" y="139433"/>
                  </a:lnTo>
                  <a:lnTo>
                    <a:pt x="1193800" y="131610"/>
                  </a:lnTo>
                  <a:lnTo>
                    <a:pt x="1214780" y="123786"/>
                  </a:lnTo>
                  <a:lnTo>
                    <a:pt x="1220990" y="121551"/>
                  </a:lnTo>
                  <a:close/>
                </a:path>
                <a:path w="3689985" h="3689350">
                  <a:moveTo>
                    <a:pt x="1250594" y="2861919"/>
                  </a:moveTo>
                  <a:lnTo>
                    <a:pt x="1209814" y="2836951"/>
                  </a:lnTo>
                  <a:lnTo>
                    <a:pt x="1207579" y="2835503"/>
                  </a:lnTo>
                  <a:lnTo>
                    <a:pt x="1200670" y="2846146"/>
                  </a:lnTo>
                  <a:lnTo>
                    <a:pt x="1239672" y="2870250"/>
                  </a:lnTo>
                  <a:lnTo>
                    <a:pt x="1244206" y="2872892"/>
                  </a:lnTo>
                  <a:lnTo>
                    <a:pt x="1250594" y="2861919"/>
                  </a:lnTo>
                  <a:close/>
                </a:path>
                <a:path w="3689985" h="3689350">
                  <a:moveTo>
                    <a:pt x="1290256" y="805091"/>
                  </a:moveTo>
                  <a:lnTo>
                    <a:pt x="1284262" y="793889"/>
                  </a:lnTo>
                  <a:lnTo>
                    <a:pt x="1277213" y="797674"/>
                  </a:lnTo>
                  <a:lnTo>
                    <a:pt x="1264602" y="804621"/>
                  </a:lnTo>
                  <a:lnTo>
                    <a:pt x="1252093" y="811707"/>
                  </a:lnTo>
                  <a:lnTo>
                    <a:pt x="1239774" y="818896"/>
                  </a:lnTo>
                  <a:lnTo>
                    <a:pt x="1246174" y="829856"/>
                  </a:lnTo>
                  <a:lnTo>
                    <a:pt x="1258379" y="822744"/>
                  </a:lnTo>
                  <a:lnTo>
                    <a:pt x="1270762" y="815721"/>
                  </a:lnTo>
                  <a:lnTo>
                    <a:pt x="1283233" y="808850"/>
                  </a:lnTo>
                  <a:lnTo>
                    <a:pt x="1290256" y="805091"/>
                  </a:lnTo>
                  <a:close/>
                </a:path>
                <a:path w="3689985" h="3689350">
                  <a:moveTo>
                    <a:pt x="1297660" y="3593604"/>
                  </a:moveTo>
                  <a:lnTo>
                    <a:pt x="1278534" y="3587521"/>
                  </a:lnTo>
                  <a:lnTo>
                    <a:pt x="1257198" y="3580447"/>
                  </a:lnTo>
                  <a:lnTo>
                    <a:pt x="1249540" y="3577806"/>
                  </a:lnTo>
                  <a:lnTo>
                    <a:pt x="1245387" y="3589820"/>
                  </a:lnTo>
                  <a:lnTo>
                    <a:pt x="1253083" y="3592461"/>
                  </a:lnTo>
                  <a:lnTo>
                    <a:pt x="1274572" y="3599586"/>
                  </a:lnTo>
                  <a:lnTo>
                    <a:pt x="1293812" y="3605707"/>
                  </a:lnTo>
                  <a:lnTo>
                    <a:pt x="1297660" y="3593604"/>
                  </a:lnTo>
                  <a:close/>
                </a:path>
                <a:path w="3689985" h="3689350">
                  <a:moveTo>
                    <a:pt x="1304988" y="93433"/>
                  </a:moveTo>
                  <a:lnTo>
                    <a:pt x="1301280" y="81280"/>
                  </a:lnTo>
                  <a:lnTo>
                    <a:pt x="1296174" y="82842"/>
                  </a:lnTo>
                  <a:lnTo>
                    <a:pt x="1274572" y="89712"/>
                  </a:lnTo>
                  <a:lnTo>
                    <a:pt x="1252715" y="96951"/>
                  </a:lnTo>
                  <a:lnTo>
                    <a:pt x="1256868" y="108966"/>
                  </a:lnTo>
                  <a:lnTo>
                    <a:pt x="1278445" y="101803"/>
                  </a:lnTo>
                  <a:lnTo>
                    <a:pt x="1299895" y="94983"/>
                  </a:lnTo>
                  <a:lnTo>
                    <a:pt x="1304988" y="93433"/>
                  </a:lnTo>
                  <a:close/>
                </a:path>
                <a:path w="3689985" h="3689350">
                  <a:moveTo>
                    <a:pt x="1328534" y="2903690"/>
                  </a:moveTo>
                  <a:lnTo>
                    <a:pt x="1321193" y="2900095"/>
                  </a:lnTo>
                  <a:lnTo>
                    <a:pt x="1308519" y="2893695"/>
                  </a:lnTo>
                  <a:lnTo>
                    <a:pt x="1295869" y="2887116"/>
                  </a:lnTo>
                  <a:lnTo>
                    <a:pt x="1283576" y="2880537"/>
                  </a:lnTo>
                  <a:lnTo>
                    <a:pt x="1277581" y="2891739"/>
                  </a:lnTo>
                  <a:lnTo>
                    <a:pt x="1289913" y="2898330"/>
                  </a:lnTo>
                  <a:lnTo>
                    <a:pt x="1302702" y="2904985"/>
                  </a:lnTo>
                  <a:lnTo>
                    <a:pt x="1315580" y="2911487"/>
                  </a:lnTo>
                  <a:lnTo>
                    <a:pt x="1322959" y="2915094"/>
                  </a:lnTo>
                  <a:lnTo>
                    <a:pt x="1328534" y="2903690"/>
                  </a:lnTo>
                  <a:close/>
                </a:path>
                <a:path w="3689985" h="3689350">
                  <a:moveTo>
                    <a:pt x="1369745" y="766368"/>
                  </a:moveTo>
                  <a:lnTo>
                    <a:pt x="1364576" y="754773"/>
                  </a:lnTo>
                  <a:lnTo>
                    <a:pt x="1354747" y="759142"/>
                  </a:lnTo>
                  <a:lnTo>
                    <a:pt x="1341602" y="765175"/>
                  </a:lnTo>
                  <a:lnTo>
                    <a:pt x="1328547" y="771372"/>
                  </a:lnTo>
                  <a:lnTo>
                    <a:pt x="1318348" y="776363"/>
                  </a:lnTo>
                  <a:lnTo>
                    <a:pt x="1323924" y="787768"/>
                  </a:lnTo>
                  <a:lnTo>
                    <a:pt x="1334033" y="782828"/>
                  </a:lnTo>
                  <a:lnTo>
                    <a:pt x="1346923" y="776706"/>
                  </a:lnTo>
                  <a:lnTo>
                    <a:pt x="1359954" y="770724"/>
                  </a:lnTo>
                  <a:lnTo>
                    <a:pt x="1369745" y="766368"/>
                  </a:lnTo>
                  <a:close/>
                </a:path>
                <a:path w="3689985" h="3689350">
                  <a:moveTo>
                    <a:pt x="1382826" y="3617950"/>
                  </a:moveTo>
                  <a:lnTo>
                    <a:pt x="1365034" y="3613251"/>
                  </a:lnTo>
                  <a:lnTo>
                    <a:pt x="1343240" y="3607206"/>
                  </a:lnTo>
                  <a:lnTo>
                    <a:pt x="1333995" y="3604526"/>
                  </a:lnTo>
                  <a:lnTo>
                    <a:pt x="1330452" y="3616718"/>
                  </a:lnTo>
                  <a:lnTo>
                    <a:pt x="1339723" y="3619411"/>
                  </a:lnTo>
                  <a:lnTo>
                    <a:pt x="1361668" y="3625494"/>
                  </a:lnTo>
                  <a:lnTo>
                    <a:pt x="1379588" y="3630231"/>
                  </a:lnTo>
                  <a:lnTo>
                    <a:pt x="1382826" y="3617950"/>
                  </a:lnTo>
                  <a:close/>
                </a:path>
                <a:path w="3689985" h="3689350">
                  <a:moveTo>
                    <a:pt x="1390243" y="69443"/>
                  </a:moveTo>
                  <a:lnTo>
                    <a:pt x="1387157" y="57124"/>
                  </a:lnTo>
                  <a:lnTo>
                    <a:pt x="1383715" y="57975"/>
                  </a:lnTo>
                  <a:lnTo>
                    <a:pt x="1361668" y="63804"/>
                  </a:lnTo>
                  <a:lnTo>
                    <a:pt x="1339723" y="69888"/>
                  </a:lnTo>
                  <a:lnTo>
                    <a:pt x="1337881" y="70421"/>
                  </a:lnTo>
                  <a:lnTo>
                    <a:pt x="1341424" y="82613"/>
                  </a:lnTo>
                  <a:lnTo>
                    <a:pt x="1343139" y="82118"/>
                  </a:lnTo>
                  <a:lnTo>
                    <a:pt x="1364919" y="76073"/>
                  </a:lnTo>
                  <a:lnTo>
                    <a:pt x="1386814" y="70294"/>
                  </a:lnTo>
                  <a:lnTo>
                    <a:pt x="1386941" y="70269"/>
                  </a:lnTo>
                  <a:lnTo>
                    <a:pt x="1390243" y="69443"/>
                  </a:lnTo>
                  <a:close/>
                </a:path>
                <a:path w="3689985" h="3689350">
                  <a:moveTo>
                    <a:pt x="1409395" y="2939465"/>
                  </a:moveTo>
                  <a:lnTo>
                    <a:pt x="1399540" y="2935503"/>
                  </a:lnTo>
                  <a:lnTo>
                    <a:pt x="1386205" y="2929966"/>
                  </a:lnTo>
                  <a:lnTo>
                    <a:pt x="1373111" y="2924327"/>
                  </a:lnTo>
                  <a:lnTo>
                    <a:pt x="1362824" y="2919755"/>
                  </a:lnTo>
                  <a:lnTo>
                    <a:pt x="1357668" y="2931363"/>
                  </a:lnTo>
                  <a:lnTo>
                    <a:pt x="1366888" y="2935465"/>
                  </a:lnTo>
                  <a:lnTo>
                    <a:pt x="1381290" y="2941675"/>
                  </a:lnTo>
                  <a:lnTo>
                    <a:pt x="1394688" y="2947238"/>
                  </a:lnTo>
                  <a:lnTo>
                    <a:pt x="1404658" y="2951251"/>
                  </a:lnTo>
                  <a:lnTo>
                    <a:pt x="1409395" y="2939465"/>
                  </a:lnTo>
                  <a:close/>
                </a:path>
                <a:path w="3689985" h="3689350">
                  <a:moveTo>
                    <a:pt x="1451914" y="733755"/>
                  </a:moveTo>
                  <a:lnTo>
                    <a:pt x="1447622" y="721804"/>
                  </a:lnTo>
                  <a:lnTo>
                    <a:pt x="1435366" y="726211"/>
                  </a:lnTo>
                  <a:lnTo>
                    <a:pt x="1421726" y="731304"/>
                  </a:lnTo>
                  <a:lnTo>
                    <a:pt x="1408163" y="736549"/>
                  </a:lnTo>
                  <a:lnTo>
                    <a:pt x="1399895" y="739863"/>
                  </a:lnTo>
                  <a:lnTo>
                    <a:pt x="1404632" y="751649"/>
                  </a:lnTo>
                  <a:lnTo>
                    <a:pt x="1412798" y="748372"/>
                  </a:lnTo>
                  <a:lnTo>
                    <a:pt x="1426197" y="743178"/>
                  </a:lnTo>
                  <a:lnTo>
                    <a:pt x="1439684" y="738149"/>
                  </a:lnTo>
                  <a:lnTo>
                    <a:pt x="1451914" y="733755"/>
                  </a:lnTo>
                  <a:close/>
                </a:path>
                <a:path w="3689985" h="3689350">
                  <a:moveTo>
                    <a:pt x="1469072" y="3638118"/>
                  </a:moveTo>
                  <a:lnTo>
                    <a:pt x="1453248" y="3634778"/>
                  </a:lnTo>
                  <a:lnTo>
                    <a:pt x="1430959" y="3629774"/>
                  </a:lnTo>
                  <a:lnTo>
                    <a:pt x="1419644" y="3627082"/>
                  </a:lnTo>
                  <a:lnTo>
                    <a:pt x="1416710" y="3639439"/>
                  </a:lnTo>
                  <a:lnTo>
                    <a:pt x="1428140" y="3642156"/>
                  </a:lnTo>
                  <a:lnTo>
                    <a:pt x="1450505" y="3647173"/>
                  </a:lnTo>
                  <a:lnTo>
                    <a:pt x="1466443" y="3650538"/>
                  </a:lnTo>
                  <a:lnTo>
                    <a:pt x="1469072" y="3638118"/>
                  </a:lnTo>
                  <a:close/>
                </a:path>
                <a:path w="3689985" h="3689350">
                  <a:moveTo>
                    <a:pt x="1476565" y="49618"/>
                  </a:moveTo>
                  <a:lnTo>
                    <a:pt x="1474101" y="37160"/>
                  </a:lnTo>
                  <a:lnTo>
                    <a:pt x="1472971" y="37376"/>
                  </a:lnTo>
                  <a:lnTo>
                    <a:pt x="1450505" y="42125"/>
                  </a:lnTo>
                  <a:lnTo>
                    <a:pt x="1428140" y="47142"/>
                  </a:lnTo>
                  <a:lnTo>
                    <a:pt x="1424241" y="48069"/>
                  </a:lnTo>
                  <a:lnTo>
                    <a:pt x="1427175" y="60426"/>
                  </a:lnTo>
                  <a:lnTo>
                    <a:pt x="1430972" y="59524"/>
                  </a:lnTo>
                  <a:lnTo>
                    <a:pt x="1453134" y="54546"/>
                  </a:lnTo>
                  <a:lnTo>
                    <a:pt x="1453286" y="54521"/>
                  </a:lnTo>
                  <a:lnTo>
                    <a:pt x="1475435" y="49834"/>
                  </a:lnTo>
                  <a:lnTo>
                    <a:pt x="1475600" y="49809"/>
                  </a:lnTo>
                  <a:lnTo>
                    <a:pt x="1476565" y="49618"/>
                  </a:lnTo>
                  <a:close/>
                </a:path>
                <a:path w="3689985" h="3689350">
                  <a:moveTo>
                    <a:pt x="1492707" y="2969031"/>
                  </a:moveTo>
                  <a:lnTo>
                    <a:pt x="1480705" y="2965208"/>
                  </a:lnTo>
                  <a:lnTo>
                    <a:pt x="1466900" y="2960636"/>
                  </a:lnTo>
                  <a:lnTo>
                    <a:pt x="1453261" y="2955925"/>
                  </a:lnTo>
                  <a:lnTo>
                    <a:pt x="1444790" y="2952889"/>
                  </a:lnTo>
                  <a:lnTo>
                    <a:pt x="1440497" y="2964840"/>
                  </a:lnTo>
                  <a:lnTo>
                    <a:pt x="1449082" y="2967913"/>
                  </a:lnTo>
                  <a:lnTo>
                    <a:pt x="1462874" y="2972676"/>
                  </a:lnTo>
                  <a:lnTo>
                    <a:pt x="1476743" y="2977286"/>
                  </a:lnTo>
                  <a:lnTo>
                    <a:pt x="1488859" y="2981134"/>
                  </a:lnTo>
                  <a:lnTo>
                    <a:pt x="1492707" y="2969031"/>
                  </a:lnTo>
                  <a:close/>
                </a:path>
                <a:path w="3689985" h="3689350">
                  <a:moveTo>
                    <a:pt x="1536268" y="707466"/>
                  </a:moveTo>
                  <a:lnTo>
                    <a:pt x="1533004" y="695185"/>
                  </a:lnTo>
                  <a:lnTo>
                    <a:pt x="1518793" y="699135"/>
                  </a:lnTo>
                  <a:lnTo>
                    <a:pt x="1504708" y="703224"/>
                  </a:lnTo>
                  <a:lnTo>
                    <a:pt x="1490802" y="707453"/>
                  </a:lnTo>
                  <a:lnTo>
                    <a:pt x="1483969" y="709625"/>
                  </a:lnTo>
                  <a:lnTo>
                    <a:pt x="1487817" y="721728"/>
                  </a:lnTo>
                  <a:lnTo>
                    <a:pt x="1494409" y="719632"/>
                  </a:lnTo>
                  <a:lnTo>
                    <a:pt x="1508315" y="715403"/>
                  </a:lnTo>
                  <a:lnTo>
                    <a:pt x="1522247" y="711352"/>
                  </a:lnTo>
                  <a:lnTo>
                    <a:pt x="1536268" y="707466"/>
                  </a:lnTo>
                  <a:close/>
                </a:path>
                <a:path w="3689985" h="3689350">
                  <a:moveTo>
                    <a:pt x="1556194" y="3654069"/>
                  </a:moveTo>
                  <a:lnTo>
                    <a:pt x="1542999" y="3651961"/>
                  </a:lnTo>
                  <a:lnTo>
                    <a:pt x="1520393" y="3648075"/>
                  </a:lnTo>
                  <a:lnTo>
                    <a:pt x="1506296" y="3645458"/>
                  </a:lnTo>
                  <a:lnTo>
                    <a:pt x="1503984" y="3657955"/>
                  </a:lnTo>
                  <a:lnTo>
                    <a:pt x="1518196" y="3660584"/>
                  </a:lnTo>
                  <a:lnTo>
                    <a:pt x="1540967" y="3664496"/>
                  </a:lnTo>
                  <a:lnTo>
                    <a:pt x="1554200" y="3666604"/>
                  </a:lnTo>
                  <a:lnTo>
                    <a:pt x="1556194" y="3654069"/>
                  </a:lnTo>
                  <a:close/>
                </a:path>
                <a:path w="3689985" h="3689350">
                  <a:moveTo>
                    <a:pt x="1563839" y="34010"/>
                  </a:moveTo>
                  <a:lnTo>
                    <a:pt x="1561846" y="21475"/>
                  </a:lnTo>
                  <a:lnTo>
                    <a:pt x="1540967" y="24803"/>
                  </a:lnTo>
                  <a:lnTo>
                    <a:pt x="1518196" y="28714"/>
                  </a:lnTo>
                  <a:lnTo>
                    <a:pt x="1511592" y="29933"/>
                  </a:lnTo>
                  <a:lnTo>
                    <a:pt x="1513903" y="42430"/>
                  </a:lnTo>
                  <a:lnTo>
                    <a:pt x="1520393" y="41224"/>
                  </a:lnTo>
                  <a:lnTo>
                    <a:pt x="1542999" y="37338"/>
                  </a:lnTo>
                  <a:lnTo>
                    <a:pt x="1563839" y="34010"/>
                  </a:lnTo>
                  <a:close/>
                </a:path>
                <a:path w="3689985" h="3689350">
                  <a:moveTo>
                    <a:pt x="1578013" y="2992209"/>
                  </a:moveTo>
                  <a:lnTo>
                    <a:pt x="1564462" y="2988995"/>
                  </a:lnTo>
                  <a:lnTo>
                    <a:pt x="1550314" y="2985452"/>
                  </a:lnTo>
                  <a:lnTo>
                    <a:pt x="1536331" y="2981756"/>
                  </a:lnTo>
                  <a:lnTo>
                    <a:pt x="1529029" y="2979737"/>
                  </a:lnTo>
                  <a:lnTo>
                    <a:pt x="1525625" y="2991967"/>
                  </a:lnTo>
                  <a:lnTo>
                    <a:pt x="1532953" y="2993999"/>
                  </a:lnTo>
                  <a:lnTo>
                    <a:pt x="1547190" y="2997758"/>
                  </a:lnTo>
                  <a:lnTo>
                    <a:pt x="1561490" y="3001340"/>
                  </a:lnTo>
                  <a:lnTo>
                    <a:pt x="1575079" y="3004566"/>
                  </a:lnTo>
                  <a:lnTo>
                    <a:pt x="1578013" y="2992209"/>
                  </a:lnTo>
                  <a:close/>
                </a:path>
                <a:path w="3689985" h="3689350">
                  <a:moveTo>
                    <a:pt x="1622386" y="687616"/>
                  </a:moveTo>
                  <a:lnTo>
                    <a:pt x="1620075" y="675132"/>
                  </a:lnTo>
                  <a:lnTo>
                    <a:pt x="1619364" y="675259"/>
                  </a:lnTo>
                  <a:lnTo>
                    <a:pt x="1604797" y="678154"/>
                  </a:lnTo>
                  <a:lnTo>
                    <a:pt x="1590294" y="681215"/>
                  </a:lnTo>
                  <a:lnTo>
                    <a:pt x="1575854" y="684453"/>
                  </a:lnTo>
                  <a:lnTo>
                    <a:pt x="1570088" y="685812"/>
                  </a:lnTo>
                  <a:lnTo>
                    <a:pt x="1573022" y="698169"/>
                  </a:lnTo>
                  <a:lnTo>
                    <a:pt x="1578635" y="696836"/>
                  </a:lnTo>
                  <a:lnTo>
                    <a:pt x="1578775" y="696810"/>
                  </a:lnTo>
                  <a:lnTo>
                    <a:pt x="1592922" y="693635"/>
                  </a:lnTo>
                  <a:lnTo>
                    <a:pt x="1593075" y="693610"/>
                  </a:lnTo>
                  <a:lnTo>
                    <a:pt x="1607312" y="690600"/>
                  </a:lnTo>
                  <a:lnTo>
                    <a:pt x="1622386" y="687616"/>
                  </a:lnTo>
                  <a:close/>
                </a:path>
                <a:path w="3689985" h="3689350">
                  <a:moveTo>
                    <a:pt x="1643989" y="3665791"/>
                  </a:moveTo>
                  <a:lnTo>
                    <a:pt x="1634324" y="3664750"/>
                  </a:lnTo>
                  <a:lnTo>
                    <a:pt x="1611464" y="3661981"/>
                  </a:lnTo>
                  <a:lnTo>
                    <a:pt x="1593723" y="3659619"/>
                  </a:lnTo>
                  <a:lnTo>
                    <a:pt x="1592046" y="3672205"/>
                  </a:lnTo>
                  <a:lnTo>
                    <a:pt x="1609801" y="3674580"/>
                  </a:lnTo>
                  <a:lnTo>
                    <a:pt x="1632927" y="3677361"/>
                  </a:lnTo>
                  <a:lnTo>
                    <a:pt x="1642618" y="3678415"/>
                  </a:lnTo>
                  <a:lnTo>
                    <a:pt x="1643989" y="3665791"/>
                  </a:lnTo>
                  <a:close/>
                </a:path>
                <a:path w="3689985" h="3689350">
                  <a:moveTo>
                    <a:pt x="1651685" y="22682"/>
                  </a:moveTo>
                  <a:lnTo>
                    <a:pt x="1650326" y="10058"/>
                  </a:lnTo>
                  <a:lnTo>
                    <a:pt x="1632927" y="11938"/>
                  </a:lnTo>
                  <a:lnTo>
                    <a:pt x="1609801" y="14719"/>
                  </a:lnTo>
                  <a:lnTo>
                    <a:pt x="1599717" y="16065"/>
                  </a:lnTo>
                  <a:lnTo>
                    <a:pt x="1601393" y="28663"/>
                  </a:lnTo>
                  <a:lnTo>
                    <a:pt x="1611337" y="27330"/>
                  </a:lnTo>
                  <a:lnTo>
                    <a:pt x="1611464" y="27317"/>
                  </a:lnTo>
                  <a:lnTo>
                    <a:pt x="1634413" y="24549"/>
                  </a:lnTo>
                  <a:lnTo>
                    <a:pt x="1651685" y="22682"/>
                  </a:lnTo>
                  <a:close/>
                </a:path>
                <a:path w="3689985" h="3689350">
                  <a:moveTo>
                    <a:pt x="1664830" y="3008884"/>
                  </a:moveTo>
                  <a:lnTo>
                    <a:pt x="1650720" y="3006636"/>
                  </a:lnTo>
                  <a:lnTo>
                    <a:pt x="1636179" y="3004134"/>
                  </a:lnTo>
                  <a:lnTo>
                    <a:pt x="1621713" y="3001454"/>
                  </a:lnTo>
                  <a:lnTo>
                    <a:pt x="1615033" y="3000133"/>
                  </a:lnTo>
                  <a:lnTo>
                    <a:pt x="1612569" y="3012592"/>
                  </a:lnTo>
                  <a:lnTo>
                    <a:pt x="1619364" y="3013938"/>
                  </a:lnTo>
                  <a:lnTo>
                    <a:pt x="1633994" y="3016643"/>
                  </a:lnTo>
                  <a:lnTo>
                    <a:pt x="1648675" y="3019171"/>
                  </a:lnTo>
                  <a:lnTo>
                    <a:pt x="1662836" y="3021431"/>
                  </a:lnTo>
                  <a:lnTo>
                    <a:pt x="1664830" y="3008884"/>
                  </a:lnTo>
                  <a:close/>
                </a:path>
                <a:path w="3689985" h="3689350">
                  <a:moveTo>
                    <a:pt x="1709775" y="674306"/>
                  </a:moveTo>
                  <a:lnTo>
                    <a:pt x="1708416" y="661682"/>
                  </a:lnTo>
                  <a:lnTo>
                    <a:pt x="1693113" y="663524"/>
                  </a:lnTo>
                  <a:lnTo>
                    <a:pt x="1678241" y="665505"/>
                  </a:lnTo>
                  <a:lnTo>
                    <a:pt x="1663433" y="667677"/>
                  </a:lnTo>
                  <a:lnTo>
                    <a:pt x="1657769" y="668578"/>
                  </a:lnTo>
                  <a:lnTo>
                    <a:pt x="1659763" y="681126"/>
                  </a:lnTo>
                  <a:lnTo>
                    <a:pt x="1665300" y="680237"/>
                  </a:lnTo>
                  <a:lnTo>
                    <a:pt x="1679956" y="678091"/>
                  </a:lnTo>
                  <a:lnTo>
                    <a:pt x="1694649" y="676135"/>
                  </a:lnTo>
                  <a:lnTo>
                    <a:pt x="1694776" y="676122"/>
                  </a:lnTo>
                  <a:lnTo>
                    <a:pt x="1709775" y="674306"/>
                  </a:lnTo>
                  <a:close/>
                </a:path>
                <a:path w="3689985" h="3689350">
                  <a:moveTo>
                    <a:pt x="1732241" y="3673271"/>
                  </a:moveTo>
                  <a:lnTo>
                    <a:pt x="1727047" y="3672979"/>
                  </a:lnTo>
                  <a:lnTo>
                    <a:pt x="1703743" y="3671354"/>
                  </a:lnTo>
                  <a:lnTo>
                    <a:pt x="1681734" y="3669538"/>
                  </a:lnTo>
                  <a:lnTo>
                    <a:pt x="1680692" y="3682187"/>
                  </a:lnTo>
                  <a:lnTo>
                    <a:pt x="1702816" y="3684016"/>
                  </a:lnTo>
                  <a:lnTo>
                    <a:pt x="1726272" y="3685654"/>
                  </a:lnTo>
                  <a:lnTo>
                    <a:pt x="1731518" y="3685946"/>
                  </a:lnTo>
                  <a:lnTo>
                    <a:pt x="1732241" y="3673271"/>
                  </a:lnTo>
                  <a:close/>
                </a:path>
                <a:path w="3689985" h="3689350">
                  <a:moveTo>
                    <a:pt x="1739963" y="15582"/>
                  </a:moveTo>
                  <a:lnTo>
                    <a:pt x="1739239" y="2908"/>
                  </a:lnTo>
                  <a:lnTo>
                    <a:pt x="1726272" y="3644"/>
                  </a:lnTo>
                  <a:lnTo>
                    <a:pt x="1702816" y="5283"/>
                  </a:lnTo>
                  <a:lnTo>
                    <a:pt x="1688414" y="6464"/>
                  </a:lnTo>
                  <a:lnTo>
                    <a:pt x="1689455" y="19126"/>
                  </a:lnTo>
                  <a:lnTo>
                    <a:pt x="1703819" y="17945"/>
                  </a:lnTo>
                  <a:lnTo>
                    <a:pt x="1727123" y="16319"/>
                  </a:lnTo>
                  <a:lnTo>
                    <a:pt x="1739963" y="15582"/>
                  </a:lnTo>
                  <a:close/>
                </a:path>
                <a:path w="3689985" h="3689350">
                  <a:moveTo>
                    <a:pt x="1752650" y="3018993"/>
                  </a:moveTo>
                  <a:lnTo>
                    <a:pt x="1739138" y="3017875"/>
                  </a:lnTo>
                  <a:lnTo>
                    <a:pt x="1724342" y="3016466"/>
                  </a:lnTo>
                  <a:lnTo>
                    <a:pt x="1709521" y="3014865"/>
                  </a:lnTo>
                  <a:lnTo>
                    <a:pt x="1702346" y="3014002"/>
                  </a:lnTo>
                  <a:lnTo>
                    <a:pt x="1700822" y="3026613"/>
                  </a:lnTo>
                  <a:lnTo>
                    <a:pt x="1708035" y="3027476"/>
                  </a:lnTo>
                  <a:lnTo>
                    <a:pt x="1723021" y="3029102"/>
                  </a:lnTo>
                  <a:lnTo>
                    <a:pt x="1738058" y="3030524"/>
                  </a:lnTo>
                  <a:lnTo>
                    <a:pt x="1751609" y="3031642"/>
                  </a:lnTo>
                  <a:lnTo>
                    <a:pt x="1752650" y="3018993"/>
                  </a:lnTo>
                  <a:close/>
                </a:path>
                <a:path w="3689985" h="3689350">
                  <a:moveTo>
                    <a:pt x="1798002" y="667575"/>
                  </a:moveTo>
                  <a:lnTo>
                    <a:pt x="1797443" y="654888"/>
                  </a:lnTo>
                  <a:lnTo>
                    <a:pt x="1783473" y="655510"/>
                  </a:lnTo>
                  <a:lnTo>
                    <a:pt x="1768284" y="656374"/>
                  </a:lnTo>
                  <a:lnTo>
                    <a:pt x="1753146" y="657428"/>
                  </a:lnTo>
                  <a:lnTo>
                    <a:pt x="1746491" y="657974"/>
                  </a:lnTo>
                  <a:lnTo>
                    <a:pt x="1747532" y="670636"/>
                  </a:lnTo>
                  <a:lnTo>
                    <a:pt x="1754238" y="670090"/>
                  </a:lnTo>
                  <a:lnTo>
                    <a:pt x="1769135" y="669048"/>
                  </a:lnTo>
                  <a:lnTo>
                    <a:pt x="1784362" y="668185"/>
                  </a:lnTo>
                  <a:lnTo>
                    <a:pt x="1798002" y="667575"/>
                  </a:lnTo>
                  <a:close/>
                </a:path>
                <a:path w="3689985" h="3689350">
                  <a:moveTo>
                    <a:pt x="1820824" y="3676535"/>
                  </a:moveTo>
                  <a:lnTo>
                    <a:pt x="1797494" y="3676104"/>
                  </a:lnTo>
                  <a:lnTo>
                    <a:pt x="1773885" y="3675354"/>
                  </a:lnTo>
                  <a:lnTo>
                    <a:pt x="1770202" y="3675189"/>
                  </a:lnTo>
                  <a:lnTo>
                    <a:pt x="1769643" y="3687876"/>
                  </a:lnTo>
                  <a:lnTo>
                    <a:pt x="1773440" y="3688042"/>
                  </a:lnTo>
                  <a:lnTo>
                    <a:pt x="1797138" y="3688791"/>
                  </a:lnTo>
                  <a:lnTo>
                    <a:pt x="1820583" y="3689235"/>
                  </a:lnTo>
                  <a:lnTo>
                    <a:pt x="1820824" y="3676535"/>
                  </a:lnTo>
                  <a:close/>
                </a:path>
                <a:path w="3689985" h="3689350">
                  <a:moveTo>
                    <a:pt x="1828495" y="12700"/>
                  </a:moveTo>
                  <a:lnTo>
                    <a:pt x="1828406" y="0"/>
                  </a:lnTo>
                  <a:lnTo>
                    <a:pt x="1820900" y="50"/>
                  </a:lnTo>
                  <a:lnTo>
                    <a:pt x="1797138" y="508"/>
                  </a:lnTo>
                  <a:lnTo>
                    <a:pt x="1777466" y="1130"/>
                  </a:lnTo>
                  <a:lnTo>
                    <a:pt x="1777860" y="13817"/>
                  </a:lnTo>
                  <a:lnTo>
                    <a:pt x="1797418" y="13208"/>
                  </a:lnTo>
                  <a:lnTo>
                    <a:pt x="1798066" y="13195"/>
                  </a:lnTo>
                  <a:lnTo>
                    <a:pt x="1821103" y="12750"/>
                  </a:lnTo>
                  <a:lnTo>
                    <a:pt x="1828495" y="12700"/>
                  </a:lnTo>
                  <a:close/>
                </a:path>
                <a:path w="3689985" h="3689350">
                  <a:moveTo>
                    <a:pt x="1840979" y="3022523"/>
                  </a:moveTo>
                  <a:lnTo>
                    <a:pt x="1829473" y="3022447"/>
                  </a:lnTo>
                  <a:lnTo>
                    <a:pt x="1814296" y="3022155"/>
                  </a:lnTo>
                  <a:lnTo>
                    <a:pt x="1799247" y="3021685"/>
                  </a:lnTo>
                  <a:lnTo>
                    <a:pt x="1790446" y="3021292"/>
                  </a:lnTo>
                  <a:lnTo>
                    <a:pt x="1789874" y="3033979"/>
                  </a:lnTo>
                  <a:lnTo>
                    <a:pt x="1798726" y="3034373"/>
                  </a:lnTo>
                  <a:lnTo>
                    <a:pt x="1814017" y="3034855"/>
                  </a:lnTo>
                  <a:lnTo>
                    <a:pt x="1829358" y="3035147"/>
                  </a:lnTo>
                  <a:lnTo>
                    <a:pt x="1840903" y="3035223"/>
                  </a:lnTo>
                  <a:lnTo>
                    <a:pt x="1840979" y="3022523"/>
                  </a:lnTo>
                  <a:close/>
                </a:path>
                <a:path w="3689985" h="3689350">
                  <a:moveTo>
                    <a:pt x="1886800" y="654710"/>
                  </a:moveTo>
                  <a:lnTo>
                    <a:pt x="1875472" y="654354"/>
                  </a:lnTo>
                  <a:lnTo>
                    <a:pt x="1860130" y="654062"/>
                  </a:lnTo>
                  <a:lnTo>
                    <a:pt x="1844738" y="653961"/>
                  </a:lnTo>
                  <a:lnTo>
                    <a:pt x="1835772" y="654011"/>
                  </a:lnTo>
                  <a:lnTo>
                    <a:pt x="1835848" y="666711"/>
                  </a:lnTo>
                  <a:lnTo>
                    <a:pt x="1844738" y="666673"/>
                  </a:lnTo>
                  <a:lnTo>
                    <a:pt x="1859927" y="666762"/>
                  </a:lnTo>
                  <a:lnTo>
                    <a:pt x="1875116" y="667042"/>
                  </a:lnTo>
                  <a:lnTo>
                    <a:pt x="1886394" y="667397"/>
                  </a:lnTo>
                  <a:lnTo>
                    <a:pt x="1886407" y="666661"/>
                  </a:lnTo>
                  <a:lnTo>
                    <a:pt x="1886800" y="654710"/>
                  </a:lnTo>
                  <a:close/>
                </a:path>
                <a:path w="3689985" h="3689350">
                  <a:moveTo>
                    <a:pt x="1909787" y="3688245"/>
                  </a:moveTo>
                  <a:lnTo>
                    <a:pt x="1909406" y="3676104"/>
                  </a:lnTo>
                  <a:lnTo>
                    <a:pt x="1909394" y="3675545"/>
                  </a:lnTo>
                  <a:lnTo>
                    <a:pt x="1891995" y="3676104"/>
                  </a:lnTo>
                  <a:lnTo>
                    <a:pt x="1868462" y="3676548"/>
                  </a:lnTo>
                  <a:lnTo>
                    <a:pt x="1858772" y="3676612"/>
                  </a:lnTo>
                  <a:lnTo>
                    <a:pt x="1858848" y="3689312"/>
                  </a:lnTo>
                  <a:lnTo>
                    <a:pt x="1868589" y="3689248"/>
                  </a:lnTo>
                  <a:lnTo>
                    <a:pt x="1892350" y="3688791"/>
                  </a:lnTo>
                  <a:lnTo>
                    <a:pt x="1909787" y="3688245"/>
                  </a:lnTo>
                  <a:close/>
                </a:path>
                <a:path w="3689985" h="3689350">
                  <a:moveTo>
                    <a:pt x="1917611" y="1320"/>
                  </a:moveTo>
                  <a:lnTo>
                    <a:pt x="1892350" y="508"/>
                  </a:lnTo>
                  <a:lnTo>
                    <a:pt x="1868589" y="50"/>
                  </a:lnTo>
                  <a:lnTo>
                    <a:pt x="1866595" y="38"/>
                  </a:lnTo>
                  <a:lnTo>
                    <a:pt x="1866506" y="12738"/>
                  </a:lnTo>
                  <a:lnTo>
                    <a:pt x="1868385" y="12750"/>
                  </a:lnTo>
                  <a:lnTo>
                    <a:pt x="1892071" y="13208"/>
                  </a:lnTo>
                  <a:lnTo>
                    <a:pt x="1915528" y="13944"/>
                  </a:lnTo>
                  <a:lnTo>
                    <a:pt x="1917052" y="14008"/>
                  </a:lnTo>
                  <a:lnTo>
                    <a:pt x="1917077" y="13195"/>
                  </a:lnTo>
                  <a:lnTo>
                    <a:pt x="1917611" y="1320"/>
                  </a:lnTo>
                  <a:close/>
                </a:path>
                <a:path w="3689985" h="3689350">
                  <a:moveTo>
                    <a:pt x="1930209" y="3032201"/>
                  </a:moveTo>
                  <a:lnTo>
                    <a:pt x="1929460" y="3021685"/>
                  </a:lnTo>
                  <a:lnTo>
                    <a:pt x="1929320" y="3019526"/>
                  </a:lnTo>
                  <a:lnTo>
                    <a:pt x="1920443" y="3020149"/>
                  </a:lnTo>
                  <a:lnTo>
                    <a:pt x="1905406" y="3021012"/>
                  </a:lnTo>
                  <a:lnTo>
                    <a:pt x="1890242" y="3021685"/>
                  </a:lnTo>
                  <a:lnTo>
                    <a:pt x="1878838" y="3022041"/>
                  </a:lnTo>
                  <a:lnTo>
                    <a:pt x="1879231" y="3034728"/>
                  </a:lnTo>
                  <a:lnTo>
                    <a:pt x="1890763" y="3034373"/>
                  </a:lnTo>
                  <a:lnTo>
                    <a:pt x="1906003" y="3033699"/>
                  </a:lnTo>
                  <a:lnTo>
                    <a:pt x="1921205" y="3032823"/>
                  </a:lnTo>
                  <a:lnTo>
                    <a:pt x="1930209" y="3032201"/>
                  </a:lnTo>
                  <a:close/>
                </a:path>
                <a:path w="3689985" h="3689350">
                  <a:moveTo>
                    <a:pt x="1975929" y="661123"/>
                  </a:moveTo>
                  <a:lnTo>
                    <a:pt x="1966468" y="660107"/>
                  </a:lnTo>
                  <a:lnTo>
                    <a:pt x="1951431" y="658672"/>
                  </a:lnTo>
                  <a:lnTo>
                    <a:pt x="1936343" y="657428"/>
                  </a:lnTo>
                  <a:lnTo>
                    <a:pt x="1925091" y="656653"/>
                  </a:lnTo>
                  <a:lnTo>
                    <a:pt x="1924202" y="669315"/>
                  </a:lnTo>
                  <a:lnTo>
                    <a:pt x="1935340" y="670090"/>
                  </a:lnTo>
                  <a:lnTo>
                    <a:pt x="1950275" y="671322"/>
                  </a:lnTo>
                  <a:lnTo>
                    <a:pt x="1965147" y="672744"/>
                  </a:lnTo>
                  <a:lnTo>
                    <a:pt x="1974570" y="673760"/>
                  </a:lnTo>
                  <a:lnTo>
                    <a:pt x="1975929" y="661123"/>
                  </a:lnTo>
                  <a:close/>
                </a:path>
                <a:path w="3689985" h="3689350">
                  <a:moveTo>
                    <a:pt x="1998853" y="3683012"/>
                  </a:moveTo>
                  <a:lnTo>
                    <a:pt x="1997811" y="3670350"/>
                  </a:lnTo>
                  <a:lnTo>
                    <a:pt x="1985746" y="3671354"/>
                  </a:lnTo>
                  <a:lnTo>
                    <a:pt x="1962442" y="3672979"/>
                  </a:lnTo>
                  <a:lnTo>
                    <a:pt x="1947291" y="3673843"/>
                  </a:lnTo>
                  <a:lnTo>
                    <a:pt x="1948014" y="3686518"/>
                  </a:lnTo>
                  <a:lnTo>
                    <a:pt x="1963216" y="3685654"/>
                  </a:lnTo>
                  <a:lnTo>
                    <a:pt x="1986673" y="3684016"/>
                  </a:lnTo>
                  <a:lnTo>
                    <a:pt x="1998853" y="3683012"/>
                  </a:lnTo>
                  <a:close/>
                </a:path>
                <a:path w="3689985" h="3689350">
                  <a:moveTo>
                    <a:pt x="2006574" y="6921"/>
                  </a:moveTo>
                  <a:lnTo>
                    <a:pt x="1986673" y="5283"/>
                  </a:lnTo>
                  <a:lnTo>
                    <a:pt x="1963216" y="3644"/>
                  </a:lnTo>
                  <a:lnTo>
                    <a:pt x="1955749" y="3225"/>
                  </a:lnTo>
                  <a:lnTo>
                    <a:pt x="1955025" y="15900"/>
                  </a:lnTo>
                  <a:lnTo>
                    <a:pt x="1962365" y="16319"/>
                  </a:lnTo>
                  <a:lnTo>
                    <a:pt x="1985670" y="17945"/>
                  </a:lnTo>
                  <a:lnTo>
                    <a:pt x="2005520" y="19583"/>
                  </a:lnTo>
                  <a:lnTo>
                    <a:pt x="2006574" y="6921"/>
                  </a:lnTo>
                  <a:close/>
                </a:path>
                <a:path w="3689985" h="3689350">
                  <a:moveTo>
                    <a:pt x="2019046" y="3022549"/>
                  </a:moveTo>
                  <a:lnTo>
                    <a:pt x="2017915" y="3014865"/>
                  </a:lnTo>
                  <a:lnTo>
                    <a:pt x="2017649" y="3013087"/>
                  </a:lnTo>
                  <a:lnTo>
                    <a:pt x="2017369" y="3011119"/>
                  </a:lnTo>
                  <a:lnTo>
                    <a:pt x="2017204" y="3009989"/>
                  </a:lnTo>
                  <a:lnTo>
                    <a:pt x="2009533" y="3011106"/>
                  </a:lnTo>
                  <a:lnTo>
                    <a:pt x="1994738" y="3013087"/>
                  </a:lnTo>
                  <a:lnTo>
                    <a:pt x="1979968" y="3014865"/>
                  </a:lnTo>
                  <a:lnTo>
                    <a:pt x="1967039" y="3016262"/>
                  </a:lnTo>
                  <a:lnTo>
                    <a:pt x="1968398" y="3028886"/>
                  </a:lnTo>
                  <a:lnTo>
                    <a:pt x="1981454" y="3027476"/>
                  </a:lnTo>
                  <a:lnTo>
                    <a:pt x="1996376" y="3025673"/>
                  </a:lnTo>
                  <a:lnTo>
                    <a:pt x="2011248" y="3023692"/>
                  </a:lnTo>
                  <a:lnTo>
                    <a:pt x="2019046" y="3022549"/>
                  </a:lnTo>
                  <a:close/>
                </a:path>
                <a:path w="3689985" h="3689350">
                  <a:moveTo>
                    <a:pt x="2064321" y="674192"/>
                  </a:moveTo>
                  <a:lnTo>
                    <a:pt x="2055495" y="672553"/>
                  </a:lnTo>
                  <a:lnTo>
                    <a:pt x="2040813" y="670026"/>
                  </a:lnTo>
                  <a:lnTo>
                    <a:pt x="2026056" y="667677"/>
                  </a:lnTo>
                  <a:lnTo>
                    <a:pt x="2013966" y="665911"/>
                  </a:lnTo>
                  <a:lnTo>
                    <a:pt x="2012124" y="678472"/>
                  </a:lnTo>
                  <a:lnTo>
                    <a:pt x="2024100" y="680224"/>
                  </a:lnTo>
                  <a:lnTo>
                    <a:pt x="2038692" y="682548"/>
                  </a:lnTo>
                  <a:lnTo>
                    <a:pt x="2053221" y="685050"/>
                  </a:lnTo>
                  <a:lnTo>
                    <a:pt x="2062010" y="686676"/>
                  </a:lnTo>
                  <a:lnTo>
                    <a:pt x="2062302" y="685063"/>
                  </a:lnTo>
                  <a:lnTo>
                    <a:pt x="2062759" y="682561"/>
                  </a:lnTo>
                  <a:lnTo>
                    <a:pt x="2064321" y="674192"/>
                  </a:lnTo>
                  <a:close/>
                </a:path>
                <a:path w="3689985" h="3689350">
                  <a:moveTo>
                    <a:pt x="2087562" y="3673525"/>
                  </a:moveTo>
                  <a:lnTo>
                    <a:pt x="2086013" y="3661981"/>
                  </a:lnTo>
                  <a:lnTo>
                    <a:pt x="2085873" y="3660940"/>
                  </a:lnTo>
                  <a:lnTo>
                    <a:pt x="2078050" y="3661981"/>
                  </a:lnTo>
                  <a:lnTo>
                    <a:pt x="2055164" y="3664750"/>
                  </a:lnTo>
                  <a:lnTo>
                    <a:pt x="2035581" y="3666858"/>
                  </a:lnTo>
                  <a:lnTo>
                    <a:pt x="2036953" y="3679482"/>
                  </a:lnTo>
                  <a:lnTo>
                    <a:pt x="2056561" y="3677361"/>
                  </a:lnTo>
                  <a:lnTo>
                    <a:pt x="2079688" y="3674580"/>
                  </a:lnTo>
                  <a:lnTo>
                    <a:pt x="2087562" y="3673525"/>
                  </a:lnTo>
                  <a:close/>
                </a:path>
                <a:path w="3689985" h="3689350">
                  <a:moveTo>
                    <a:pt x="2095233" y="16802"/>
                  </a:moveTo>
                  <a:lnTo>
                    <a:pt x="2079688" y="14719"/>
                  </a:lnTo>
                  <a:lnTo>
                    <a:pt x="2056561" y="11938"/>
                  </a:lnTo>
                  <a:lnTo>
                    <a:pt x="2044649" y="10642"/>
                  </a:lnTo>
                  <a:lnTo>
                    <a:pt x="2043290" y="23266"/>
                  </a:lnTo>
                  <a:lnTo>
                    <a:pt x="2055075" y="24549"/>
                  </a:lnTo>
                  <a:lnTo>
                    <a:pt x="2078050" y="27317"/>
                  </a:lnTo>
                  <a:lnTo>
                    <a:pt x="2093556" y="29387"/>
                  </a:lnTo>
                  <a:lnTo>
                    <a:pt x="2095233" y="16802"/>
                  </a:lnTo>
                  <a:close/>
                </a:path>
                <a:path w="3689985" h="3689350">
                  <a:moveTo>
                    <a:pt x="2096528" y="2995574"/>
                  </a:moveTo>
                  <a:close/>
                </a:path>
                <a:path w="3689985" h="3689350">
                  <a:moveTo>
                    <a:pt x="2106904" y="3006267"/>
                  </a:moveTo>
                  <a:lnTo>
                    <a:pt x="2105177" y="2998622"/>
                  </a:lnTo>
                  <a:lnTo>
                    <a:pt x="2104123" y="2993872"/>
                  </a:lnTo>
                  <a:lnTo>
                    <a:pt x="2096528" y="2995574"/>
                  </a:lnTo>
                  <a:lnTo>
                    <a:pt x="2082114" y="2998622"/>
                  </a:lnTo>
                  <a:lnTo>
                    <a:pt x="2067775" y="3001454"/>
                  </a:lnTo>
                  <a:lnTo>
                    <a:pt x="2054567" y="3003905"/>
                  </a:lnTo>
                  <a:lnTo>
                    <a:pt x="2056879" y="3016389"/>
                  </a:lnTo>
                  <a:lnTo>
                    <a:pt x="2070125" y="3013938"/>
                  </a:lnTo>
                  <a:lnTo>
                    <a:pt x="2084692" y="3011055"/>
                  </a:lnTo>
                  <a:lnTo>
                    <a:pt x="2099195" y="3007995"/>
                  </a:lnTo>
                  <a:lnTo>
                    <a:pt x="2106904" y="3006267"/>
                  </a:lnTo>
                  <a:close/>
                </a:path>
                <a:path w="3689985" h="3689350">
                  <a:moveTo>
                    <a:pt x="2151481" y="693864"/>
                  </a:moveTo>
                  <a:lnTo>
                    <a:pt x="2142299" y="691451"/>
                  </a:lnTo>
                  <a:lnTo>
                    <a:pt x="2127999" y="687857"/>
                  </a:lnTo>
                  <a:lnTo>
                    <a:pt x="2113635" y="684453"/>
                  </a:lnTo>
                  <a:lnTo>
                    <a:pt x="2101900" y="681812"/>
                  </a:lnTo>
                  <a:lnTo>
                    <a:pt x="2099119" y="694207"/>
                  </a:lnTo>
                  <a:lnTo>
                    <a:pt x="2110740" y="696810"/>
                  </a:lnTo>
                  <a:lnTo>
                    <a:pt x="2124951" y="700189"/>
                  </a:lnTo>
                  <a:lnTo>
                    <a:pt x="2139099" y="703732"/>
                  </a:lnTo>
                  <a:lnTo>
                    <a:pt x="2148243" y="706145"/>
                  </a:lnTo>
                  <a:lnTo>
                    <a:pt x="2151481" y="693864"/>
                  </a:lnTo>
                  <a:close/>
                </a:path>
                <a:path w="3689985" h="3689350">
                  <a:moveTo>
                    <a:pt x="2175700" y="3659771"/>
                  </a:moveTo>
                  <a:lnTo>
                    <a:pt x="2174925" y="3655593"/>
                  </a:lnTo>
                  <a:lnTo>
                    <a:pt x="2174252" y="3651974"/>
                  </a:lnTo>
                  <a:lnTo>
                    <a:pt x="2173389" y="3647275"/>
                  </a:lnTo>
                  <a:lnTo>
                    <a:pt x="2169096" y="3648075"/>
                  </a:lnTo>
                  <a:lnTo>
                    <a:pt x="2146490" y="3651961"/>
                  </a:lnTo>
                  <a:lnTo>
                    <a:pt x="2123795" y="3655580"/>
                  </a:lnTo>
                  <a:lnTo>
                    <a:pt x="2123516" y="3655618"/>
                  </a:lnTo>
                  <a:lnTo>
                    <a:pt x="2125357" y="3668191"/>
                  </a:lnTo>
                  <a:lnTo>
                    <a:pt x="2148522" y="3664496"/>
                  </a:lnTo>
                  <a:lnTo>
                    <a:pt x="2171293" y="3660584"/>
                  </a:lnTo>
                  <a:lnTo>
                    <a:pt x="2175700" y="3659771"/>
                  </a:lnTo>
                  <a:close/>
                </a:path>
                <a:path w="3689985" h="3689350">
                  <a:moveTo>
                    <a:pt x="2183307" y="30937"/>
                  </a:moveTo>
                  <a:lnTo>
                    <a:pt x="2171293" y="28714"/>
                  </a:lnTo>
                  <a:lnTo>
                    <a:pt x="2148522" y="24803"/>
                  </a:lnTo>
                  <a:lnTo>
                    <a:pt x="2133092" y="22339"/>
                  </a:lnTo>
                  <a:lnTo>
                    <a:pt x="2131085" y="34874"/>
                  </a:lnTo>
                  <a:lnTo>
                    <a:pt x="2146414" y="37325"/>
                  </a:lnTo>
                  <a:lnTo>
                    <a:pt x="2169020" y="41211"/>
                  </a:lnTo>
                  <a:lnTo>
                    <a:pt x="2180996" y="43434"/>
                  </a:lnTo>
                  <a:lnTo>
                    <a:pt x="2181402" y="41224"/>
                  </a:lnTo>
                  <a:lnTo>
                    <a:pt x="2182114" y="37338"/>
                  </a:lnTo>
                  <a:lnTo>
                    <a:pt x="2183307" y="30937"/>
                  </a:lnTo>
                  <a:close/>
                </a:path>
                <a:path w="3689985" h="3689350">
                  <a:moveTo>
                    <a:pt x="2193277" y="2983395"/>
                  </a:moveTo>
                  <a:lnTo>
                    <a:pt x="2192769" y="2981756"/>
                  </a:lnTo>
                  <a:lnTo>
                    <a:pt x="2191588" y="2977870"/>
                  </a:lnTo>
                  <a:lnTo>
                    <a:pt x="2190356" y="2973819"/>
                  </a:lnTo>
                  <a:lnTo>
                    <a:pt x="2189581" y="2971241"/>
                  </a:lnTo>
                  <a:lnTo>
                    <a:pt x="2181199" y="2973794"/>
                  </a:lnTo>
                  <a:lnTo>
                    <a:pt x="2167267" y="2977845"/>
                  </a:lnTo>
                  <a:lnTo>
                    <a:pt x="2153170" y="2981756"/>
                  </a:lnTo>
                  <a:lnTo>
                    <a:pt x="2140928" y="2984982"/>
                  </a:lnTo>
                  <a:lnTo>
                    <a:pt x="2144166" y="2997263"/>
                  </a:lnTo>
                  <a:lnTo>
                    <a:pt x="2156536" y="2993999"/>
                  </a:lnTo>
                  <a:lnTo>
                    <a:pt x="2170696" y="2990075"/>
                  </a:lnTo>
                  <a:lnTo>
                    <a:pt x="2184781" y="2985973"/>
                  </a:lnTo>
                  <a:lnTo>
                    <a:pt x="2193277" y="2983395"/>
                  </a:lnTo>
                  <a:close/>
                </a:path>
                <a:path w="3689985" h="3689350">
                  <a:moveTo>
                    <a:pt x="2236914" y="720077"/>
                  </a:moveTo>
                  <a:lnTo>
                    <a:pt x="2226614" y="716521"/>
                  </a:lnTo>
                  <a:lnTo>
                    <a:pt x="2212746" y="711923"/>
                  </a:lnTo>
                  <a:lnTo>
                    <a:pt x="2198801" y="707491"/>
                  </a:lnTo>
                  <a:lnTo>
                    <a:pt x="2188375" y="704316"/>
                  </a:lnTo>
                  <a:lnTo>
                    <a:pt x="2184679" y="716470"/>
                  </a:lnTo>
                  <a:lnTo>
                    <a:pt x="2194991" y="719607"/>
                  </a:lnTo>
                  <a:lnTo>
                    <a:pt x="2208784" y="723988"/>
                  </a:lnTo>
                  <a:lnTo>
                    <a:pt x="2222512" y="728548"/>
                  </a:lnTo>
                  <a:lnTo>
                    <a:pt x="2232761" y="732078"/>
                  </a:lnTo>
                  <a:lnTo>
                    <a:pt x="2233968" y="728560"/>
                  </a:lnTo>
                  <a:lnTo>
                    <a:pt x="2236914" y="720077"/>
                  </a:lnTo>
                  <a:close/>
                </a:path>
                <a:path w="3689985" h="3689350">
                  <a:moveTo>
                    <a:pt x="2258530" y="3629774"/>
                  </a:moveTo>
                  <a:close/>
                </a:path>
                <a:path w="3689985" h="3689350">
                  <a:moveTo>
                    <a:pt x="2263076" y="3641750"/>
                  </a:moveTo>
                  <a:lnTo>
                    <a:pt x="2261412" y="3634778"/>
                  </a:lnTo>
                  <a:lnTo>
                    <a:pt x="2260142" y="3629393"/>
                  </a:lnTo>
                  <a:lnTo>
                    <a:pt x="2258530" y="3629774"/>
                  </a:lnTo>
                  <a:lnTo>
                    <a:pt x="2236241" y="3634778"/>
                  </a:lnTo>
                  <a:lnTo>
                    <a:pt x="2214016" y="3639464"/>
                  </a:lnTo>
                  <a:lnTo>
                    <a:pt x="2210727" y="3640112"/>
                  </a:lnTo>
                  <a:lnTo>
                    <a:pt x="2213191" y="3652570"/>
                  </a:lnTo>
                  <a:lnTo>
                    <a:pt x="2216518" y="3651923"/>
                  </a:lnTo>
                  <a:lnTo>
                    <a:pt x="2238984" y="3647173"/>
                  </a:lnTo>
                  <a:lnTo>
                    <a:pt x="2261349" y="3642156"/>
                  </a:lnTo>
                  <a:lnTo>
                    <a:pt x="2263076" y="3641750"/>
                  </a:lnTo>
                  <a:close/>
                </a:path>
                <a:path w="3689985" h="3689350">
                  <a:moveTo>
                    <a:pt x="2270607" y="49339"/>
                  </a:moveTo>
                  <a:lnTo>
                    <a:pt x="2261349" y="47142"/>
                  </a:lnTo>
                  <a:lnTo>
                    <a:pt x="2238984" y="42125"/>
                  </a:lnTo>
                  <a:lnTo>
                    <a:pt x="2220861" y="38303"/>
                  </a:lnTo>
                  <a:lnTo>
                    <a:pt x="2218232" y="50723"/>
                  </a:lnTo>
                  <a:lnTo>
                    <a:pt x="2236241" y="54521"/>
                  </a:lnTo>
                  <a:lnTo>
                    <a:pt x="2258453" y="59512"/>
                  </a:lnTo>
                  <a:lnTo>
                    <a:pt x="2267674" y="61696"/>
                  </a:lnTo>
                  <a:lnTo>
                    <a:pt x="2268182" y="59524"/>
                  </a:lnTo>
                  <a:lnTo>
                    <a:pt x="2270607" y="49339"/>
                  </a:lnTo>
                  <a:close/>
                </a:path>
                <a:path w="3689985" h="3689350">
                  <a:moveTo>
                    <a:pt x="2277681" y="2954070"/>
                  </a:moveTo>
                  <a:lnTo>
                    <a:pt x="2276525" y="2951086"/>
                  </a:lnTo>
                  <a:lnTo>
                    <a:pt x="2273096" y="2942221"/>
                  </a:lnTo>
                  <a:lnTo>
                    <a:pt x="2263292" y="2946019"/>
                  </a:lnTo>
                  <a:lnTo>
                    <a:pt x="2249728" y="2951086"/>
                  </a:lnTo>
                  <a:lnTo>
                    <a:pt x="2236228" y="2955925"/>
                  </a:lnTo>
                  <a:lnTo>
                    <a:pt x="2225611" y="2959595"/>
                  </a:lnTo>
                  <a:lnTo>
                    <a:pt x="2229751" y="2971596"/>
                  </a:lnTo>
                  <a:lnTo>
                    <a:pt x="2240407" y="2967913"/>
                  </a:lnTo>
                  <a:lnTo>
                    <a:pt x="2254123" y="2962999"/>
                  </a:lnTo>
                  <a:lnTo>
                    <a:pt x="2267762" y="2957906"/>
                  </a:lnTo>
                  <a:lnTo>
                    <a:pt x="2277681" y="2954070"/>
                  </a:lnTo>
                  <a:close/>
                </a:path>
                <a:path w="3689985" h="3689350">
                  <a:moveTo>
                    <a:pt x="2320099" y="752652"/>
                  </a:moveTo>
                  <a:lnTo>
                    <a:pt x="2310142" y="748372"/>
                  </a:lnTo>
                  <a:lnTo>
                    <a:pt x="2308199" y="747534"/>
                  </a:lnTo>
                  <a:lnTo>
                    <a:pt x="2294801" y="741959"/>
                  </a:lnTo>
                  <a:lnTo>
                    <a:pt x="2281326" y="736549"/>
                  </a:lnTo>
                  <a:lnTo>
                    <a:pt x="2272893" y="733285"/>
                  </a:lnTo>
                  <a:lnTo>
                    <a:pt x="2268309" y="745121"/>
                  </a:lnTo>
                  <a:lnTo>
                    <a:pt x="2276627" y="748347"/>
                  </a:lnTo>
                  <a:lnTo>
                    <a:pt x="2289962" y="753706"/>
                  </a:lnTo>
                  <a:lnTo>
                    <a:pt x="2303208" y="759206"/>
                  </a:lnTo>
                  <a:lnTo>
                    <a:pt x="2315083" y="764324"/>
                  </a:lnTo>
                  <a:lnTo>
                    <a:pt x="2319629" y="753732"/>
                  </a:lnTo>
                  <a:lnTo>
                    <a:pt x="2320099" y="752652"/>
                  </a:lnTo>
                  <a:close/>
                </a:path>
                <a:path w="3689985" h="3689350">
                  <a:moveTo>
                    <a:pt x="2349385" y="3619512"/>
                  </a:moveTo>
                  <a:lnTo>
                    <a:pt x="2349246" y="3619030"/>
                  </a:lnTo>
                  <a:lnTo>
                    <a:pt x="2347645" y="3613251"/>
                  </a:lnTo>
                  <a:lnTo>
                    <a:pt x="2345994" y="3607282"/>
                  </a:lnTo>
                  <a:lnTo>
                    <a:pt x="2324468" y="3613251"/>
                  </a:lnTo>
                  <a:lnTo>
                    <a:pt x="2302573" y="3619030"/>
                  </a:lnTo>
                  <a:lnTo>
                    <a:pt x="2297074" y="3620401"/>
                  </a:lnTo>
                  <a:lnTo>
                    <a:pt x="2300173" y="3632720"/>
                  </a:lnTo>
                  <a:lnTo>
                    <a:pt x="2305774" y="3631323"/>
                  </a:lnTo>
                  <a:lnTo>
                    <a:pt x="2327821" y="3625494"/>
                  </a:lnTo>
                  <a:lnTo>
                    <a:pt x="2349385" y="3619512"/>
                  </a:lnTo>
                  <a:close/>
                </a:path>
                <a:path w="3689985" h="3689350">
                  <a:moveTo>
                    <a:pt x="2356891" y="71958"/>
                  </a:moveTo>
                  <a:lnTo>
                    <a:pt x="2349766" y="69888"/>
                  </a:lnTo>
                  <a:lnTo>
                    <a:pt x="2327821" y="63804"/>
                  </a:lnTo>
                  <a:lnTo>
                    <a:pt x="2307742" y="58496"/>
                  </a:lnTo>
                  <a:lnTo>
                    <a:pt x="2304504" y="70777"/>
                  </a:lnTo>
                  <a:lnTo>
                    <a:pt x="2324468" y="76047"/>
                  </a:lnTo>
                  <a:lnTo>
                    <a:pt x="2346261" y="82092"/>
                  </a:lnTo>
                  <a:lnTo>
                    <a:pt x="2353348" y="84150"/>
                  </a:lnTo>
                  <a:lnTo>
                    <a:pt x="2356891" y="71958"/>
                  </a:lnTo>
                  <a:close/>
                </a:path>
                <a:path w="3689985" h="3689350">
                  <a:moveTo>
                    <a:pt x="2359622" y="2918460"/>
                  </a:moveTo>
                  <a:lnTo>
                    <a:pt x="2354173" y="2906979"/>
                  </a:lnTo>
                  <a:lnTo>
                    <a:pt x="2342540" y="2912503"/>
                  </a:lnTo>
                  <a:lnTo>
                    <a:pt x="2329548" y="2918472"/>
                  </a:lnTo>
                  <a:lnTo>
                    <a:pt x="2316391" y="2924327"/>
                  </a:lnTo>
                  <a:lnTo>
                    <a:pt x="2308136" y="2927870"/>
                  </a:lnTo>
                  <a:lnTo>
                    <a:pt x="2313152" y="2939542"/>
                  </a:lnTo>
                  <a:lnTo>
                    <a:pt x="2321509" y="2935948"/>
                  </a:lnTo>
                  <a:lnTo>
                    <a:pt x="2334742" y="2930067"/>
                  </a:lnTo>
                  <a:lnTo>
                    <a:pt x="2347214" y="2924327"/>
                  </a:lnTo>
                  <a:lnTo>
                    <a:pt x="2359507" y="2918510"/>
                  </a:lnTo>
                  <a:close/>
                </a:path>
                <a:path w="3689985" h="3689350">
                  <a:moveTo>
                    <a:pt x="2400668" y="791451"/>
                  </a:moveTo>
                  <a:lnTo>
                    <a:pt x="2396198" y="789114"/>
                  </a:lnTo>
                  <a:lnTo>
                    <a:pt x="2386787" y="784225"/>
                  </a:lnTo>
                  <a:lnTo>
                    <a:pt x="2384018" y="782828"/>
                  </a:lnTo>
                  <a:lnTo>
                    <a:pt x="2373909" y="777722"/>
                  </a:lnTo>
                  <a:lnTo>
                    <a:pt x="2360942" y="771372"/>
                  </a:lnTo>
                  <a:lnTo>
                    <a:pt x="2354986" y="768553"/>
                  </a:lnTo>
                  <a:lnTo>
                    <a:pt x="2349538" y="780021"/>
                  </a:lnTo>
                  <a:lnTo>
                    <a:pt x="2355392" y="782802"/>
                  </a:lnTo>
                  <a:lnTo>
                    <a:pt x="2368270" y="789114"/>
                  </a:lnTo>
                  <a:lnTo>
                    <a:pt x="2380970" y="795502"/>
                  </a:lnTo>
                  <a:lnTo>
                    <a:pt x="2393619" y="802081"/>
                  </a:lnTo>
                  <a:lnTo>
                    <a:pt x="2394674" y="802652"/>
                  </a:lnTo>
                  <a:lnTo>
                    <a:pt x="2400668" y="791451"/>
                  </a:lnTo>
                  <a:close/>
                </a:path>
                <a:path w="3689985" h="3689350">
                  <a:moveTo>
                    <a:pt x="2434577" y="3593071"/>
                  </a:moveTo>
                  <a:lnTo>
                    <a:pt x="2432723" y="3587521"/>
                  </a:lnTo>
                  <a:lnTo>
                    <a:pt x="2430576" y="3581019"/>
                  </a:lnTo>
                  <a:lnTo>
                    <a:pt x="2411031" y="3587496"/>
                  </a:lnTo>
                  <a:lnTo>
                    <a:pt x="2389581" y="3594316"/>
                  </a:lnTo>
                  <a:lnTo>
                    <a:pt x="2382367" y="3596513"/>
                  </a:lnTo>
                  <a:lnTo>
                    <a:pt x="2386063" y="3608667"/>
                  </a:lnTo>
                  <a:lnTo>
                    <a:pt x="2393315" y="3606457"/>
                  </a:lnTo>
                  <a:lnTo>
                    <a:pt x="2414917" y="3599586"/>
                  </a:lnTo>
                  <a:lnTo>
                    <a:pt x="2430742" y="3594341"/>
                  </a:lnTo>
                  <a:lnTo>
                    <a:pt x="2434577" y="3593071"/>
                  </a:lnTo>
                  <a:close/>
                </a:path>
                <a:path w="3689985" h="3689350">
                  <a:moveTo>
                    <a:pt x="2438704" y="2876727"/>
                  </a:moveTo>
                  <a:lnTo>
                    <a:pt x="2432735" y="2866504"/>
                  </a:lnTo>
                  <a:lnTo>
                    <a:pt x="2432304" y="2865755"/>
                  </a:lnTo>
                  <a:lnTo>
                    <a:pt x="2431097" y="2866466"/>
                  </a:lnTo>
                  <a:lnTo>
                    <a:pt x="2418689" y="2873489"/>
                  </a:lnTo>
                  <a:lnTo>
                    <a:pt x="2406256" y="2880360"/>
                  </a:lnTo>
                  <a:lnTo>
                    <a:pt x="2393683" y="2887078"/>
                  </a:lnTo>
                  <a:lnTo>
                    <a:pt x="2388031" y="2890024"/>
                  </a:lnTo>
                  <a:lnTo>
                    <a:pt x="2393886" y="2901289"/>
                  </a:lnTo>
                  <a:lnTo>
                    <a:pt x="2399576" y="2898330"/>
                  </a:lnTo>
                  <a:lnTo>
                    <a:pt x="2412276" y="2891536"/>
                  </a:lnTo>
                  <a:lnTo>
                    <a:pt x="2420289" y="2887116"/>
                  </a:lnTo>
                  <a:lnTo>
                    <a:pt x="2424887" y="2884589"/>
                  </a:lnTo>
                  <a:lnTo>
                    <a:pt x="2437396" y="2877489"/>
                  </a:lnTo>
                  <a:lnTo>
                    <a:pt x="2438704" y="2876727"/>
                  </a:lnTo>
                  <a:close/>
                </a:path>
                <a:path w="3689985" h="3689350">
                  <a:moveTo>
                    <a:pt x="2441981" y="98755"/>
                  </a:moveTo>
                  <a:lnTo>
                    <a:pt x="2436406" y="96824"/>
                  </a:lnTo>
                  <a:lnTo>
                    <a:pt x="2414917" y="89712"/>
                  </a:lnTo>
                  <a:lnTo>
                    <a:pt x="2393543" y="82918"/>
                  </a:lnTo>
                  <a:lnTo>
                    <a:pt x="2389708" y="95021"/>
                  </a:lnTo>
                  <a:lnTo>
                    <a:pt x="2410955" y="101777"/>
                  </a:lnTo>
                  <a:lnTo>
                    <a:pt x="2432304" y="108864"/>
                  </a:lnTo>
                  <a:lnTo>
                    <a:pt x="2437841" y="110756"/>
                  </a:lnTo>
                  <a:lnTo>
                    <a:pt x="2438489" y="108877"/>
                  </a:lnTo>
                  <a:lnTo>
                    <a:pt x="2441981" y="98755"/>
                  </a:lnTo>
                  <a:close/>
                </a:path>
                <a:path w="3689985" h="3689350">
                  <a:moveTo>
                    <a:pt x="2478011" y="836168"/>
                  </a:moveTo>
                  <a:lnTo>
                    <a:pt x="2474366" y="833869"/>
                  </a:lnTo>
                  <a:lnTo>
                    <a:pt x="2467927" y="829906"/>
                  </a:lnTo>
                  <a:lnTo>
                    <a:pt x="2462136" y="826338"/>
                  </a:lnTo>
                  <a:lnTo>
                    <a:pt x="2449817" y="818946"/>
                  </a:lnTo>
                  <a:lnTo>
                    <a:pt x="2437396" y="811707"/>
                  </a:lnTo>
                  <a:lnTo>
                    <a:pt x="2434183" y="809891"/>
                  </a:lnTo>
                  <a:lnTo>
                    <a:pt x="2427922" y="820940"/>
                  </a:lnTo>
                  <a:lnTo>
                    <a:pt x="2431034" y="822706"/>
                  </a:lnTo>
                  <a:lnTo>
                    <a:pt x="2443315" y="829868"/>
                  </a:lnTo>
                  <a:lnTo>
                    <a:pt x="2455507" y="837171"/>
                  </a:lnTo>
                  <a:lnTo>
                    <a:pt x="2467610" y="844626"/>
                  </a:lnTo>
                  <a:lnTo>
                    <a:pt x="2471216" y="846899"/>
                  </a:lnTo>
                  <a:lnTo>
                    <a:pt x="2472626" y="844664"/>
                  </a:lnTo>
                  <a:lnTo>
                    <a:pt x="2477351" y="837209"/>
                  </a:lnTo>
                  <a:lnTo>
                    <a:pt x="2478011" y="836168"/>
                  </a:lnTo>
                  <a:close/>
                </a:path>
                <a:path w="3689985" h="3689350">
                  <a:moveTo>
                    <a:pt x="2514358" y="2829217"/>
                  </a:moveTo>
                  <a:lnTo>
                    <a:pt x="2507183" y="2818739"/>
                  </a:lnTo>
                  <a:lnTo>
                    <a:pt x="2503373" y="2821355"/>
                  </a:lnTo>
                  <a:lnTo>
                    <a:pt x="2491575" y="2829217"/>
                  </a:lnTo>
                  <a:lnTo>
                    <a:pt x="2479675" y="2836951"/>
                  </a:lnTo>
                  <a:lnTo>
                    <a:pt x="2467673" y="2844546"/>
                  </a:lnTo>
                  <a:lnTo>
                    <a:pt x="2464866" y="2846273"/>
                  </a:lnTo>
                  <a:lnTo>
                    <a:pt x="2471521" y="2857081"/>
                  </a:lnTo>
                  <a:lnTo>
                    <a:pt x="2474366" y="2855341"/>
                  </a:lnTo>
                  <a:lnTo>
                    <a:pt x="2486495" y="2847657"/>
                  </a:lnTo>
                  <a:lnTo>
                    <a:pt x="2498521" y="2839847"/>
                  </a:lnTo>
                  <a:lnTo>
                    <a:pt x="2510447" y="2831896"/>
                  </a:lnTo>
                  <a:lnTo>
                    <a:pt x="2514282" y="2829268"/>
                  </a:lnTo>
                  <a:close/>
                </a:path>
                <a:path w="3689985" h="3689350">
                  <a:moveTo>
                    <a:pt x="2518384" y="3562515"/>
                  </a:moveTo>
                  <a:lnTo>
                    <a:pt x="2513800" y="3550666"/>
                  </a:lnTo>
                  <a:lnTo>
                    <a:pt x="2495689" y="3557689"/>
                  </a:lnTo>
                  <a:lnTo>
                    <a:pt x="2474696" y="3565512"/>
                  </a:lnTo>
                  <a:lnTo>
                    <a:pt x="2466403" y="3568496"/>
                  </a:lnTo>
                  <a:lnTo>
                    <a:pt x="2470696" y="3580447"/>
                  </a:lnTo>
                  <a:lnTo>
                    <a:pt x="2479027" y="3577450"/>
                  </a:lnTo>
                  <a:lnTo>
                    <a:pt x="2500160" y="3569576"/>
                  </a:lnTo>
                  <a:lnTo>
                    <a:pt x="2510574" y="3565537"/>
                  </a:lnTo>
                  <a:lnTo>
                    <a:pt x="2518384" y="3562515"/>
                  </a:lnTo>
                  <a:close/>
                </a:path>
                <a:path w="3689985" h="3689350">
                  <a:moveTo>
                    <a:pt x="2525661" y="129667"/>
                  </a:moveTo>
                  <a:lnTo>
                    <a:pt x="2521166" y="127863"/>
                  </a:lnTo>
                  <a:lnTo>
                    <a:pt x="2500160" y="119722"/>
                  </a:lnTo>
                  <a:lnTo>
                    <a:pt x="2477986" y="111467"/>
                  </a:lnTo>
                  <a:lnTo>
                    <a:pt x="2473680" y="123418"/>
                  </a:lnTo>
                  <a:lnTo>
                    <a:pt x="2495613" y="131584"/>
                  </a:lnTo>
                  <a:lnTo>
                    <a:pt x="2516467" y="139661"/>
                  </a:lnTo>
                  <a:lnTo>
                    <a:pt x="2520924" y="141452"/>
                  </a:lnTo>
                  <a:lnTo>
                    <a:pt x="2521623" y="139687"/>
                  </a:lnTo>
                  <a:lnTo>
                    <a:pt x="2524874" y="131610"/>
                  </a:lnTo>
                  <a:lnTo>
                    <a:pt x="2525661" y="129667"/>
                  </a:lnTo>
                  <a:close/>
                </a:path>
                <a:path w="3689985" h="3689350">
                  <a:moveTo>
                    <a:pt x="2551785" y="886548"/>
                  </a:moveTo>
                  <a:lnTo>
                    <a:pt x="2545613" y="882002"/>
                  </a:lnTo>
                  <a:lnTo>
                    <a:pt x="2537066" y="875855"/>
                  </a:lnTo>
                  <a:lnTo>
                    <a:pt x="2533993" y="873633"/>
                  </a:lnTo>
                  <a:lnTo>
                    <a:pt x="2522270" y="865403"/>
                  </a:lnTo>
                  <a:lnTo>
                    <a:pt x="2510066" y="857046"/>
                  </a:lnTo>
                  <a:lnTo>
                    <a:pt x="2503017" y="867613"/>
                  </a:lnTo>
                  <a:lnTo>
                    <a:pt x="2515006" y="875817"/>
                  </a:lnTo>
                  <a:lnTo>
                    <a:pt x="2526601" y="883958"/>
                  </a:lnTo>
                  <a:lnTo>
                    <a:pt x="2538095" y="892238"/>
                  </a:lnTo>
                  <a:lnTo>
                    <a:pt x="2544241" y="896772"/>
                  </a:lnTo>
                  <a:lnTo>
                    <a:pt x="2547556" y="892276"/>
                  </a:lnTo>
                  <a:lnTo>
                    <a:pt x="2551785" y="886548"/>
                  </a:lnTo>
                  <a:close/>
                </a:path>
                <a:path w="3689985" h="3689350">
                  <a:moveTo>
                    <a:pt x="2586253" y="2776182"/>
                  </a:moveTo>
                  <a:lnTo>
                    <a:pt x="2582380" y="2771330"/>
                  </a:lnTo>
                  <a:lnTo>
                    <a:pt x="2578341" y="2766250"/>
                  </a:lnTo>
                  <a:lnTo>
                    <a:pt x="2572016" y="2771279"/>
                  </a:lnTo>
                  <a:lnTo>
                    <a:pt x="2560815" y="2779966"/>
                  </a:lnTo>
                  <a:lnTo>
                    <a:pt x="2549525" y="2788513"/>
                  </a:lnTo>
                  <a:lnTo>
                    <a:pt x="2538145" y="2796933"/>
                  </a:lnTo>
                  <a:lnTo>
                    <a:pt x="2545689" y="2807144"/>
                  </a:lnTo>
                  <a:lnTo>
                    <a:pt x="2557132" y="2798699"/>
                  </a:lnTo>
                  <a:lnTo>
                    <a:pt x="2568537" y="2790063"/>
                  </a:lnTo>
                  <a:lnTo>
                    <a:pt x="2579840" y="2781287"/>
                  </a:lnTo>
                  <a:lnTo>
                    <a:pt x="2586253" y="2776182"/>
                  </a:lnTo>
                  <a:close/>
                </a:path>
                <a:path w="3689985" h="3689350">
                  <a:moveTo>
                    <a:pt x="2600604" y="3527907"/>
                  </a:moveTo>
                  <a:lnTo>
                    <a:pt x="2598826" y="3523932"/>
                  </a:lnTo>
                  <a:lnTo>
                    <a:pt x="2595448" y="3516312"/>
                  </a:lnTo>
                  <a:lnTo>
                    <a:pt x="2578379" y="3523894"/>
                  </a:lnTo>
                  <a:lnTo>
                    <a:pt x="2557894" y="3532708"/>
                  </a:lnTo>
                  <a:lnTo>
                    <a:pt x="2548966" y="3536429"/>
                  </a:lnTo>
                  <a:lnTo>
                    <a:pt x="2553843" y="3548151"/>
                  </a:lnTo>
                  <a:lnTo>
                    <a:pt x="2562809" y="3544430"/>
                  </a:lnTo>
                  <a:lnTo>
                    <a:pt x="2583434" y="3535553"/>
                  </a:lnTo>
                  <a:lnTo>
                    <a:pt x="2589733" y="3532746"/>
                  </a:lnTo>
                  <a:lnTo>
                    <a:pt x="2600604" y="3527907"/>
                  </a:lnTo>
                  <a:close/>
                </a:path>
                <a:path w="3689985" h="3689350">
                  <a:moveTo>
                    <a:pt x="2607729" y="164604"/>
                  </a:moveTo>
                  <a:lnTo>
                    <a:pt x="2603931" y="162864"/>
                  </a:lnTo>
                  <a:lnTo>
                    <a:pt x="2583434" y="153746"/>
                  </a:lnTo>
                  <a:lnTo>
                    <a:pt x="2562809" y="144868"/>
                  </a:lnTo>
                  <a:lnTo>
                    <a:pt x="2560993" y="144119"/>
                  </a:lnTo>
                  <a:lnTo>
                    <a:pt x="2556116" y="155841"/>
                  </a:lnTo>
                  <a:lnTo>
                    <a:pt x="2557818" y="156552"/>
                  </a:lnTo>
                  <a:lnTo>
                    <a:pt x="2578303" y="165366"/>
                  </a:lnTo>
                  <a:lnTo>
                    <a:pt x="2598661" y="174421"/>
                  </a:lnTo>
                  <a:lnTo>
                    <a:pt x="2602420" y="176149"/>
                  </a:lnTo>
                  <a:lnTo>
                    <a:pt x="2603195" y="174447"/>
                  </a:lnTo>
                  <a:lnTo>
                    <a:pt x="2607729" y="164604"/>
                  </a:lnTo>
                  <a:close/>
                </a:path>
                <a:path w="3689985" h="3689350">
                  <a:moveTo>
                    <a:pt x="2621584" y="942301"/>
                  </a:moveTo>
                  <a:lnTo>
                    <a:pt x="2613837" y="935672"/>
                  </a:lnTo>
                  <a:lnTo>
                    <a:pt x="2603157" y="926731"/>
                  </a:lnTo>
                  <a:lnTo>
                    <a:pt x="2602103" y="925842"/>
                  </a:lnTo>
                  <a:lnTo>
                    <a:pt x="2591028" y="916813"/>
                  </a:lnTo>
                  <a:lnTo>
                    <a:pt x="2582240" y="909828"/>
                  </a:lnTo>
                  <a:lnTo>
                    <a:pt x="2574328" y="919759"/>
                  </a:lnTo>
                  <a:lnTo>
                    <a:pt x="2583040" y="926693"/>
                  </a:lnTo>
                  <a:lnTo>
                    <a:pt x="2593987" y="935621"/>
                  </a:lnTo>
                  <a:lnTo>
                    <a:pt x="2604846" y="944689"/>
                  </a:lnTo>
                  <a:lnTo>
                    <a:pt x="2613329" y="951953"/>
                  </a:lnTo>
                  <a:lnTo>
                    <a:pt x="2619502" y="944727"/>
                  </a:lnTo>
                  <a:lnTo>
                    <a:pt x="2621584" y="942301"/>
                  </a:lnTo>
                  <a:close/>
                </a:path>
                <a:path w="3689985" h="3689350">
                  <a:moveTo>
                    <a:pt x="2653995" y="2717939"/>
                  </a:moveTo>
                  <a:lnTo>
                    <a:pt x="2652712" y="2716555"/>
                  </a:lnTo>
                  <a:lnTo>
                    <a:pt x="2645397" y="2708592"/>
                  </a:lnTo>
                  <a:lnTo>
                    <a:pt x="2636786" y="2716504"/>
                  </a:lnTo>
                  <a:lnTo>
                    <a:pt x="2626271" y="2725953"/>
                  </a:lnTo>
                  <a:lnTo>
                    <a:pt x="2615641" y="2735275"/>
                  </a:lnTo>
                  <a:lnTo>
                    <a:pt x="2607576" y="2742171"/>
                  </a:lnTo>
                  <a:lnTo>
                    <a:pt x="2615844" y="2751823"/>
                  </a:lnTo>
                  <a:lnTo>
                    <a:pt x="2623934" y="2744901"/>
                  </a:lnTo>
                  <a:lnTo>
                    <a:pt x="2634843" y="2735326"/>
                  </a:lnTo>
                  <a:lnTo>
                    <a:pt x="2645232" y="2726004"/>
                  </a:lnTo>
                  <a:lnTo>
                    <a:pt x="2653995" y="2717939"/>
                  </a:lnTo>
                  <a:close/>
                </a:path>
                <a:path w="3689985" h="3689350">
                  <a:moveTo>
                    <a:pt x="2681046" y="3489363"/>
                  </a:moveTo>
                  <a:lnTo>
                    <a:pt x="2679484" y="3486289"/>
                  </a:lnTo>
                  <a:lnTo>
                    <a:pt x="2675318" y="3478022"/>
                  </a:lnTo>
                  <a:lnTo>
                    <a:pt x="2658999" y="3486251"/>
                  </a:lnTo>
                  <a:lnTo>
                    <a:pt x="2639047" y="3496018"/>
                  </a:lnTo>
                  <a:lnTo>
                    <a:pt x="2629878" y="3500374"/>
                  </a:lnTo>
                  <a:lnTo>
                    <a:pt x="2635326" y="3511842"/>
                  </a:lnTo>
                  <a:lnTo>
                    <a:pt x="2644521" y="3507486"/>
                  </a:lnTo>
                  <a:lnTo>
                    <a:pt x="2664612" y="3497643"/>
                  </a:lnTo>
                  <a:lnTo>
                    <a:pt x="2667762" y="3496056"/>
                  </a:lnTo>
                  <a:lnTo>
                    <a:pt x="2681046" y="3489363"/>
                  </a:lnTo>
                  <a:close/>
                </a:path>
                <a:path w="3689985" h="3689350">
                  <a:moveTo>
                    <a:pt x="2687104" y="1003147"/>
                  </a:moveTo>
                  <a:lnTo>
                    <a:pt x="2676499" y="992657"/>
                  </a:lnTo>
                  <a:lnTo>
                    <a:pt x="2666212" y="982738"/>
                  </a:lnTo>
                  <a:lnTo>
                    <a:pt x="2655824" y="972934"/>
                  </a:lnTo>
                  <a:lnTo>
                    <a:pt x="2650210" y="967778"/>
                  </a:lnTo>
                  <a:lnTo>
                    <a:pt x="2641612" y="977125"/>
                  </a:lnTo>
                  <a:lnTo>
                    <a:pt x="2647137" y="982205"/>
                  </a:lnTo>
                  <a:lnTo>
                    <a:pt x="2657424" y="991895"/>
                  </a:lnTo>
                  <a:lnTo>
                    <a:pt x="2667597" y="1001712"/>
                  </a:lnTo>
                  <a:lnTo>
                    <a:pt x="2677642" y="1011643"/>
                  </a:lnTo>
                  <a:lnTo>
                    <a:pt x="2678074" y="1012075"/>
                  </a:lnTo>
                  <a:lnTo>
                    <a:pt x="2678455" y="1011694"/>
                  </a:lnTo>
                  <a:lnTo>
                    <a:pt x="2687104" y="1003147"/>
                  </a:lnTo>
                  <a:close/>
                </a:path>
                <a:path w="3689985" h="3689350">
                  <a:moveTo>
                    <a:pt x="2688005" y="203504"/>
                  </a:moveTo>
                  <a:lnTo>
                    <a:pt x="2684576" y="201726"/>
                  </a:lnTo>
                  <a:lnTo>
                    <a:pt x="2664612" y="191655"/>
                  </a:lnTo>
                  <a:lnTo>
                    <a:pt x="2644521" y="181813"/>
                  </a:lnTo>
                  <a:lnTo>
                    <a:pt x="2642311" y="180771"/>
                  </a:lnTo>
                  <a:lnTo>
                    <a:pt x="2636875" y="192239"/>
                  </a:lnTo>
                  <a:lnTo>
                    <a:pt x="2638971" y="193243"/>
                  </a:lnTo>
                  <a:lnTo>
                    <a:pt x="2658935" y="203009"/>
                  </a:lnTo>
                  <a:lnTo>
                    <a:pt x="2678747" y="213004"/>
                  </a:lnTo>
                  <a:lnTo>
                    <a:pt x="2682151" y="214769"/>
                  </a:lnTo>
                  <a:lnTo>
                    <a:pt x="2683040" y="213042"/>
                  </a:lnTo>
                  <a:lnTo>
                    <a:pt x="2688005" y="203504"/>
                  </a:lnTo>
                  <a:close/>
                </a:path>
                <a:path w="3689985" h="3689350">
                  <a:moveTo>
                    <a:pt x="2717254" y="2654757"/>
                  </a:moveTo>
                  <a:lnTo>
                    <a:pt x="2707906" y="2646159"/>
                  </a:lnTo>
                  <a:lnTo>
                    <a:pt x="2707119" y="2646997"/>
                  </a:lnTo>
                  <a:lnTo>
                    <a:pt x="2697429" y="2657284"/>
                  </a:lnTo>
                  <a:lnTo>
                    <a:pt x="2687624" y="2667457"/>
                  </a:lnTo>
                  <a:lnTo>
                    <a:pt x="2677680" y="2677503"/>
                  </a:lnTo>
                  <a:lnTo>
                    <a:pt x="2672740" y="2682405"/>
                  </a:lnTo>
                  <a:lnTo>
                    <a:pt x="2681668" y="2691434"/>
                  </a:lnTo>
                  <a:lnTo>
                    <a:pt x="2686659" y="2686507"/>
                  </a:lnTo>
                  <a:lnTo>
                    <a:pt x="2696692" y="2676347"/>
                  </a:lnTo>
                  <a:lnTo>
                    <a:pt x="2706611" y="2666073"/>
                  </a:lnTo>
                  <a:lnTo>
                    <a:pt x="2717254" y="2654757"/>
                  </a:lnTo>
                  <a:close/>
                </a:path>
                <a:path w="3689985" h="3689350">
                  <a:moveTo>
                    <a:pt x="2747822" y="1068666"/>
                  </a:moveTo>
                  <a:lnTo>
                    <a:pt x="2716403" y="1033526"/>
                  </a:lnTo>
                  <a:lnTo>
                    <a:pt x="2713685" y="1030643"/>
                  </a:lnTo>
                  <a:lnTo>
                    <a:pt x="2704439" y="1039355"/>
                  </a:lnTo>
                  <a:lnTo>
                    <a:pt x="2707081" y="1042149"/>
                  </a:lnTo>
                  <a:lnTo>
                    <a:pt x="2716657" y="1052550"/>
                  </a:lnTo>
                  <a:lnTo>
                    <a:pt x="2726093" y="1063066"/>
                  </a:lnTo>
                  <a:lnTo>
                    <a:pt x="2735415" y="1073696"/>
                  </a:lnTo>
                  <a:lnTo>
                    <a:pt x="2738183" y="1076921"/>
                  </a:lnTo>
                  <a:lnTo>
                    <a:pt x="2747822" y="1068666"/>
                  </a:lnTo>
                  <a:close/>
                </a:path>
                <a:path w="3689985" h="3689350">
                  <a:moveTo>
                    <a:pt x="2759519" y="3446945"/>
                  </a:moveTo>
                  <a:lnTo>
                    <a:pt x="2758363" y="3444913"/>
                  </a:lnTo>
                  <a:lnTo>
                    <a:pt x="2753245" y="3435908"/>
                  </a:lnTo>
                  <a:lnTo>
                    <a:pt x="2737434" y="3444875"/>
                  </a:lnTo>
                  <a:lnTo>
                    <a:pt x="2718003" y="3455568"/>
                  </a:lnTo>
                  <a:lnTo>
                    <a:pt x="2708948" y="3460432"/>
                  </a:lnTo>
                  <a:lnTo>
                    <a:pt x="2714942" y="3471634"/>
                  </a:lnTo>
                  <a:lnTo>
                    <a:pt x="2724061" y="3466744"/>
                  </a:lnTo>
                  <a:lnTo>
                    <a:pt x="2743593" y="3455974"/>
                  </a:lnTo>
                  <a:lnTo>
                    <a:pt x="2759519" y="3446945"/>
                  </a:lnTo>
                  <a:close/>
                </a:path>
                <a:path w="3689985" h="3689350">
                  <a:moveTo>
                    <a:pt x="2766301" y="246240"/>
                  </a:moveTo>
                  <a:lnTo>
                    <a:pt x="2763177" y="244424"/>
                  </a:lnTo>
                  <a:lnTo>
                    <a:pt x="2744305" y="233730"/>
                  </a:lnTo>
                  <a:lnTo>
                    <a:pt x="2724061" y="222554"/>
                  </a:lnTo>
                  <a:lnTo>
                    <a:pt x="2721762" y="221322"/>
                  </a:lnTo>
                  <a:lnTo>
                    <a:pt x="2715768" y="232524"/>
                  </a:lnTo>
                  <a:lnTo>
                    <a:pt x="2717965" y="233692"/>
                  </a:lnTo>
                  <a:lnTo>
                    <a:pt x="2737370" y="244386"/>
                  </a:lnTo>
                  <a:lnTo>
                    <a:pt x="2756624" y="255308"/>
                  </a:lnTo>
                  <a:lnTo>
                    <a:pt x="2759900" y="257213"/>
                  </a:lnTo>
                  <a:lnTo>
                    <a:pt x="2766301" y="246240"/>
                  </a:lnTo>
                  <a:close/>
                </a:path>
                <a:path w="3689985" h="3689350">
                  <a:moveTo>
                    <a:pt x="2775559" y="2587079"/>
                  </a:moveTo>
                  <a:lnTo>
                    <a:pt x="2770352" y="2582951"/>
                  </a:lnTo>
                  <a:lnTo>
                    <a:pt x="2765615" y="2579179"/>
                  </a:lnTo>
                  <a:lnTo>
                    <a:pt x="2762656" y="2582888"/>
                  </a:lnTo>
                  <a:lnTo>
                    <a:pt x="2753728" y="2593848"/>
                  </a:lnTo>
                  <a:lnTo>
                    <a:pt x="2744647" y="2604706"/>
                  </a:lnTo>
                  <a:lnTo>
                    <a:pt x="2735453" y="2615450"/>
                  </a:lnTo>
                  <a:lnTo>
                    <a:pt x="2733281" y="2617952"/>
                  </a:lnTo>
                  <a:lnTo>
                    <a:pt x="2742819" y="2626322"/>
                  </a:lnTo>
                  <a:lnTo>
                    <a:pt x="2745041" y="2623794"/>
                  </a:lnTo>
                  <a:lnTo>
                    <a:pt x="2754338" y="2612936"/>
                  </a:lnTo>
                  <a:lnTo>
                    <a:pt x="2763494" y="2601963"/>
                  </a:lnTo>
                  <a:lnTo>
                    <a:pt x="2770060" y="2593911"/>
                  </a:lnTo>
                  <a:lnTo>
                    <a:pt x="2772537" y="2590876"/>
                  </a:lnTo>
                  <a:lnTo>
                    <a:pt x="2775559" y="2587079"/>
                  </a:lnTo>
                  <a:close/>
                </a:path>
                <a:path w="3689985" h="3689350">
                  <a:moveTo>
                    <a:pt x="2803499" y="1138529"/>
                  </a:moveTo>
                  <a:lnTo>
                    <a:pt x="2798838" y="1132217"/>
                  </a:lnTo>
                  <a:lnTo>
                    <a:pt x="2796070" y="1128572"/>
                  </a:lnTo>
                  <a:lnTo>
                    <a:pt x="2790202" y="1120813"/>
                  </a:lnTo>
                  <a:lnTo>
                    <a:pt x="2781439" y="1109510"/>
                  </a:lnTo>
                  <a:lnTo>
                    <a:pt x="2778887" y="1106322"/>
                  </a:lnTo>
                  <a:lnTo>
                    <a:pt x="2772308" y="1098054"/>
                  </a:lnTo>
                  <a:lnTo>
                    <a:pt x="2762466" y="1106081"/>
                  </a:lnTo>
                  <a:lnTo>
                    <a:pt x="2762656" y="1106322"/>
                  </a:lnTo>
                  <a:lnTo>
                    <a:pt x="2771432" y="1117333"/>
                  </a:lnTo>
                  <a:lnTo>
                    <a:pt x="2780106" y="1128509"/>
                  </a:lnTo>
                  <a:lnTo>
                    <a:pt x="2788666" y="1139825"/>
                  </a:lnTo>
                  <a:lnTo>
                    <a:pt x="2793288" y="1146073"/>
                  </a:lnTo>
                  <a:lnTo>
                    <a:pt x="2801709" y="1139850"/>
                  </a:lnTo>
                  <a:lnTo>
                    <a:pt x="2803499" y="1138529"/>
                  </a:lnTo>
                  <a:close/>
                </a:path>
                <a:path w="3689985" h="3689350">
                  <a:moveTo>
                    <a:pt x="2828658" y="2515247"/>
                  </a:moveTo>
                  <a:lnTo>
                    <a:pt x="2818180" y="2508072"/>
                  </a:lnTo>
                  <a:lnTo>
                    <a:pt x="2813520" y="2514866"/>
                  </a:lnTo>
                  <a:lnTo>
                    <a:pt x="2805379" y="2526461"/>
                  </a:lnTo>
                  <a:lnTo>
                    <a:pt x="2797098" y="2537955"/>
                  </a:lnTo>
                  <a:lnTo>
                    <a:pt x="2788793" y="2549220"/>
                  </a:lnTo>
                  <a:lnTo>
                    <a:pt x="2799003" y="2556764"/>
                  </a:lnTo>
                  <a:lnTo>
                    <a:pt x="2807347" y="2545473"/>
                  </a:lnTo>
                  <a:lnTo>
                    <a:pt x="2815717" y="2533853"/>
                  </a:lnTo>
                  <a:lnTo>
                    <a:pt x="2823946" y="2522131"/>
                  </a:lnTo>
                  <a:lnTo>
                    <a:pt x="2828658" y="2515247"/>
                  </a:lnTo>
                  <a:close/>
                </a:path>
                <a:path w="3689985" h="3689350">
                  <a:moveTo>
                    <a:pt x="2835846" y="3400793"/>
                  </a:moveTo>
                  <a:lnTo>
                    <a:pt x="2829052" y="3390061"/>
                  </a:lnTo>
                  <a:lnTo>
                    <a:pt x="2813570" y="3399866"/>
                  </a:lnTo>
                  <a:lnTo>
                    <a:pt x="2794736" y="3411448"/>
                  </a:lnTo>
                  <a:lnTo>
                    <a:pt x="2785986" y="3416706"/>
                  </a:lnTo>
                  <a:lnTo>
                    <a:pt x="2792514" y="3427603"/>
                  </a:lnTo>
                  <a:lnTo>
                    <a:pt x="2801315" y="3422319"/>
                  </a:lnTo>
                  <a:lnTo>
                    <a:pt x="2820263" y="3410661"/>
                  </a:lnTo>
                  <a:lnTo>
                    <a:pt x="2835846" y="3400793"/>
                  </a:lnTo>
                  <a:close/>
                </a:path>
                <a:path w="3689985" h="3689350">
                  <a:moveTo>
                    <a:pt x="2842425" y="292722"/>
                  </a:moveTo>
                  <a:lnTo>
                    <a:pt x="2839047" y="290525"/>
                  </a:lnTo>
                  <a:lnTo>
                    <a:pt x="2837319" y="289433"/>
                  </a:lnTo>
                  <a:lnTo>
                    <a:pt x="2820263" y="278638"/>
                  </a:lnTo>
                  <a:lnTo>
                    <a:pt x="2818981" y="277850"/>
                  </a:lnTo>
                  <a:lnTo>
                    <a:pt x="2801315" y="266979"/>
                  </a:lnTo>
                  <a:lnTo>
                    <a:pt x="2799156" y="265684"/>
                  </a:lnTo>
                  <a:lnTo>
                    <a:pt x="2792628" y="276567"/>
                  </a:lnTo>
                  <a:lnTo>
                    <a:pt x="2794685" y="277812"/>
                  </a:lnTo>
                  <a:lnTo>
                    <a:pt x="2813507" y="289394"/>
                  </a:lnTo>
                  <a:lnTo>
                    <a:pt x="2832163" y="301205"/>
                  </a:lnTo>
                  <a:lnTo>
                    <a:pt x="2835503" y="303377"/>
                  </a:lnTo>
                  <a:lnTo>
                    <a:pt x="2836888" y="301244"/>
                  </a:lnTo>
                  <a:lnTo>
                    <a:pt x="2842425" y="292722"/>
                  </a:lnTo>
                  <a:close/>
                </a:path>
                <a:path w="3689985" h="3689350">
                  <a:moveTo>
                    <a:pt x="2853817" y="1212354"/>
                  </a:moveTo>
                  <a:lnTo>
                    <a:pt x="2852153" y="1209738"/>
                  </a:lnTo>
                  <a:lnTo>
                    <a:pt x="2847810" y="1202855"/>
                  </a:lnTo>
                  <a:lnTo>
                    <a:pt x="2839986" y="1190828"/>
                  </a:lnTo>
                  <a:lnTo>
                    <a:pt x="2832036" y="1178902"/>
                  </a:lnTo>
                  <a:lnTo>
                    <a:pt x="2825762" y="1169733"/>
                  </a:lnTo>
                  <a:lnTo>
                    <a:pt x="2815285" y="1176896"/>
                  </a:lnTo>
                  <a:lnTo>
                    <a:pt x="2821495" y="1185976"/>
                  </a:lnTo>
                  <a:lnTo>
                    <a:pt x="2829369" y="1197775"/>
                  </a:lnTo>
                  <a:lnTo>
                    <a:pt x="2837091" y="1209675"/>
                  </a:lnTo>
                  <a:lnTo>
                    <a:pt x="2843085" y="1219136"/>
                  </a:lnTo>
                  <a:lnTo>
                    <a:pt x="2853817" y="1212354"/>
                  </a:lnTo>
                  <a:close/>
                </a:path>
                <a:path w="3689985" h="3689350">
                  <a:moveTo>
                    <a:pt x="2876232" y="2439632"/>
                  </a:moveTo>
                  <a:lnTo>
                    <a:pt x="2865272" y="2433231"/>
                  </a:lnTo>
                  <a:lnTo>
                    <a:pt x="2859468" y="2443175"/>
                  </a:lnTo>
                  <a:lnTo>
                    <a:pt x="2852166" y="2455367"/>
                  </a:lnTo>
                  <a:lnTo>
                    <a:pt x="2844723" y="2467470"/>
                  </a:lnTo>
                  <a:lnTo>
                    <a:pt x="2839034" y="2476462"/>
                  </a:lnTo>
                  <a:lnTo>
                    <a:pt x="2849765" y="2483243"/>
                  </a:lnTo>
                  <a:lnTo>
                    <a:pt x="2855468" y="2474226"/>
                  </a:lnTo>
                  <a:lnTo>
                    <a:pt x="2859595" y="2467533"/>
                  </a:lnTo>
                  <a:lnTo>
                    <a:pt x="2863011" y="2461996"/>
                  </a:lnTo>
                  <a:lnTo>
                    <a:pt x="2866936" y="2455430"/>
                  </a:lnTo>
                  <a:lnTo>
                    <a:pt x="2870390" y="2449677"/>
                  </a:lnTo>
                  <a:lnTo>
                    <a:pt x="2876232" y="2439632"/>
                  </a:lnTo>
                  <a:close/>
                </a:path>
                <a:path w="3689985" h="3689350">
                  <a:moveTo>
                    <a:pt x="2898483" y="1289799"/>
                  </a:moveTo>
                  <a:lnTo>
                    <a:pt x="2894927" y="1283157"/>
                  </a:lnTo>
                  <a:lnTo>
                    <a:pt x="2891675" y="1277061"/>
                  </a:lnTo>
                  <a:lnTo>
                    <a:pt x="2888157" y="1270685"/>
                  </a:lnTo>
                  <a:lnTo>
                    <a:pt x="2884716" y="1264462"/>
                  </a:lnTo>
                  <a:lnTo>
                    <a:pt x="2877629" y="1251953"/>
                  </a:lnTo>
                  <a:lnTo>
                    <a:pt x="2873667" y="1245133"/>
                  </a:lnTo>
                  <a:lnTo>
                    <a:pt x="2862694" y="1251534"/>
                  </a:lnTo>
                  <a:lnTo>
                    <a:pt x="2866606" y="1258239"/>
                  </a:lnTo>
                  <a:lnTo>
                    <a:pt x="2873629" y="1270622"/>
                  </a:lnTo>
                  <a:lnTo>
                    <a:pt x="2880499" y="1283093"/>
                  </a:lnTo>
                  <a:lnTo>
                    <a:pt x="2887256" y="1295730"/>
                  </a:lnTo>
                  <a:lnTo>
                    <a:pt x="2898483" y="1289799"/>
                  </a:lnTo>
                  <a:close/>
                </a:path>
                <a:path w="3689985" h="3689350">
                  <a:moveTo>
                    <a:pt x="2909849" y="3351009"/>
                  </a:moveTo>
                  <a:lnTo>
                    <a:pt x="2902547" y="3340620"/>
                  </a:lnTo>
                  <a:lnTo>
                    <a:pt x="2887281" y="3351339"/>
                  </a:lnTo>
                  <a:lnTo>
                    <a:pt x="2869082" y="3363798"/>
                  </a:lnTo>
                  <a:lnTo>
                    <a:pt x="2860814" y="3369310"/>
                  </a:lnTo>
                  <a:lnTo>
                    <a:pt x="2867863" y="3379876"/>
                  </a:lnTo>
                  <a:lnTo>
                    <a:pt x="2876169" y="3374339"/>
                  </a:lnTo>
                  <a:lnTo>
                    <a:pt x="2894482" y="3361804"/>
                  </a:lnTo>
                  <a:lnTo>
                    <a:pt x="2909849" y="3351009"/>
                  </a:lnTo>
                  <a:close/>
                </a:path>
                <a:path w="3689985" h="3689350">
                  <a:moveTo>
                    <a:pt x="2916224" y="342823"/>
                  </a:moveTo>
                  <a:lnTo>
                    <a:pt x="2912656" y="340258"/>
                  </a:lnTo>
                  <a:lnTo>
                    <a:pt x="2894482" y="327494"/>
                  </a:lnTo>
                  <a:lnTo>
                    <a:pt x="2891561" y="325501"/>
                  </a:lnTo>
                  <a:lnTo>
                    <a:pt x="2876169" y="314960"/>
                  </a:lnTo>
                  <a:lnTo>
                    <a:pt x="2874302" y="313715"/>
                  </a:lnTo>
                  <a:lnTo>
                    <a:pt x="2867253" y="324281"/>
                  </a:lnTo>
                  <a:lnTo>
                    <a:pt x="2869019" y="325462"/>
                  </a:lnTo>
                  <a:lnTo>
                    <a:pt x="2887218" y="337908"/>
                  </a:lnTo>
                  <a:lnTo>
                    <a:pt x="2905264" y="350583"/>
                  </a:lnTo>
                  <a:lnTo>
                    <a:pt x="2908795" y="353123"/>
                  </a:lnTo>
                  <a:lnTo>
                    <a:pt x="2916224" y="342823"/>
                  </a:lnTo>
                  <a:close/>
                </a:path>
                <a:path w="3689985" h="3689350">
                  <a:moveTo>
                    <a:pt x="2918053" y="2360599"/>
                  </a:moveTo>
                  <a:lnTo>
                    <a:pt x="2906598" y="2355151"/>
                  </a:lnTo>
                  <a:lnTo>
                    <a:pt x="2906509" y="2355316"/>
                  </a:lnTo>
                  <a:lnTo>
                    <a:pt x="2900261" y="2368080"/>
                  </a:lnTo>
                  <a:lnTo>
                    <a:pt x="2893809" y="2380894"/>
                  </a:lnTo>
                  <a:lnTo>
                    <a:pt x="2887256" y="2393480"/>
                  </a:lnTo>
                  <a:lnTo>
                    <a:pt x="2883674" y="2400147"/>
                  </a:lnTo>
                  <a:lnTo>
                    <a:pt x="2894888" y="2406142"/>
                  </a:lnTo>
                  <a:lnTo>
                    <a:pt x="2898483" y="2399436"/>
                  </a:lnTo>
                  <a:lnTo>
                    <a:pt x="2901531" y="2393543"/>
                  </a:lnTo>
                  <a:lnTo>
                    <a:pt x="2905112" y="2386647"/>
                  </a:lnTo>
                  <a:lnTo>
                    <a:pt x="2908020" y="2380894"/>
                  </a:lnTo>
                  <a:lnTo>
                    <a:pt x="2911614" y="2373769"/>
                  </a:lnTo>
                  <a:lnTo>
                    <a:pt x="2918053" y="2360599"/>
                  </a:lnTo>
                  <a:close/>
                </a:path>
                <a:path w="3689985" h="3689350">
                  <a:moveTo>
                    <a:pt x="2937167" y="1370342"/>
                  </a:moveTo>
                  <a:lnTo>
                    <a:pt x="2936087" y="1367840"/>
                  </a:lnTo>
                  <a:lnTo>
                    <a:pt x="2932544" y="1359877"/>
                  </a:lnTo>
                  <a:lnTo>
                    <a:pt x="2930207" y="1354607"/>
                  </a:lnTo>
                  <a:lnTo>
                    <a:pt x="2924162" y="1341462"/>
                  </a:lnTo>
                  <a:lnTo>
                    <a:pt x="2920606" y="1333957"/>
                  </a:lnTo>
                  <a:lnTo>
                    <a:pt x="2917964" y="1328407"/>
                  </a:lnTo>
                  <a:lnTo>
                    <a:pt x="2915767" y="1323924"/>
                  </a:lnTo>
                  <a:lnTo>
                    <a:pt x="2904375" y="1329512"/>
                  </a:lnTo>
                  <a:lnTo>
                    <a:pt x="2906509" y="1333881"/>
                  </a:lnTo>
                  <a:lnTo>
                    <a:pt x="2912643" y="1346796"/>
                  </a:lnTo>
                  <a:lnTo>
                    <a:pt x="2918599" y="1359801"/>
                  </a:lnTo>
                  <a:lnTo>
                    <a:pt x="2924441" y="1372895"/>
                  </a:lnTo>
                  <a:lnTo>
                    <a:pt x="2925495" y="1375359"/>
                  </a:lnTo>
                  <a:lnTo>
                    <a:pt x="2937167" y="1370342"/>
                  </a:lnTo>
                  <a:close/>
                </a:path>
                <a:path w="3689985" h="3689350">
                  <a:moveTo>
                    <a:pt x="2953766" y="2278697"/>
                  </a:moveTo>
                  <a:lnTo>
                    <a:pt x="2941917" y="2274100"/>
                  </a:lnTo>
                  <a:lnTo>
                    <a:pt x="2940989" y="2276487"/>
                  </a:lnTo>
                  <a:lnTo>
                    <a:pt x="2935643" y="2289822"/>
                  </a:lnTo>
                  <a:lnTo>
                    <a:pt x="2930131" y="2303068"/>
                  </a:lnTo>
                  <a:lnTo>
                    <a:pt x="2924467" y="2316238"/>
                  </a:lnTo>
                  <a:lnTo>
                    <a:pt x="2922486" y="2320696"/>
                  </a:lnTo>
                  <a:lnTo>
                    <a:pt x="2934093" y="2325865"/>
                  </a:lnTo>
                  <a:lnTo>
                    <a:pt x="2936087" y="2321369"/>
                  </a:lnTo>
                  <a:lnTo>
                    <a:pt x="2938259" y="2316315"/>
                  </a:lnTo>
                  <a:lnTo>
                    <a:pt x="2941815" y="2308060"/>
                  </a:lnTo>
                  <a:lnTo>
                    <a:pt x="2943860" y="2303145"/>
                  </a:lnTo>
                  <a:lnTo>
                    <a:pt x="2947390" y="2294661"/>
                  </a:lnTo>
                  <a:lnTo>
                    <a:pt x="2949295" y="2289886"/>
                  </a:lnTo>
                  <a:lnTo>
                    <a:pt x="2952800" y="2281186"/>
                  </a:lnTo>
                  <a:lnTo>
                    <a:pt x="2953766" y="2278697"/>
                  </a:lnTo>
                  <a:close/>
                </a:path>
                <a:path w="3689985" h="3689350">
                  <a:moveTo>
                    <a:pt x="2969666" y="1453565"/>
                  </a:moveTo>
                  <a:lnTo>
                    <a:pt x="2969526" y="1453197"/>
                  </a:lnTo>
                  <a:lnTo>
                    <a:pt x="2968066" y="1448930"/>
                  </a:lnTo>
                  <a:lnTo>
                    <a:pt x="2963138" y="1435214"/>
                  </a:lnTo>
                  <a:lnTo>
                    <a:pt x="2958046" y="1421587"/>
                  </a:lnTo>
                  <a:lnTo>
                    <a:pt x="2954617" y="1412722"/>
                  </a:lnTo>
                  <a:lnTo>
                    <a:pt x="2952800" y="1408023"/>
                  </a:lnTo>
                  <a:lnTo>
                    <a:pt x="2951848" y="1405661"/>
                  </a:lnTo>
                  <a:lnTo>
                    <a:pt x="2940062" y="1410398"/>
                  </a:lnTo>
                  <a:lnTo>
                    <a:pt x="2940964" y="1412646"/>
                  </a:lnTo>
                  <a:lnTo>
                    <a:pt x="2946158" y="1426057"/>
                  </a:lnTo>
                  <a:lnTo>
                    <a:pt x="2951200" y="1439545"/>
                  </a:lnTo>
                  <a:lnTo>
                    <a:pt x="2956064" y="1453121"/>
                  </a:lnTo>
                  <a:lnTo>
                    <a:pt x="2957652" y="1457718"/>
                  </a:lnTo>
                  <a:lnTo>
                    <a:pt x="2969666" y="1453565"/>
                  </a:lnTo>
                  <a:close/>
                </a:path>
                <a:path w="3689985" h="3689350">
                  <a:moveTo>
                    <a:pt x="2981375" y="3297720"/>
                  </a:moveTo>
                  <a:lnTo>
                    <a:pt x="2973590" y="3287687"/>
                  </a:lnTo>
                  <a:lnTo>
                    <a:pt x="2958465" y="3299422"/>
                  </a:lnTo>
                  <a:lnTo>
                    <a:pt x="2940888" y="3312718"/>
                  </a:lnTo>
                  <a:lnTo>
                    <a:pt x="2933281" y="3318345"/>
                  </a:lnTo>
                  <a:lnTo>
                    <a:pt x="2940824" y="3328568"/>
                  </a:lnTo>
                  <a:lnTo>
                    <a:pt x="2948495" y="3322904"/>
                  </a:lnTo>
                  <a:lnTo>
                    <a:pt x="2966161" y="3309518"/>
                  </a:lnTo>
                  <a:lnTo>
                    <a:pt x="2979115" y="3299472"/>
                  </a:lnTo>
                  <a:lnTo>
                    <a:pt x="2981375" y="3297720"/>
                  </a:lnTo>
                  <a:close/>
                </a:path>
                <a:path w="3689985" h="3689350">
                  <a:moveTo>
                    <a:pt x="2983179" y="2194318"/>
                  </a:moveTo>
                  <a:lnTo>
                    <a:pt x="2971025" y="2190623"/>
                  </a:lnTo>
                  <a:lnTo>
                    <a:pt x="2969730" y="2194852"/>
                  </a:lnTo>
                  <a:lnTo>
                    <a:pt x="2965348" y="2208644"/>
                  </a:lnTo>
                  <a:lnTo>
                    <a:pt x="2960789" y="2222360"/>
                  </a:lnTo>
                  <a:lnTo>
                    <a:pt x="2956090" y="2236012"/>
                  </a:lnTo>
                  <a:lnTo>
                    <a:pt x="2955188" y="2238552"/>
                  </a:lnTo>
                  <a:lnTo>
                    <a:pt x="2967139" y="2242845"/>
                  </a:lnTo>
                  <a:lnTo>
                    <a:pt x="2968066" y="2240267"/>
                  </a:lnTo>
                  <a:lnTo>
                    <a:pt x="2972828" y="2226475"/>
                  </a:lnTo>
                  <a:lnTo>
                    <a:pt x="2977426" y="2212606"/>
                  </a:lnTo>
                  <a:lnTo>
                    <a:pt x="2981858" y="2198662"/>
                  </a:lnTo>
                  <a:lnTo>
                    <a:pt x="2983179" y="2194318"/>
                  </a:lnTo>
                  <a:close/>
                </a:path>
                <a:path w="3689985" h="3689350">
                  <a:moveTo>
                    <a:pt x="2987510" y="396417"/>
                  </a:moveTo>
                  <a:lnTo>
                    <a:pt x="2983674" y="393369"/>
                  </a:lnTo>
                  <a:lnTo>
                    <a:pt x="2966161" y="379780"/>
                  </a:lnTo>
                  <a:lnTo>
                    <a:pt x="2961932" y="376580"/>
                  </a:lnTo>
                  <a:lnTo>
                    <a:pt x="2948495" y="366395"/>
                  </a:lnTo>
                  <a:lnTo>
                    <a:pt x="2947060" y="365328"/>
                  </a:lnTo>
                  <a:lnTo>
                    <a:pt x="2939516" y="375551"/>
                  </a:lnTo>
                  <a:lnTo>
                    <a:pt x="2940850" y="376542"/>
                  </a:lnTo>
                  <a:lnTo>
                    <a:pt x="2958401" y="389826"/>
                  </a:lnTo>
                  <a:lnTo>
                    <a:pt x="2975787" y="403326"/>
                  </a:lnTo>
                  <a:lnTo>
                    <a:pt x="2979610" y="406361"/>
                  </a:lnTo>
                  <a:lnTo>
                    <a:pt x="2987510" y="396417"/>
                  </a:lnTo>
                  <a:close/>
                </a:path>
                <a:path w="3689985" h="3689350">
                  <a:moveTo>
                    <a:pt x="2995777" y="1539011"/>
                  </a:moveTo>
                  <a:lnTo>
                    <a:pt x="2995015" y="1536166"/>
                  </a:lnTo>
                  <a:lnTo>
                    <a:pt x="2994139" y="1532813"/>
                  </a:lnTo>
                  <a:lnTo>
                    <a:pt x="2991180" y="1522158"/>
                  </a:lnTo>
                  <a:lnTo>
                    <a:pt x="2990215" y="1518653"/>
                  </a:lnTo>
                  <a:lnTo>
                    <a:pt x="2987179" y="1508226"/>
                  </a:lnTo>
                  <a:lnTo>
                    <a:pt x="2986125" y="1504556"/>
                  </a:lnTo>
                  <a:lnTo>
                    <a:pt x="2983014" y="1494358"/>
                  </a:lnTo>
                  <a:lnTo>
                    <a:pt x="2981655" y="1489900"/>
                  </a:lnTo>
                  <a:lnTo>
                    <a:pt x="2969552" y="1493748"/>
                  </a:lnTo>
                  <a:lnTo>
                    <a:pt x="2981871" y="1536090"/>
                  </a:lnTo>
                  <a:lnTo>
                    <a:pt x="2983496" y="1542262"/>
                  </a:lnTo>
                  <a:lnTo>
                    <a:pt x="2995777" y="1539011"/>
                  </a:lnTo>
                  <a:close/>
                </a:path>
                <a:path w="3689985" h="3689350">
                  <a:moveTo>
                    <a:pt x="3006128" y="2107971"/>
                  </a:moveTo>
                  <a:lnTo>
                    <a:pt x="2993745" y="2105190"/>
                  </a:lnTo>
                  <a:lnTo>
                    <a:pt x="2992526" y="2110587"/>
                  </a:lnTo>
                  <a:lnTo>
                    <a:pt x="2989148" y="2124811"/>
                  </a:lnTo>
                  <a:lnTo>
                    <a:pt x="2985605" y="2138959"/>
                  </a:lnTo>
                  <a:lnTo>
                    <a:pt x="2981883" y="2153031"/>
                  </a:lnTo>
                  <a:lnTo>
                    <a:pt x="2981579" y="2154186"/>
                  </a:lnTo>
                  <a:lnTo>
                    <a:pt x="2993809" y="2157577"/>
                  </a:lnTo>
                  <a:lnTo>
                    <a:pt x="2994139" y="2156383"/>
                  </a:lnTo>
                  <a:lnTo>
                    <a:pt x="2997898" y="2142159"/>
                  </a:lnTo>
                  <a:lnTo>
                    <a:pt x="2998673" y="2139035"/>
                  </a:lnTo>
                  <a:lnTo>
                    <a:pt x="3001480" y="2127859"/>
                  </a:lnTo>
                  <a:lnTo>
                    <a:pt x="3004896" y="2113483"/>
                  </a:lnTo>
                  <a:lnTo>
                    <a:pt x="3005518" y="2110663"/>
                  </a:lnTo>
                  <a:lnTo>
                    <a:pt x="3006128" y="2107971"/>
                  </a:lnTo>
                  <a:close/>
                </a:path>
                <a:path w="3689985" h="3689350">
                  <a:moveTo>
                    <a:pt x="3015373" y="1626196"/>
                  </a:moveTo>
                  <a:lnTo>
                    <a:pt x="3014078" y="1619211"/>
                  </a:lnTo>
                  <a:lnTo>
                    <a:pt x="3011195" y="1604657"/>
                  </a:lnTo>
                  <a:lnTo>
                    <a:pt x="3008706" y="1592897"/>
                  </a:lnTo>
                  <a:lnTo>
                    <a:pt x="3008134" y="1590154"/>
                  </a:lnTo>
                  <a:lnTo>
                    <a:pt x="3005010" y="1576222"/>
                  </a:lnTo>
                  <a:lnTo>
                    <a:pt x="2992615" y="1579003"/>
                  </a:lnTo>
                  <a:lnTo>
                    <a:pt x="2995714" y="1592808"/>
                  </a:lnTo>
                  <a:lnTo>
                    <a:pt x="2998749" y="1607159"/>
                  </a:lnTo>
                  <a:lnTo>
                    <a:pt x="3001607" y="1621574"/>
                  </a:lnTo>
                  <a:lnTo>
                    <a:pt x="3002889" y="1628508"/>
                  </a:lnTo>
                  <a:lnTo>
                    <a:pt x="3015373" y="1626196"/>
                  </a:lnTo>
                  <a:close/>
                </a:path>
                <a:path w="3689985" h="3689350">
                  <a:moveTo>
                    <a:pt x="3022511" y="2020125"/>
                  </a:moveTo>
                  <a:lnTo>
                    <a:pt x="3009950" y="2018284"/>
                  </a:lnTo>
                  <a:lnTo>
                    <a:pt x="3009112" y="2023960"/>
                  </a:lnTo>
                  <a:lnTo>
                    <a:pt x="3006788" y="2038553"/>
                  </a:lnTo>
                  <a:lnTo>
                    <a:pt x="3004286" y="2053082"/>
                  </a:lnTo>
                  <a:lnTo>
                    <a:pt x="3001619" y="2067560"/>
                  </a:lnTo>
                  <a:lnTo>
                    <a:pt x="3001518" y="2068055"/>
                  </a:lnTo>
                  <a:lnTo>
                    <a:pt x="3013976" y="2070531"/>
                  </a:lnTo>
                  <a:lnTo>
                    <a:pt x="3014510" y="2067636"/>
                  </a:lnTo>
                  <a:lnTo>
                    <a:pt x="3016783" y="2055355"/>
                  </a:lnTo>
                  <a:lnTo>
                    <a:pt x="3019323" y="2040661"/>
                  </a:lnTo>
                  <a:lnTo>
                    <a:pt x="3019641" y="2038629"/>
                  </a:lnTo>
                  <a:lnTo>
                    <a:pt x="3021673" y="2025916"/>
                  </a:lnTo>
                  <a:lnTo>
                    <a:pt x="3021939" y="2024037"/>
                  </a:lnTo>
                  <a:lnTo>
                    <a:pt x="3022511" y="2020125"/>
                  </a:lnTo>
                  <a:close/>
                </a:path>
                <a:path w="3689985" h="3689350">
                  <a:moveTo>
                    <a:pt x="3028353" y="1714601"/>
                  </a:moveTo>
                  <a:lnTo>
                    <a:pt x="3027769" y="1709369"/>
                  </a:lnTo>
                  <a:lnTo>
                    <a:pt x="3026016" y="1694611"/>
                  </a:lnTo>
                  <a:lnTo>
                    <a:pt x="3025825" y="1692960"/>
                  </a:lnTo>
                  <a:lnTo>
                    <a:pt x="3024060" y="1679892"/>
                  </a:lnTo>
                  <a:lnTo>
                    <a:pt x="3023832" y="1678101"/>
                  </a:lnTo>
                  <a:lnTo>
                    <a:pt x="3021774" y="1663992"/>
                  </a:lnTo>
                  <a:lnTo>
                    <a:pt x="3009201" y="1665833"/>
                  </a:lnTo>
                  <a:lnTo>
                    <a:pt x="3011246" y="1679816"/>
                  </a:lnTo>
                  <a:lnTo>
                    <a:pt x="3013214" y="1694522"/>
                  </a:lnTo>
                  <a:lnTo>
                    <a:pt x="3014992" y="1709293"/>
                  </a:lnTo>
                  <a:lnTo>
                    <a:pt x="3015716" y="1715973"/>
                  </a:lnTo>
                  <a:lnTo>
                    <a:pt x="3028353" y="1714601"/>
                  </a:lnTo>
                  <a:close/>
                </a:path>
                <a:path w="3689985" h="3689350">
                  <a:moveTo>
                    <a:pt x="3032252" y="1931301"/>
                  </a:moveTo>
                  <a:lnTo>
                    <a:pt x="3019590" y="1930425"/>
                  </a:lnTo>
                  <a:lnTo>
                    <a:pt x="3019247" y="1935200"/>
                  </a:lnTo>
                  <a:lnTo>
                    <a:pt x="3018015" y="1950135"/>
                  </a:lnTo>
                  <a:lnTo>
                    <a:pt x="3016605" y="1965007"/>
                  </a:lnTo>
                  <a:lnTo>
                    <a:pt x="3015005" y="1979828"/>
                  </a:lnTo>
                  <a:lnTo>
                    <a:pt x="3014903" y="1980679"/>
                  </a:lnTo>
                  <a:lnTo>
                    <a:pt x="3027515" y="1982203"/>
                  </a:lnTo>
                  <a:lnTo>
                    <a:pt x="3027756" y="1979904"/>
                  </a:lnTo>
                  <a:lnTo>
                    <a:pt x="3029242" y="1966328"/>
                  </a:lnTo>
                  <a:lnTo>
                    <a:pt x="3029356" y="1965083"/>
                  </a:lnTo>
                  <a:lnTo>
                    <a:pt x="3030664" y="1951291"/>
                  </a:lnTo>
                  <a:lnTo>
                    <a:pt x="3031909" y="1936203"/>
                  </a:lnTo>
                  <a:lnTo>
                    <a:pt x="3032252" y="1931301"/>
                  </a:lnTo>
                  <a:close/>
                </a:path>
                <a:path w="3689985" h="3689350">
                  <a:moveTo>
                    <a:pt x="3034677" y="1803742"/>
                  </a:moveTo>
                  <a:lnTo>
                    <a:pt x="3034525" y="1799107"/>
                  </a:lnTo>
                  <a:lnTo>
                    <a:pt x="3033865" y="1784019"/>
                  </a:lnTo>
                  <a:lnTo>
                    <a:pt x="3033014" y="1768983"/>
                  </a:lnTo>
                  <a:lnTo>
                    <a:pt x="3031972" y="1754009"/>
                  </a:lnTo>
                  <a:lnTo>
                    <a:pt x="3031883" y="1752701"/>
                  </a:lnTo>
                  <a:lnTo>
                    <a:pt x="3019234" y="1753743"/>
                  </a:lnTo>
                  <a:lnTo>
                    <a:pt x="3019247" y="1753920"/>
                  </a:lnTo>
                  <a:lnTo>
                    <a:pt x="3020288" y="1768906"/>
                  </a:lnTo>
                  <a:lnTo>
                    <a:pt x="3021101" y="1783334"/>
                  </a:lnTo>
                  <a:lnTo>
                    <a:pt x="3021800" y="1798586"/>
                  </a:lnTo>
                  <a:lnTo>
                    <a:pt x="3021812" y="1799018"/>
                  </a:lnTo>
                  <a:lnTo>
                    <a:pt x="3021977" y="1804149"/>
                  </a:lnTo>
                  <a:lnTo>
                    <a:pt x="3034677" y="1803742"/>
                  </a:lnTo>
                  <a:close/>
                </a:path>
                <a:path w="3689985" h="3689350">
                  <a:moveTo>
                    <a:pt x="3035376" y="1844636"/>
                  </a:moveTo>
                  <a:lnTo>
                    <a:pt x="3035363" y="1841995"/>
                  </a:lnTo>
                  <a:lnTo>
                    <a:pt x="3022663" y="1842071"/>
                  </a:lnTo>
                  <a:lnTo>
                    <a:pt x="3022676" y="1844611"/>
                  </a:lnTo>
                  <a:lnTo>
                    <a:pt x="3022587" y="1859788"/>
                  </a:lnTo>
                  <a:lnTo>
                    <a:pt x="3022295" y="1874964"/>
                  </a:lnTo>
                  <a:lnTo>
                    <a:pt x="3021825" y="1890102"/>
                  </a:lnTo>
                  <a:lnTo>
                    <a:pt x="3021711" y="1892541"/>
                  </a:lnTo>
                  <a:lnTo>
                    <a:pt x="3034398" y="1893100"/>
                  </a:lnTo>
                  <a:lnTo>
                    <a:pt x="3034525" y="1890179"/>
                  </a:lnTo>
                  <a:lnTo>
                    <a:pt x="3034995" y="1875332"/>
                  </a:lnTo>
                  <a:lnTo>
                    <a:pt x="3035287" y="1859864"/>
                  </a:lnTo>
                  <a:lnTo>
                    <a:pt x="3035376" y="1844636"/>
                  </a:lnTo>
                  <a:close/>
                </a:path>
                <a:path w="3689985" h="3689350">
                  <a:moveTo>
                    <a:pt x="3050248" y="3241040"/>
                  </a:moveTo>
                  <a:lnTo>
                    <a:pt x="3041993" y="3231388"/>
                  </a:lnTo>
                  <a:lnTo>
                    <a:pt x="3026981" y="3244227"/>
                  </a:lnTo>
                  <a:lnTo>
                    <a:pt x="3010128" y="3258324"/>
                  </a:lnTo>
                  <a:lnTo>
                    <a:pt x="3003207" y="3263963"/>
                  </a:lnTo>
                  <a:lnTo>
                    <a:pt x="3011233" y="3273806"/>
                  </a:lnTo>
                  <a:lnTo>
                    <a:pt x="3018180" y="3268141"/>
                  </a:lnTo>
                  <a:lnTo>
                    <a:pt x="3035173" y="3253943"/>
                  </a:lnTo>
                  <a:lnTo>
                    <a:pt x="3050248" y="3241040"/>
                  </a:lnTo>
                  <a:close/>
                </a:path>
                <a:path w="3689985" h="3689350">
                  <a:moveTo>
                    <a:pt x="3056153" y="453390"/>
                  </a:moveTo>
                  <a:lnTo>
                    <a:pt x="3052000" y="449745"/>
                  </a:lnTo>
                  <a:lnTo>
                    <a:pt x="3046526" y="445071"/>
                  </a:lnTo>
                  <a:lnTo>
                    <a:pt x="3035173" y="435356"/>
                  </a:lnTo>
                  <a:lnTo>
                    <a:pt x="3029928" y="430974"/>
                  </a:lnTo>
                  <a:lnTo>
                    <a:pt x="3018180" y="421157"/>
                  </a:lnTo>
                  <a:lnTo>
                    <a:pt x="3017228" y="420382"/>
                  </a:lnTo>
                  <a:lnTo>
                    <a:pt x="3009214" y="430225"/>
                  </a:lnTo>
                  <a:lnTo>
                    <a:pt x="3010065" y="430923"/>
                  </a:lnTo>
                  <a:lnTo>
                    <a:pt x="3026943" y="445020"/>
                  </a:lnTo>
                  <a:lnTo>
                    <a:pt x="3043656" y="459320"/>
                  </a:lnTo>
                  <a:lnTo>
                    <a:pt x="3047771" y="462940"/>
                  </a:lnTo>
                  <a:lnTo>
                    <a:pt x="3056153" y="453390"/>
                  </a:lnTo>
                  <a:close/>
                </a:path>
                <a:path w="3689985" h="3689350">
                  <a:moveTo>
                    <a:pt x="3116326" y="3181121"/>
                  </a:moveTo>
                  <a:lnTo>
                    <a:pt x="3107613" y="3171875"/>
                  </a:lnTo>
                  <a:lnTo>
                    <a:pt x="3092780" y="3185858"/>
                  </a:lnTo>
                  <a:lnTo>
                    <a:pt x="3076600" y="3200743"/>
                  </a:lnTo>
                  <a:lnTo>
                    <a:pt x="3070441" y="3206267"/>
                  </a:lnTo>
                  <a:lnTo>
                    <a:pt x="3078924" y="3215716"/>
                  </a:lnTo>
                  <a:lnTo>
                    <a:pt x="3085109" y="3210166"/>
                  </a:lnTo>
                  <a:lnTo>
                    <a:pt x="3101403" y="3195180"/>
                  </a:lnTo>
                  <a:lnTo>
                    <a:pt x="3116326" y="3181121"/>
                  </a:lnTo>
                  <a:close/>
                </a:path>
                <a:path w="3689985" h="3689350">
                  <a:moveTo>
                    <a:pt x="3121964" y="513588"/>
                  </a:moveTo>
                  <a:lnTo>
                    <a:pt x="3117507" y="509295"/>
                  </a:lnTo>
                  <a:lnTo>
                    <a:pt x="3111284" y="503440"/>
                  </a:lnTo>
                  <a:lnTo>
                    <a:pt x="3101403" y="494118"/>
                  </a:lnTo>
                  <a:lnTo>
                    <a:pt x="3095345" y="488556"/>
                  </a:lnTo>
                  <a:lnTo>
                    <a:pt x="3084677" y="478751"/>
                  </a:lnTo>
                  <a:lnTo>
                    <a:pt x="3076194" y="488200"/>
                  </a:lnTo>
                  <a:lnTo>
                    <a:pt x="3076537" y="488505"/>
                  </a:lnTo>
                  <a:lnTo>
                    <a:pt x="3092716" y="503389"/>
                  </a:lnTo>
                  <a:lnTo>
                    <a:pt x="3108718" y="518464"/>
                  </a:lnTo>
                  <a:lnTo>
                    <a:pt x="3113138" y="522732"/>
                  </a:lnTo>
                  <a:lnTo>
                    <a:pt x="3121964" y="513588"/>
                  </a:lnTo>
                  <a:close/>
                </a:path>
                <a:path w="3689985" h="3689350">
                  <a:moveTo>
                    <a:pt x="3179432" y="3118104"/>
                  </a:moveTo>
                  <a:lnTo>
                    <a:pt x="3170301" y="3109277"/>
                  </a:lnTo>
                  <a:lnTo>
                    <a:pt x="3155658" y="3124441"/>
                  </a:lnTo>
                  <a:lnTo>
                    <a:pt x="3140214" y="3140075"/>
                  </a:lnTo>
                  <a:lnTo>
                    <a:pt x="3134817" y="3145421"/>
                  </a:lnTo>
                  <a:lnTo>
                    <a:pt x="3143745" y="3154451"/>
                  </a:lnTo>
                  <a:lnTo>
                    <a:pt x="3149181" y="3149079"/>
                  </a:lnTo>
                  <a:lnTo>
                    <a:pt x="3158032" y="3140125"/>
                  </a:lnTo>
                  <a:lnTo>
                    <a:pt x="3164738" y="3133344"/>
                  </a:lnTo>
                  <a:lnTo>
                    <a:pt x="3179432" y="3118104"/>
                  </a:lnTo>
                  <a:close/>
                </a:path>
                <a:path w="3689985" h="3689350">
                  <a:moveTo>
                    <a:pt x="3184804" y="576884"/>
                  </a:moveTo>
                  <a:lnTo>
                    <a:pt x="3180092" y="571881"/>
                  </a:lnTo>
                  <a:lnTo>
                    <a:pt x="3173311" y="564857"/>
                  </a:lnTo>
                  <a:lnTo>
                    <a:pt x="3164738" y="555955"/>
                  </a:lnTo>
                  <a:lnTo>
                    <a:pt x="3149308" y="540346"/>
                  </a:lnTo>
                  <a:lnTo>
                    <a:pt x="3140265" y="549262"/>
                  </a:lnTo>
                  <a:lnTo>
                    <a:pt x="3155619" y="564807"/>
                  </a:lnTo>
                  <a:lnTo>
                    <a:pt x="3170885" y="580618"/>
                  </a:lnTo>
                  <a:lnTo>
                    <a:pt x="3175558" y="585584"/>
                  </a:lnTo>
                  <a:lnTo>
                    <a:pt x="3180778" y="580669"/>
                  </a:lnTo>
                  <a:lnTo>
                    <a:pt x="3184804" y="576884"/>
                  </a:lnTo>
                  <a:close/>
                </a:path>
                <a:path w="3689985" h="3689350">
                  <a:moveTo>
                    <a:pt x="3239452" y="3052114"/>
                  </a:moveTo>
                  <a:lnTo>
                    <a:pt x="3229902" y="3043745"/>
                  </a:lnTo>
                  <a:lnTo>
                    <a:pt x="3215563" y="3060090"/>
                  </a:lnTo>
                  <a:lnTo>
                    <a:pt x="3200870" y="3076448"/>
                  </a:lnTo>
                  <a:lnTo>
                    <a:pt x="3196196" y="3081540"/>
                  </a:lnTo>
                  <a:lnTo>
                    <a:pt x="3205543" y="3090138"/>
                  </a:lnTo>
                  <a:lnTo>
                    <a:pt x="3210255" y="3085020"/>
                  </a:lnTo>
                  <a:lnTo>
                    <a:pt x="3225050" y="3068548"/>
                  </a:lnTo>
                  <a:lnTo>
                    <a:pt x="3239452" y="3052114"/>
                  </a:lnTo>
                  <a:close/>
                </a:path>
                <a:path w="3689985" h="3689350">
                  <a:moveTo>
                    <a:pt x="3244545" y="643115"/>
                  </a:moveTo>
                  <a:lnTo>
                    <a:pt x="3239643" y="637400"/>
                  </a:lnTo>
                  <a:lnTo>
                    <a:pt x="3232454" y="629208"/>
                  </a:lnTo>
                  <a:lnTo>
                    <a:pt x="3225050" y="620750"/>
                  </a:lnTo>
                  <a:lnTo>
                    <a:pt x="3210826" y="604913"/>
                  </a:lnTo>
                  <a:lnTo>
                    <a:pt x="3201378" y="613397"/>
                  </a:lnTo>
                  <a:lnTo>
                    <a:pt x="3215525" y="629158"/>
                  </a:lnTo>
                  <a:lnTo>
                    <a:pt x="3230016" y="645680"/>
                  </a:lnTo>
                  <a:lnTo>
                    <a:pt x="3234893" y="651383"/>
                  </a:lnTo>
                  <a:lnTo>
                    <a:pt x="3244545" y="643115"/>
                  </a:lnTo>
                  <a:close/>
                </a:path>
                <a:path w="3689985" h="3689350">
                  <a:moveTo>
                    <a:pt x="3296272" y="2983255"/>
                  </a:moveTo>
                  <a:lnTo>
                    <a:pt x="3286239" y="2975470"/>
                  </a:lnTo>
                  <a:lnTo>
                    <a:pt x="3286061" y="2975699"/>
                  </a:lnTo>
                  <a:lnTo>
                    <a:pt x="3272358" y="2992920"/>
                  </a:lnTo>
                  <a:lnTo>
                    <a:pt x="3258464" y="3009963"/>
                  </a:lnTo>
                  <a:lnTo>
                    <a:pt x="3254438" y="3014789"/>
                  </a:lnTo>
                  <a:lnTo>
                    <a:pt x="3264179" y="3022930"/>
                  </a:lnTo>
                  <a:lnTo>
                    <a:pt x="3268243" y="3018078"/>
                  </a:lnTo>
                  <a:lnTo>
                    <a:pt x="3274796" y="3010027"/>
                  </a:lnTo>
                  <a:lnTo>
                    <a:pt x="3282238" y="3000908"/>
                  </a:lnTo>
                  <a:lnTo>
                    <a:pt x="3296272" y="2983255"/>
                  </a:lnTo>
                  <a:close/>
                </a:path>
                <a:path w="3689985" h="3689350">
                  <a:moveTo>
                    <a:pt x="3301022" y="712152"/>
                  </a:moveTo>
                  <a:lnTo>
                    <a:pt x="3296031" y="705726"/>
                  </a:lnTo>
                  <a:lnTo>
                    <a:pt x="3288588" y="696379"/>
                  </a:lnTo>
                  <a:lnTo>
                    <a:pt x="3282238" y="688390"/>
                  </a:lnTo>
                  <a:lnTo>
                    <a:pt x="3269183" y="672376"/>
                  </a:lnTo>
                  <a:lnTo>
                    <a:pt x="3259340" y="680402"/>
                  </a:lnTo>
                  <a:lnTo>
                    <a:pt x="3272358" y="696366"/>
                  </a:lnTo>
                  <a:lnTo>
                    <a:pt x="3286023" y="713536"/>
                  </a:lnTo>
                  <a:lnTo>
                    <a:pt x="3290989" y="719937"/>
                  </a:lnTo>
                  <a:lnTo>
                    <a:pt x="3299155" y="713600"/>
                  </a:lnTo>
                  <a:lnTo>
                    <a:pt x="3301022" y="712152"/>
                  </a:lnTo>
                  <a:close/>
                </a:path>
                <a:path w="3689985" h="3689350">
                  <a:moveTo>
                    <a:pt x="3349663" y="2911805"/>
                  </a:moveTo>
                  <a:lnTo>
                    <a:pt x="3339274" y="2904515"/>
                  </a:lnTo>
                  <a:lnTo>
                    <a:pt x="3338804" y="2905163"/>
                  </a:lnTo>
                  <a:lnTo>
                    <a:pt x="3325926" y="2923044"/>
                  </a:lnTo>
                  <a:lnTo>
                    <a:pt x="3312845" y="2940761"/>
                  </a:lnTo>
                  <a:lnTo>
                    <a:pt x="3309404" y="2945320"/>
                  </a:lnTo>
                  <a:lnTo>
                    <a:pt x="3319526" y="2952991"/>
                  </a:lnTo>
                  <a:lnTo>
                    <a:pt x="3323005" y="2948394"/>
                  </a:lnTo>
                  <a:lnTo>
                    <a:pt x="3336175" y="2930550"/>
                  </a:lnTo>
                  <a:lnTo>
                    <a:pt x="3349142" y="2912554"/>
                  </a:lnTo>
                  <a:lnTo>
                    <a:pt x="3349663" y="2911805"/>
                  </a:lnTo>
                  <a:close/>
                </a:path>
                <a:path w="3689985" h="3689350">
                  <a:moveTo>
                    <a:pt x="3354108" y="783818"/>
                  </a:moveTo>
                  <a:lnTo>
                    <a:pt x="3349142" y="776744"/>
                  </a:lnTo>
                  <a:lnTo>
                    <a:pt x="3341573" y="766254"/>
                  </a:lnTo>
                  <a:lnTo>
                    <a:pt x="3336175" y="758748"/>
                  </a:lnTo>
                  <a:lnTo>
                    <a:pt x="3324225" y="742556"/>
                  </a:lnTo>
                  <a:lnTo>
                    <a:pt x="3314014" y="750100"/>
                  </a:lnTo>
                  <a:lnTo>
                    <a:pt x="3325888" y="766191"/>
                  </a:lnTo>
                  <a:lnTo>
                    <a:pt x="3338766" y="784072"/>
                  </a:lnTo>
                  <a:lnTo>
                    <a:pt x="3343719" y="791121"/>
                  </a:lnTo>
                  <a:lnTo>
                    <a:pt x="3353651" y="784136"/>
                  </a:lnTo>
                  <a:lnTo>
                    <a:pt x="3354108" y="783818"/>
                  </a:lnTo>
                  <a:close/>
                </a:path>
                <a:path w="3689985" h="3689350">
                  <a:moveTo>
                    <a:pt x="3399548" y="2837865"/>
                  </a:moveTo>
                  <a:lnTo>
                    <a:pt x="3390455" y="2832125"/>
                  </a:lnTo>
                  <a:lnTo>
                    <a:pt x="3388817" y="2831084"/>
                  </a:lnTo>
                  <a:lnTo>
                    <a:pt x="3388195" y="2832062"/>
                  </a:lnTo>
                  <a:lnTo>
                    <a:pt x="3376168" y="2850578"/>
                  </a:lnTo>
                  <a:lnTo>
                    <a:pt x="3363925" y="2868930"/>
                  </a:lnTo>
                  <a:lnTo>
                    <a:pt x="3360953" y="2873273"/>
                  </a:lnTo>
                  <a:lnTo>
                    <a:pt x="3371431" y="2880449"/>
                  </a:lnTo>
                  <a:lnTo>
                    <a:pt x="3374428" y="2876067"/>
                  </a:lnTo>
                  <a:lnTo>
                    <a:pt x="3386759" y="2857589"/>
                  </a:lnTo>
                  <a:lnTo>
                    <a:pt x="3391268" y="2850642"/>
                  </a:lnTo>
                  <a:lnTo>
                    <a:pt x="3398863" y="2838958"/>
                  </a:lnTo>
                  <a:lnTo>
                    <a:pt x="3399548" y="2837865"/>
                  </a:lnTo>
                  <a:close/>
                </a:path>
                <a:path w="3689985" h="3689350">
                  <a:moveTo>
                    <a:pt x="3403689" y="857973"/>
                  </a:moveTo>
                  <a:lnTo>
                    <a:pt x="3398863" y="850341"/>
                  </a:lnTo>
                  <a:lnTo>
                    <a:pt x="3386759" y="831710"/>
                  </a:lnTo>
                  <a:lnTo>
                    <a:pt x="3375825" y="815314"/>
                  </a:lnTo>
                  <a:lnTo>
                    <a:pt x="3365258" y="822363"/>
                  </a:lnTo>
                  <a:lnTo>
                    <a:pt x="3376130" y="838657"/>
                  </a:lnTo>
                  <a:lnTo>
                    <a:pt x="3388156" y="857161"/>
                  </a:lnTo>
                  <a:lnTo>
                    <a:pt x="3392957" y="864768"/>
                  </a:lnTo>
                  <a:lnTo>
                    <a:pt x="3403689" y="857973"/>
                  </a:lnTo>
                  <a:close/>
                </a:path>
                <a:path w="3689985" h="3689350">
                  <a:moveTo>
                    <a:pt x="3445814" y="2761602"/>
                  </a:moveTo>
                  <a:lnTo>
                    <a:pt x="3434765" y="2755341"/>
                  </a:lnTo>
                  <a:lnTo>
                    <a:pt x="3434080" y="2756522"/>
                  </a:lnTo>
                  <a:lnTo>
                    <a:pt x="3422929" y="2775635"/>
                  </a:lnTo>
                  <a:lnTo>
                    <a:pt x="3411575" y="2794597"/>
                  </a:lnTo>
                  <a:lnTo>
                    <a:pt x="3408972" y="2798838"/>
                  </a:lnTo>
                  <a:lnTo>
                    <a:pt x="3419779" y="2805493"/>
                  </a:lnTo>
                  <a:lnTo>
                    <a:pt x="3422421" y="2801226"/>
                  </a:lnTo>
                  <a:lnTo>
                    <a:pt x="3426345" y="2794660"/>
                  </a:lnTo>
                  <a:lnTo>
                    <a:pt x="3433864" y="2782125"/>
                  </a:lnTo>
                  <a:lnTo>
                    <a:pt x="3445814" y="2761602"/>
                  </a:lnTo>
                  <a:close/>
                </a:path>
                <a:path w="3689985" h="3689350">
                  <a:moveTo>
                    <a:pt x="3449624" y="934427"/>
                  </a:moveTo>
                  <a:lnTo>
                    <a:pt x="3445078" y="926414"/>
                  </a:lnTo>
                  <a:lnTo>
                    <a:pt x="3437636" y="913663"/>
                  </a:lnTo>
                  <a:lnTo>
                    <a:pt x="3433864" y="907173"/>
                  </a:lnTo>
                  <a:lnTo>
                    <a:pt x="3423856" y="890473"/>
                  </a:lnTo>
                  <a:lnTo>
                    <a:pt x="3412960" y="897001"/>
                  </a:lnTo>
                  <a:lnTo>
                    <a:pt x="3422904" y="913599"/>
                  </a:lnTo>
                  <a:lnTo>
                    <a:pt x="3434054" y="932700"/>
                  </a:lnTo>
                  <a:lnTo>
                    <a:pt x="3438575" y="940689"/>
                  </a:lnTo>
                  <a:lnTo>
                    <a:pt x="3449624" y="934427"/>
                  </a:lnTo>
                  <a:close/>
                </a:path>
                <a:path w="3689985" h="3689350">
                  <a:moveTo>
                    <a:pt x="3488321" y="2683192"/>
                  </a:moveTo>
                  <a:lnTo>
                    <a:pt x="3479469" y="2678722"/>
                  </a:lnTo>
                  <a:lnTo>
                    <a:pt x="3476980" y="2677464"/>
                  </a:lnTo>
                  <a:lnTo>
                    <a:pt x="3476383" y="2678658"/>
                  </a:lnTo>
                  <a:lnTo>
                    <a:pt x="3466160" y="2698331"/>
                  </a:lnTo>
                  <a:lnTo>
                    <a:pt x="3455682" y="2717876"/>
                  </a:lnTo>
                  <a:lnTo>
                    <a:pt x="3453333" y="2722156"/>
                  </a:lnTo>
                  <a:lnTo>
                    <a:pt x="3464458" y="2728290"/>
                  </a:lnTo>
                  <a:lnTo>
                    <a:pt x="3466833" y="2723972"/>
                  </a:lnTo>
                  <a:lnTo>
                    <a:pt x="3477374" y="2704300"/>
                  </a:lnTo>
                  <a:lnTo>
                    <a:pt x="3480435" y="2698407"/>
                  </a:lnTo>
                  <a:lnTo>
                    <a:pt x="3487674" y="2684475"/>
                  </a:lnTo>
                  <a:lnTo>
                    <a:pt x="3488321" y="2683192"/>
                  </a:lnTo>
                  <a:close/>
                </a:path>
                <a:path w="3689985" h="3689350">
                  <a:moveTo>
                    <a:pt x="3491814" y="1013028"/>
                  </a:moveTo>
                  <a:lnTo>
                    <a:pt x="3487674" y="1004824"/>
                  </a:lnTo>
                  <a:lnTo>
                    <a:pt x="3477374" y="984999"/>
                  </a:lnTo>
                  <a:lnTo>
                    <a:pt x="3468205" y="967879"/>
                  </a:lnTo>
                  <a:lnTo>
                    <a:pt x="3457003" y="973874"/>
                  </a:lnTo>
                  <a:lnTo>
                    <a:pt x="3466122" y="990892"/>
                  </a:lnTo>
                  <a:lnTo>
                    <a:pt x="3476358" y="1010577"/>
                  </a:lnTo>
                  <a:lnTo>
                    <a:pt x="3480473" y="1018743"/>
                  </a:lnTo>
                  <a:lnTo>
                    <a:pt x="3491814" y="1013028"/>
                  </a:lnTo>
                  <a:close/>
                </a:path>
                <a:path w="3689985" h="3689350">
                  <a:moveTo>
                    <a:pt x="3526993" y="2602801"/>
                  </a:moveTo>
                  <a:lnTo>
                    <a:pt x="3515385" y="2597645"/>
                  </a:lnTo>
                  <a:lnTo>
                    <a:pt x="3514966" y="2598559"/>
                  </a:lnTo>
                  <a:lnTo>
                    <a:pt x="3505670" y="2618790"/>
                  </a:lnTo>
                  <a:lnTo>
                    <a:pt x="3496145" y="2638882"/>
                  </a:lnTo>
                  <a:lnTo>
                    <a:pt x="3493922" y="2643428"/>
                  </a:lnTo>
                  <a:lnTo>
                    <a:pt x="3505339" y="2649004"/>
                  </a:lnTo>
                  <a:lnTo>
                    <a:pt x="3507575" y="2644432"/>
                  </a:lnTo>
                  <a:lnTo>
                    <a:pt x="3517176" y="2624201"/>
                  </a:lnTo>
                  <a:lnTo>
                    <a:pt x="3526993" y="2602801"/>
                  </a:lnTo>
                  <a:close/>
                </a:path>
                <a:path w="3689985" h="3689350">
                  <a:moveTo>
                    <a:pt x="3530130" y="1093571"/>
                  </a:moveTo>
                  <a:lnTo>
                    <a:pt x="3528860" y="1090726"/>
                  </a:lnTo>
                  <a:lnTo>
                    <a:pt x="3526523" y="1085469"/>
                  </a:lnTo>
                  <a:lnTo>
                    <a:pt x="3519652" y="1070508"/>
                  </a:lnTo>
                  <a:lnTo>
                    <a:pt x="3517176" y="1065098"/>
                  </a:lnTo>
                  <a:lnTo>
                    <a:pt x="3508743" y="1047330"/>
                  </a:lnTo>
                  <a:lnTo>
                    <a:pt x="3497262" y="1052766"/>
                  </a:lnTo>
                  <a:lnTo>
                    <a:pt x="3505644" y="1070444"/>
                  </a:lnTo>
                  <a:lnTo>
                    <a:pt x="3514941" y="1090663"/>
                  </a:lnTo>
                  <a:lnTo>
                    <a:pt x="3518535" y="1098727"/>
                  </a:lnTo>
                  <a:lnTo>
                    <a:pt x="3530130" y="1093571"/>
                  </a:lnTo>
                  <a:close/>
                </a:path>
                <a:path w="3689985" h="3689350">
                  <a:moveTo>
                    <a:pt x="3561702" y="2520632"/>
                  </a:moveTo>
                  <a:lnTo>
                    <a:pt x="3550907" y="2516454"/>
                  </a:lnTo>
                  <a:lnTo>
                    <a:pt x="3549866" y="2516047"/>
                  </a:lnTo>
                  <a:lnTo>
                    <a:pt x="3549726" y="2516378"/>
                  </a:lnTo>
                  <a:lnTo>
                    <a:pt x="3541407" y="2537117"/>
                  </a:lnTo>
                  <a:lnTo>
                    <a:pt x="3532835" y="2557729"/>
                  </a:lnTo>
                  <a:lnTo>
                    <a:pt x="3530650" y="2562822"/>
                  </a:lnTo>
                  <a:lnTo>
                    <a:pt x="3542309" y="2567838"/>
                  </a:lnTo>
                  <a:lnTo>
                    <a:pt x="3544468" y="2562822"/>
                  </a:lnTo>
                  <a:lnTo>
                    <a:pt x="3546564" y="2557792"/>
                  </a:lnTo>
                  <a:lnTo>
                    <a:pt x="3553155" y="2541955"/>
                  </a:lnTo>
                  <a:lnTo>
                    <a:pt x="3555060" y="2537193"/>
                  </a:lnTo>
                  <a:lnTo>
                    <a:pt x="3561702" y="2520632"/>
                  </a:lnTo>
                  <a:close/>
                </a:path>
                <a:path w="3689985" h="3689350">
                  <a:moveTo>
                    <a:pt x="3564496" y="1175893"/>
                  </a:moveTo>
                  <a:lnTo>
                    <a:pt x="3561537" y="1168222"/>
                  </a:lnTo>
                  <a:lnTo>
                    <a:pt x="3553155" y="1147343"/>
                  </a:lnTo>
                  <a:lnTo>
                    <a:pt x="3545382" y="1128661"/>
                  </a:lnTo>
                  <a:lnTo>
                    <a:pt x="3533648" y="1133538"/>
                  </a:lnTo>
                  <a:lnTo>
                    <a:pt x="3541382" y="1152105"/>
                  </a:lnTo>
                  <a:lnTo>
                    <a:pt x="3549700" y="1172845"/>
                  </a:lnTo>
                  <a:lnTo>
                    <a:pt x="3552660" y="1180477"/>
                  </a:lnTo>
                  <a:lnTo>
                    <a:pt x="3564496" y="1175893"/>
                  </a:lnTo>
                  <a:close/>
                </a:path>
                <a:path w="3689985" h="3689350">
                  <a:moveTo>
                    <a:pt x="3592347" y="2436939"/>
                  </a:moveTo>
                  <a:lnTo>
                    <a:pt x="3580346" y="2432786"/>
                  </a:lnTo>
                  <a:lnTo>
                    <a:pt x="3573221" y="2453424"/>
                  </a:lnTo>
                  <a:lnTo>
                    <a:pt x="3565639" y="2474531"/>
                  </a:lnTo>
                  <a:lnTo>
                    <a:pt x="3563404" y="2480513"/>
                  </a:lnTo>
                  <a:lnTo>
                    <a:pt x="3575304" y="2484958"/>
                  </a:lnTo>
                  <a:lnTo>
                    <a:pt x="3577552" y="2478938"/>
                  </a:lnTo>
                  <a:lnTo>
                    <a:pt x="3579101" y="2474607"/>
                  </a:lnTo>
                  <a:lnTo>
                    <a:pt x="3585184" y="2457678"/>
                  </a:lnTo>
                  <a:lnTo>
                    <a:pt x="3586619" y="2453500"/>
                  </a:lnTo>
                  <a:lnTo>
                    <a:pt x="3592347" y="2436939"/>
                  </a:lnTo>
                  <a:close/>
                </a:path>
                <a:path w="3689985" h="3689350">
                  <a:moveTo>
                    <a:pt x="3594811" y="1259776"/>
                  </a:moveTo>
                  <a:lnTo>
                    <a:pt x="3593922" y="1257096"/>
                  </a:lnTo>
                  <a:lnTo>
                    <a:pt x="3592563" y="1252982"/>
                  </a:lnTo>
                  <a:lnTo>
                    <a:pt x="3585184" y="1231620"/>
                  </a:lnTo>
                  <a:lnTo>
                    <a:pt x="3578021" y="1211668"/>
                  </a:lnTo>
                  <a:lnTo>
                    <a:pt x="3566071" y="1215961"/>
                  </a:lnTo>
                  <a:lnTo>
                    <a:pt x="3573195" y="1235798"/>
                  </a:lnTo>
                  <a:lnTo>
                    <a:pt x="3580536" y="1257084"/>
                  </a:lnTo>
                  <a:lnTo>
                    <a:pt x="3582759" y="1263777"/>
                  </a:lnTo>
                  <a:lnTo>
                    <a:pt x="3594811" y="1259776"/>
                  </a:lnTo>
                  <a:close/>
                </a:path>
                <a:path w="3689985" h="3689350">
                  <a:moveTo>
                    <a:pt x="3618903" y="2351773"/>
                  </a:moveTo>
                  <a:lnTo>
                    <a:pt x="3606698" y="2348230"/>
                  </a:lnTo>
                  <a:lnTo>
                    <a:pt x="3600996" y="2367838"/>
                  </a:lnTo>
                  <a:lnTo>
                    <a:pt x="3594430" y="2389403"/>
                  </a:lnTo>
                  <a:lnTo>
                    <a:pt x="3592118" y="2396718"/>
                  </a:lnTo>
                  <a:lnTo>
                    <a:pt x="3604222" y="2400566"/>
                  </a:lnTo>
                  <a:lnTo>
                    <a:pt x="3606558" y="2393213"/>
                  </a:lnTo>
                  <a:lnTo>
                    <a:pt x="3613162" y="2371496"/>
                  </a:lnTo>
                  <a:lnTo>
                    <a:pt x="3614204" y="2367915"/>
                  </a:lnTo>
                  <a:lnTo>
                    <a:pt x="3618903" y="2351773"/>
                  </a:lnTo>
                  <a:close/>
                </a:path>
                <a:path w="3689985" h="3689350">
                  <a:moveTo>
                    <a:pt x="3621011" y="1345057"/>
                  </a:moveTo>
                  <a:lnTo>
                    <a:pt x="3620478" y="1343139"/>
                  </a:lnTo>
                  <a:lnTo>
                    <a:pt x="3619512" y="1339634"/>
                  </a:lnTo>
                  <a:lnTo>
                    <a:pt x="3613162" y="1317802"/>
                  </a:lnTo>
                  <a:lnTo>
                    <a:pt x="3606584" y="1296187"/>
                  </a:lnTo>
                  <a:lnTo>
                    <a:pt x="3594430" y="1299883"/>
                  </a:lnTo>
                  <a:lnTo>
                    <a:pt x="3600983" y="1321384"/>
                  </a:lnTo>
                  <a:lnTo>
                    <a:pt x="3607282" y="1343063"/>
                  </a:lnTo>
                  <a:lnTo>
                    <a:pt x="3608781" y="1348447"/>
                  </a:lnTo>
                  <a:lnTo>
                    <a:pt x="3621011" y="1345057"/>
                  </a:lnTo>
                  <a:close/>
                </a:path>
                <a:path w="3689985" h="3689350">
                  <a:moveTo>
                    <a:pt x="3641267" y="2265413"/>
                  </a:moveTo>
                  <a:lnTo>
                    <a:pt x="3628910" y="2262479"/>
                  </a:lnTo>
                  <a:lnTo>
                    <a:pt x="3624630" y="2280462"/>
                  </a:lnTo>
                  <a:lnTo>
                    <a:pt x="3619119" y="2302472"/>
                  </a:lnTo>
                  <a:lnTo>
                    <a:pt x="3616706" y="2311628"/>
                  </a:lnTo>
                  <a:lnTo>
                    <a:pt x="3628987" y="2314867"/>
                  </a:lnTo>
                  <a:lnTo>
                    <a:pt x="3631412" y="2305672"/>
                  </a:lnTo>
                  <a:lnTo>
                    <a:pt x="3632187" y="2302548"/>
                  </a:lnTo>
                  <a:lnTo>
                    <a:pt x="3636962" y="2283523"/>
                  </a:lnTo>
                  <a:lnTo>
                    <a:pt x="3641267" y="2265413"/>
                  </a:lnTo>
                  <a:close/>
                </a:path>
                <a:path w="3689985" h="3689350">
                  <a:moveTo>
                    <a:pt x="3643033" y="1431505"/>
                  </a:moveTo>
                  <a:lnTo>
                    <a:pt x="3642258" y="1428038"/>
                  </a:lnTo>
                  <a:lnTo>
                    <a:pt x="3637686" y="1408823"/>
                  </a:lnTo>
                  <a:lnTo>
                    <a:pt x="3636962" y="1405775"/>
                  </a:lnTo>
                  <a:lnTo>
                    <a:pt x="3630968" y="1381912"/>
                  </a:lnTo>
                  <a:lnTo>
                    <a:pt x="3618687" y="1385150"/>
                  </a:lnTo>
                  <a:lnTo>
                    <a:pt x="3619106" y="1386751"/>
                  </a:lnTo>
                  <a:lnTo>
                    <a:pt x="3624618" y="1408747"/>
                  </a:lnTo>
                  <a:lnTo>
                    <a:pt x="3629876" y="1430858"/>
                  </a:lnTo>
                  <a:lnTo>
                    <a:pt x="3630638" y="1434287"/>
                  </a:lnTo>
                  <a:lnTo>
                    <a:pt x="3643033" y="1431505"/>
                  </a:lnTo>
                  <a:close/>
                </a:path>
                <a:path w="3689985" h="3689350">
                  <a:moveTo>
                    <a:pt x="3659403" y="2178075"/>
                  </a:moveTo>
                  <a:lnTo>
                    <a:pt x="3646919" y="2175764"/>
                  </a:lnTo>
                  <a:lnTo>
                    <a:pt x="3644011" y="2191423"/>
                  </a:lnTo>
                  <a:lnTo>
                    <a:pt x="3639578" y="2213838"/>
                  </a:lnTo>
                  <a:lnTo>
                    <a:pt x="3637127" y="2225446"/>
                  </a:lnTo>
                  <a:lnTo>
                    <a:pt x="3649548" y="2228062"/>
                  </a:lnTo>
                  <a:lnTo>
                    <a:pt x="3652012" y="2216429"/>
                  </a:lnTo>
                  <a:lnTo>
                    <a:pt x="3652507" y="2213914"/>
                  </a:lnTo>
                  <a:lnTo>
                    <a:pt x="3656482" y="2193861"/>
                  </a:lnTo>
                  <a:lnTo>
                    <a:pt x="3659403" y="2178075"/>
                  </a:lnTo>
                  <a:close/>
                </a:path>
                <a:path w="3689985" h="3689350">
                  <a:moveTo>
                    <a:pt x="3660813" y="1518920"/>
                  </a:moveTo>
                  <a:lnTo>
                    <a:pt x="3656927" y="1497876"/>
                  </a:lnTo>
                  <a:lnTo>
                    <a:pt x="3656482" y="1495437"/>
                  </a:lnTo>
                  <a:lnTo>
                    <a:pt x="3652012" y="1472869"/>
                  </a:lnTo>
                  <a:lnTo>
                    <a:pt x="3651148" y="1468805"/>
                  </a:lnTo>
                  <a:lnTo>
                    <a:pt x="3638727" y="1471434"/>
                  </a:lnTo>
                  <a:lnTo>
                    <a:pt x="3639566" y="1475384"/>
                  </a:lnTo>
                  <a:lnTo>
                    <a:pt x="3643998" y="1497787"/>
                  </a:lnTo>
                  <a:lnTo>
                    <a:pt x="3648164" y="1520304"/>
                  </a:lnTo>
                  <a:lnTo>
                    <a:pt x="3648303" y="1521079"/>
                  </a:lnTo>
                  <a:lnTo>
                    <a:pt x="3652342" y="1520380"/>
                  </a:lnTo>
                  <a:lnTo>
                    <a:pt x="3660813" y="1518920"/>
                  </a:lnTo>
                  <a:close/>
                </a:path>
                <a:path w="3689985" h="3689350">
                  <a:moveTo>
                    <a:pt x="3673284" y="2089950"/>
                  </a:moveTo>
                  <a:lnTo>
                    <a:pt x="3660698" y="2088273"/>
                  </a:lnTo>
                  <a:lnTo>
                    <a:pt x="3659009" y="2100834"/>
                  </a:lnTo>
                  <a:lnTo>
                    <a:pt x="3655682" y="2123617"/>
                  </a:lnTo>
                  <a:lnTo>
                    <a:pt x="3653345" y="2138362"/>
                  </a:lnTo>
                  <a:lnTo>
                    <a:pt x="3665880" y="2140369"/>
                  </a:lnTo>
                  <a:lnTo>
                    <a:pt x="3668242" y="2125573"/>
                  </a:lnTo>
                  <a:lnTo>
                    <a:pt x="3668509" y="2123694"/>
                  </a:lnTo>
                  <a:lnTo>
                    <a:pt x="3671595" y="2102637"/>
                  </a:lnTo>
                  <a:lnTo>
                    <a:pt x="3673284" y="2089950"/>
                  </a:lnTo>
                  <a:close/>
                </a:path>
                <a:path w="3689985" h="3689350">
                  <a:moveTo>
                    <a:pt x="3674313" y="1607019"/>
                  </a:moveTo>
                  <a:lnTo>
                    <a:pt x="3671824" y="1588465"/>
                  </a:lnTo>
                  <a:lnTo>
                    <a:pt x="3671595" y="1586661"/>
                  </a:lnTo>
                  <a:lnTo>
                    <a:pt x="3668242" y="1563725"/>
                  </a:lnTo>
                  <a:lnTo>
                    <a:pt x="3667099" y="1556575"/>
                  </a:lnTo>
                  <a:lnTo>
                    <a:pt x="3654552" y="1558582"/>
                  </a:lnTo>
                  <a:lnTo>
                    <a:pt x="3655669" y="1565605"/>
                  </a:lnTo>
                  <a:lnTo>
                    <a:pt x="3659009" y="1588389"/>
                  </a:lnTo>
                  <a:lnTo>
                    <a:pt x="3661727" y="1608709"/>
                  </a:lnTo>
                  <a:lnTo>
                    <a:pt x="3674313" y="1607019"/>
                  </a:lnTo>
                  <a:close/>
                </a:path>
                <a:path w="3689985" h="3689350">
                  <a:moveTo>
                    <a:pt x="3682898" y="2001253"/>
                  </a:moveTo>
                  <a:lnTo>
                    <a:pt x="3670249" y="2000211"/>
                  </a:lnTo>
                  <a:lnTo>
                    <a:pt x="3669525" y="2008797"/>
                  </a:lnTo>
                  <a:lnTo>
                    <a:pt x="3667328" y="2031936"/>
                  </a:lnTo>
                  <a:lnTo>
                    <a:pt x="3665321" y="2050618"/>
                  </a:lnTo>
                  <a:lnTo>
                    <a:pt x="3677945" y="2051977"/>
                  </a:lnTo>
                  <a:lnTo>
                    <a:pt x="3679964" y="2033257"/>
                  </a:lnTo>
                  <a:lnTo>
                    <a:pt x="3682187" y="2009952"/>
                  </a:lnTo>
                  <a:lnTo>
                    <a:pt x="3682898" y="2001253"/>
                  </a:lnTo>
                  <a:close/>
                </a:path>
                <a:path w="3689985" h="3689350">
                  <a:moveTo>
                    <a:pt x="3683533" y="1695754"/>
                  </a:moveTo>
                  <a:lnTo>
                    <a:pt x="3682276" y="1680502"/>
                  </a:lnTo>
                  <a:lnTo>
                    <a:pt x="3682187" y="1679333"/>
                  </a:lnTo>
                  <a:lnTo>
                    <a:pt x="3680079" y="1657362"/>
                  </a:lnTo>
                  <a:lnTo>
                    <a:pt x="3679964" y="1656041"/>
                  </a:lnTo>
                  <a:lnTo>
                    <a:pt x="3678783" y="1645018"/>
                  </a:lnTo>
                  <a:lnTo>
                    <a:pt x="3666147" y="1646389"/>
                  </a:lnTo>
                  <a:lnTo>
                    <a:pt x="3667328" y="1657286"/>
                  </a:lnTo>
                  <a:lnTo>
                    <a:pt x="3669525" y="1680425"/>
                  </a:lnTo>
                  <a:lnTo>
                    <a:pt x="3670884" y="1696796"/>
                  </a:lnTo>
                  <a:lnTo>
                    <a:pt x="3683533" y="1695754"/>
                  </a:lnTo>
                  <a:close/>
                </a:path>
                <a:path w="3689985" h="3689350">
                  <a:moveTo>
                    <a:pt x="3688257" y="1912200"/>
                  </a:moveTo>
                  <a:lnTo>
                    <a:pt x="3675557" y="1911807"/>
                  </a:lnTo>
                  <a:lnTo>
                    <a:pt x="3675443" y="1915426"/>
                  </a:lnTo>
                  <a:lnTo>
                    <a:pt x="3674402" y="1938896"/>
                  </a:lnTo>
                  <a:lnTo>
                    <a:pt x="3673068" y="1962277"/>
                  </a:lnTo>
                  <a:lnTo>
                    <a:pt x="3685743" y="1963178"/>
                  </a:lnTo>
                  <a:lnTo>
                    <a:pt x="3687089" y="1939569"/>
                  </a:lnTo>
                  <a:lnTo>
                    <a:pt x="3688156" y="1915515"/>
                  </a:lnTo>
                  <a:lnTo>
                    <a:pt x="3688257" y="1912200"/>
                  </a:lnTo>
                  <a:close/>
                </a:path>
                <a:path w="3689985" h="3689350">
                  <a:moveTo>
                    <a:pt x="3688499" y="1784832"/>
                  </a:moveTo>
                  <a:lnTo>
                    <a:pt x="3688156" y="1773859"/>
                  </a:lnTo>
                  <a:lnTo>
                    <a:pt x="3687114" y="1750402"/>
                  </a:lnTo>
                  <a:lnTo>
                    <a:pt x="3686187" y="1733931"/>
                  </a:lnTo>
                  <a:lnTo>
                    <a:pt x="3673513" y="1734642"/>
                  </a:lnTo>
                  <a:lnTo>
                    <a:pt x="3674402" y="1750326"/>
                  </a:lnTo>
                  <a:lnTo>
                    <a:pt x="3675418" y="1773339"/>
                  </a:lnTo>
                  <a:lnTo>
                    <a:pt x="3675430" y="1773783"/>
                  </a:lnTo>
                  <a:lnTo>
                    <a:pt x="3675811" y="1785226"/>
                  </a:lnTo>
                  <a:lnTo>
                    <a:pt x="3688499" y="1784832"/>
                  </a:lnTo>
                  <a:close/>
                </a:path>
                <a:path w="3689985" h="3689350">
                  <a:moveTo>
                    <a:pt x="3689477" y="1844687"/>
                  </a:moveTo>
                  <a:lnTo>
                    <a:pt x="3689350" y="1823085"/>
                  </a:lnTo>
                  <a:lnTo>
                    <a:pt x="3676650" y="1823161"/>
                  </a:lnTo>
                  <a:lnTo>
                    <a:pt x="3676777" y="1844662"/>
                  </a:lnTo>
                  <a:lnTo>
                    <a:pt x="3676637" y="1868284"/>
                  </a:lnTo>
                  <a:lnTo>
                    <a:pt x="3676535" y="1873796"/>
                  </a:lnTo>
                  <a:lnTo>
                    <a:pt x="3689235" y="1874037"/>
                  </a:lnTo>
                  <a:lnTo>
                    <a:pt x="3689337" y="1868373"/>
                  </a:lnTo>
                  <a:lnTo>
                    <a:pt x="3689477" y="1844687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04415" y="2548128"/>
              <a:ext cx="1164590" cy="467995"/>
            </a:xfrm>
            <a:custGeom>
              <a:avLst/>
              <a:gdLst/>
              <a:ahLst/>
              <a:cxnLst/>
              <a:rect l="l" t="t" r="r" b="b"/>
              <a:pathLst>
                <a:path w="1164589" h="467994">
                  <a:moveTo>
                    <a:pt x="1164336" y="467868"/>
                  </a:moveTo>
                  <a:lnTo>
                    <a:pt x="0" y="467868"/>
                  </a:lnTo>
                  <a:lnTo>
                    <a:pt x="0" y="0"/>
                  </a:lnTo>
                  <a:lnTo>
                    <a:pt x="1164336" y="0"/>
                  </a:lnTo>
                  <a:lnTo>
                    <a:pt x="1164336" y="467868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00288" y="2543695"/>
              <a:ext cx="1172210" cy="476250"/>
            </a:xfrm>
            <a:custGeom>
              <a:avLst/>
              <a:gdLst/>
              <a:ahLst/>
              <a:cxnLst/>
              <a:rect l="l" t="t" r="r" b="b"/>
              <a:pathLst>
                <a:path w="1172210" h="476250">
                  <a:moveTo>
                    <a:pt x="3810" y="472440"/>
                  </a:moveTo>
                  <a:lnTo>
                    <a:pt x="0" y="472440"/>
                  </a:lnTo>
                  <a:lnTo>
                    <a:pt x="0" y="441960"/>
                  </a:lnTo>
                  <a:lnTo>
                    <a:pt x="7619" y="441960"/>
                  </a:lnTo>
                  <a:lnTo>
                    <a:pt x="7619" y="468630"/>
                  </a:lnTo>
                  <a:lnTo>
                    <a:pt x="3810" y="468630"/>
                  </a:lnTo>
                  <a:lnTo>
                    <a:pt x="3810" y="472440"/>
                  </a:lnTo>
                  <a:close/>
                </a:path>
                <a:path w="1172210" h="476250">
                  <a:moveTo>
                    <a:pt x="16510" y="476250"/>
                  </a:moveTo>
                  <a:lnTo>
                    <a:pt x="3810" y="476250"/>
                  </a:lnTo>
                  <a:lnTo>
                    <a:pt x="3810" y="468630"/>
                  </a:lnTo>
                  <a:lnTo>
                    <a:pt x="7619" y="468630"/>
                  </a:lnTo>
                  <a:lnTo>
                    <a:pt x="7619" y="472440"/>
                  </a:lnTo>
                  <a:lnTo>
                    <a:pt x="16510" y="472440"/>
                  </a:lnTo>
                  <a:lnTo>
                    <a:pt x="16510" y="476250"/>
                  </a:lnTo>
                  <a:close/>
                </a:path>
                <a:path w="1172210" h="476250">
                  <a:moveTo>
                    <a:pt x="16510" y="472440"/>
                  </a:moveTo>
                  <a:lnTo>
                    <a:pt x="7619" y="472440"/>
                  </a:lnTo>
                  <a:lnTo>
                    <a:pt x="7619" y="468630"/>
                  </a:lnTo>
                  <a:lnTo>
                    <a:pt x="16510" y="468630"/>
                  </a:lnTo>
                  <a:lnTo>
                    <a:pt x="16510" y="472440"/>
                  </a:lnTo>
                  <a:close/>
                </a:path>
                <a:path w="1172210" h="476250">
                  <a:moveTo>
                    <a:pt x="7619" y="419100"/>
                  </a:moveTo>
                  <a:lnTo>
                    <a:pt x="0" y="419100"/>
                  </a:lnTo>
                  <a:lnTo>
                    <a:pt x="0" y="388619"/>
                  </a:lnTo>
                  <a:lnTo>
                    <a:pt x="7619" y="388619"/>
                  </a:lnTo>
                  <a:lnTo>
                    <a:pt x="7619" y="419100"/>
                  </a:lnTo>
                  <a:close/>
                </a:path>
                <a:path w="1172210" h="476250">
                  <a:moveTo>
                    <a:pt x="7619" y="365760"/>
                  </a:moveTo>
                  <a:lnTo>
                    <a:pt x="0" y="365760"/>
                  </a:lnTo>
                  <a:lnTo>
                    <a:pt x="0" y="335280"/>
                  </a:lnTo>
                  <a:lnTo>
                    <a:pt x="7619" y="335280"/>
                  </a:lnTo>
                  <a:lnTo>
                    <a:pt x="7619" y="365760"/>
                  </a:lnTo>
                  <a:close/>
                </a:path>
                <a:path w="1172210" h="476250">
                  <a:moveTo>
                    <a:pt x="7619" y="312419"/>
                  </a:moveTo>
                  <a:lnTo>
                    <a:pt x="0" y="312419"/>
                  </a:lnTo>
                  <a:lnTo>
                    <a:pt x="0" y="281940"/>
                  </a:lnTo>
                  <a:lnTo>
                    <a:pt x="7619" y="281940"/>
                  </a:lnTo>
                  <a:lnTo>
                    <a:pt x="7619" y="312419"/>
                  </a:lnTo>
                  <a:close/>
                </a:path>
                <a:path w="1172210" h="476250">
                  <a:moveTo>
                    <a:pt x="7619" y="259080"/>
                  </a:moveTo>
                  <a:lnTo>
                    <a:pt x="0" y="259080"/>
                  </a:lnTo>
                  <a:lnTo>
                    <a:pt x="0" y="228600"/>
                  </a:lnTo>
                  <a:lnTo>
                    <a:pt x="7619" y="228600"/>
                  </a:lnTo>
                  <a:lnTo>
                    <a:pt x="7619" y="259080"/>
                  </a:lnTo>
                  <a:close/>
                </a:path>
                <a:path w="1172210" h="476250">
                  <a:moveTo>
                    <a:pt x="7619" y="205740"/>
                  </a:moveTo>
                  <a:lnTo>
                    <a:pt x="0" y="205740"/>
                  </a:lnTo>
                  <a:lnTo>
                    <a:pt x="0" y="175260"/>
                  </a:lnTo>
                  <a:lnTo>
                    <a:pt x="7619" y="175260"/>
                  </a:lnTo>
                  <a:lnTo>
                    <a:pt x="7619" y="205740"/>
                  </a:lnTo>
                  <a:close/>
                </a:path>
                <a:path w="1172210" h="476250">
                  <a:moveTo>
                    <a:pt x="7619" y="152400"/>
                  </a:moveTo>
                  <a:lnTo>
                    <a:pt x="0" y="152400"/>
                  </a:lnTo>
                  <a:lnTo>
                    <a:pt x="0" y="121919"/>
                  </a:lnTo>
                  <a:lnTo>
                    <a:pt x="7619" y="121919"/>
                  </a:lnTo>
                  <a:lnTo>
                    <a:pt x="7619" y="152400"/>
                  </a:lnTo>
                  <a:close/>
                </a:path>
                <a:path w="1172210" h="476250">
                  <a:moveTo>
                    <a:pt x="7619" y="99060"/>
                  </a:moveTo>
                  <a:lnTo>
                    <a:pt x="0" y="99060"/>
                  </a:lnTo>
                  <a:lnTo>
                    <a:pt x="0" y="68580"/>
                  </a:lnTo>
                  <a:lnTo>
                    <a:pt x="7619" y="68580"/>
                  </a:lnTo>
                  <a:lnTo>
                    <a:pt x="7619" y="99060"/>
                  </a:lnTo>
                  <a:close/>
                </a:path>
                <a:path w="1172210" h="476250">
                  <a:moveTo>
                    <a:pt x="7619" y="45719"/>
                  </a:moveTo>
                  <a:lnTo>
                    <a:pt x="0" y="45719"/>
                  </a:lnTo>
                  <a:lnTo>
                    <a:pt x="0" y="15240"/>
                  </a:lnTo>
                  <a:lnTo>
                    <a:pt x="7619" y="15240"/>
                  </a:lnTo>
                  <a:lnTo>
                    <a:pt x="7619" y="45719"/>
                  </a:lnTo>
                  <a:close/>
                </a:path>
                <a:path w="1172210" h="476250">
                  <a:moveTo>
                    <a:pt x="45719" y="7619"/>
                  </a:moveTo>
                  <a:lnTo>
                    <a:pt x="15240" y="7619"/>
                  </a:lnTo>
                  <a:lnTo>
                    <a:pt x="15240" y="0"/>
                  </a:lnTo>
                  <a:lnTo>
                    <a:pt x="45719" y="0"/>
                  </a:lnTo>
                  <a:lnTo>
                    <a:pt x="45719" y="7619"/>
                  </a:lnTo>
                  <a:close/>
                </a:path>
                <a:path w="1172210" h="476250">
                  <a:moveTo>
                    <a:pt x="99060" y="7619"/>
                  </a:moveTo>
                  <a:lnTo>
                    <a:pt x="68580" y="7619"/>
                  </a:lnTo>
                  <a:lnTo>
                    <a:pt x="68580" y="0"/>
                  </a:lnTo>
                  <a:lnTo>
                    <a:pt x="99060" y="0"/>
                  </a:lnTo>
                  <a:lnTo>
                    <a:pt x="99060" y="7619"/>
                  </a:lnTo>
                  <a:close/>
                </a:path>
                <a:path w="1172210" h="476250">
                  <a:moveTo>
                    <a:pt x="152400" y="7619"/>
                  </a:moveTo>
                  <a:lnTo>
                    <a:pt x="121919" y="7619"/>
                  </a:lnTo>
                  <a:lnTo>
                    <a:pt x="121919" y="0"/>
                  </a:lnTo>
                  <a:lnTo>
                    <a:pt x="152400" y="0"/>
                  </a:lnTo>
                  <a:lnTo>
                    <a:pt x="152400" y="7619"/>
                  </a:lnTo>
                  <a:close/>
                </a:path>
                <a:path w="1172210" h="476250">
                  <a:moveTo>
                    <a:pt x="205740" y="7619"/>
                  </a:moveTo>
                  <a:lnTo>
                    <a:pt x="175260" y="7619"/>
                  </a:lnTo>
                  <a:lnTo>
                    <a:pt x="175260" y="0"/>
                  </a:lnTo>
                  <a:lnTo>
                    <a:pt x="205740" y="0"/>
                  </a:lnTo>
                  <a:lnTo>
                    <a:pt x="205740" y="7619"/>
                  </a:lnTo>
                  <a:close/>
                </a:path>
                <a:path w="1172210" h="476250">
                  <a:moveTo>
                    <a:pt x="259080" y="7619"/>
                  </a:moveTo>
                  <a:lnTo>
                    <a:pt x="228600" y="7619"/>
                  </a:lnTo>
                  <a:lnTo>
                    <a:pt x="228600" y="0"/>
                  </a:lnTo>
                  <a:lnTo>
                    <a:pt x="259080" y="0"/>
                  </a:lnTo>
                  <a:lnTo>
                    <a:pt x="259080" y="7619"/>
                  </a:lnTo>
                  <a:close/>
                </a:path>
                <a:path w="1172210" h="476250">
                  <a:moveTo>
                    <a:pt x="312419" y="7619"/>
                  </a:moveTo>
                  <a:lnTo>
                    <a:pt x="281940" y="7619"/>
                  </a:lnTo>
                  <a:lnTo>
                    <a:pt x="281940" y="0"/>
                  </a:lnTo>
                  <a:lnTo>
                    <a:pt x="312419" y="0"/>
                  </a:lnTo>
                  <a:lnTo>
                    <a:pt x="312419" y="7619"/>
                  </a:lnTo>
                  <a:close/>
                </a:path>
                <a:path w="1172210" h="476250">
                  <a:moveTo>
                    <a:pt x="365760" y="7619"/>
                  </a:moveTo>
                  <a:lnTo>
                    <a:pt x="335280" y="7619"/>
                  </a:lnTo>
                  <a:lnTo>
                    <a:pt x="335280" y="0"/>
                  </a:lnTo>
                  <a:lnTo>
                    <a:pt x="365760" y="0"/>
                  </a:lnTo>
                  <a:lnTo>
                    <a:pt x="365760" y="7619"/>
                  </a:lnTo>
                  <a:close/>
                </a:path>
                <a:path w="1172210" h="476250">
                  <a:moveTo>
                    <a:pt x="419100" y="7619"/>
                  </a:moveTo>
                  <a:lnTo>
                    <a:pt x="388619" y="7619"/>
                  </a:lnTo>
                  <a:lnTo>
                    <a:pt x="388619" y="0"/>
                  </a:lnTo>
                  <a:lnTo>
                    <a:pt x="419100" y="0"/>
                  </a:lnTo>
                  <a:lnTo>
                    <a:pt x="419100" y="7619"/>
                  </a:lnTo>
                  <a:close/>
                </a:path>
                <a:path w="1172210" h="476250">
                  <a:moveTo>
                    <a:pt x="472440" y="7619"/>
                  </a:moveTo>
                  <a:lnTo>
                    <a:pt x="441960" y="7619"/>
                  </a:lnTo>
                  <a:lnTo>
                    <a:pt x="441960" y="0"/>
                  </a:lnTo>
                  <a:lnTo>
                    <a:pt x="472440" y="0"/>
                  </a:lnTo>
                  <a:lnTo>
                    <a:pt x="472440" y="7619"/>
                  </a:lnTo>
                  <a:close/>
                </a:path>
                <a:path w="1172210" h="476250">
                  <a:moveTo>
                    <a:pt x="525780" y="7619"/>
                  </a:moveTo>
                  <a:lnTo>
                    <a:pt x="495300" y="7619"/>
                  </a:lnTo>
                  <a:lnTo>
                    <a:pt x="495300" y="0"/>
                  </a:lnTo>
                  <a:lnTo>
                    <a:pt x="525780" y="0"/>
                  </a:lnTo>
                  <a:lnTo>
                    <a:pt x="525780" y="7619"/>
                  </a:lnTo>
                  <a:close/>
                </a:path>
                <a:path w="1172210" h="476250">
                  <a:moveTo>
                    <a:pt x="579119" y="7619"/>
                  </a:moveTo>
                  <a:lnTo>
                    <a:pt x="548640" y="7619"/>
                  </a:lnTo>
                  <a:lnTo>
                    <a:pt x="548640" y="0"/>
                  </a:lnTo>
                  <a:lnTo>
                    <a:pt x="579119" y="0"/>
                  </a:lnTo>
                  <a:lnTo>
                    <a:pt x="579119" y="7619"/>
                  </a:lnTo>
                  <a:close/>
                </a:path>
                <a:path w="1172210" h="476250">
                  <a:moveTo>
                    <a:pt x="632460" y="7619"/>
                  </a:moveTo>
                  <a:lnTo>
                    <a:pt x="601980" y="7619"/>
                  </a:lnTo>
                  <a:lnTo>
                    <a:pt x="601980" y="0"/>
                  </a:lnTo>
                  <a:lnTo>
                    <a:pt x="632460" y="0"/>
                  </a:lnTo>
                  <a:lnTo>
                    <a:pt x="632460" y="7619"/>
                  </a:lnTo>
                  <a:close/>
                </a:path>
                <a:path w="1172210" h="476250">
                  <a:moveTo>
                    <a:pt x="685800" y="7619"/>
                  </a:moveTo>
                  <a:lnTo>
                    <a:pt x="655319" y="7619"/>
                  </a:lnTo>
                  <a:lnTo>
                    <a:pt x="655319" y="0"/>
                  </a:lnTo>
                  <a:lnTo>
                    <a:pt x="685800" y="0"/>
                  </a:lnTo>
                  <a:lnTo>
                    <a:pt x="685800" y="7619"/>
                  </a:lnTo>
                  <a:close/>
                </a:path>
                <a:path w="1172210" h="476250">
                  <a:moveTo>
                    <a:pt x="739140" y="7619"/>
                  </a:moveTo>
                  <a:lnTo>
                    <a:pt x="708660" y="7619"/>
                  </a:lnTo>
                  <a:lnTo>
                    <a:pt x="708660" y="0"/>
                  </a:lnTo>
                  <a:lnTo>
                    <a:pt x="739140" y="0"/>
                  </a:lnTo>
                  <a:lnTo>
                    <a:pt x="739140" y="7619"/>
                  </a:lnTo>
                  <a:close/>
                </a:path>
                <a:path w="1172210" h="476250">
                  <a:moveTo>
                    <a:pt x="792480" y="7619"/>
                  </a:moveTo>
                  <a:lnTo>
                    <a:pt x="762000" y="7619"/>
                  </a:lnTo>
                  <a:lnTo>
                    <a:pt x="762000" y="0"/>
                  </a:lnTo>
                  <a:lnTo>
                    <a:pt x="792480" y="0"/>
                  </a:lnTo>
                  <a:lnTo>
                    <a:pt x="792480" y="7619"/>
                  </a:lnTo>
                  <a:close/>
                </a:path>
                <a:path w="1172210" h="476250">
                  <a:moveTo>
                    <a:pt x="845819" y="7619"/>
                  </a:moveTo>
                  <a:lnTo>
                    <a:pt x="815340" y="7619"/>
                  </a:lnTo>
                  <a:lnTo>
                    <a:pt x="815340" y="0"/>
                  </a:lnTo>
                  <a:lnTo>
                    <a:pt x="845819" y="0"/>
                  </a:lnTo>
                  <a:lnTo>
                    <a:pt x="845819" y="7619"/>
                  </a:lnTo>
                  <a:close/>
                </a:path>
                <a:path w="1172210" h="476250">
                  <a:moveTo>
                    <a:pt x="899160" y="7619"/>
                  </a:moveTo>
                  <a:lnTo>
                    <a:pt x="868680" y="7619"/>
                  </a:lnTo>
                  <a:lnTo>
                    <a:pt x="868680" y="0"/>
                  </a:lnTo>
                  <a:lnTo>
                    <a:pt x="899160" y="0"/>
                  </a:lnTo>
                  <a:lnTo>
                    <a:pt x="899160" y="7619"/>
                  </a:lnTo>
                  <a:close/>
                </a:path>
                <a:path w="1172210" h="476250">
                  <a:moveTo>
                    <a:pt x="952500" y="7619"/>
                  </a:moveTo>
                  <a:lnTo>
                    <a:pt x="922019" y="7619"/>
                  </a:lnTo>
                  <a:lnTo>
                    <a:pt x="922019" y="0"/>
                  </a:lnTo>
                  <a:lnTo>
                    <a:pt x="952500" y="0"/>
                  </a:lnTo>
                  <a:lnTo>
                    <a:pt x="952500" y="7619"/>
                  </a:lnTo>
                  <a:close/>
                </a:path>
                <a:path w="1172210" h="476250">
                  <a:moveTo>
                    <a:pt x="1005840" y="7619"/>
                  </a:moveTo>
                  <a:lnTo>
                    <a:pt x="975360" y="7619"/>
                  </a:lnTo>
                  <a:lnTo>
                    <a:pt x="975360" y="0"/>
                  </a:lnTo>
                  <a:lnTo>
                    <a:pt x="1005840" y="0"/>
                  </a:lnTo>
                  <a:lnTo>
                    <a:pt x="1005840" y="7619"/>
                  </a:lnTo>
                  <a:close/>
                </a:path>
                <a:path w="1172210" h="476250">
                  <a:moveTo>
                    <a:pt x="1059180" y="7619"/>
                  </a:moveTo>
                  <a:lnTo>
                    <a:pt x="1028700" y="7619"/>
                  </a:lnTo>
                  <a:lnTo>
                    <a:pt x="1028700" y="0"/>
                  </a:lnTo>
                  <a:lnTo>
                    <a:pt x="1059180" y="0"/>
                  </a:lnTo>
                  <a:lnTo>
                    <a:pt x="1059180" y="7619"/>
                  </a:lnTo>
                  <a:close/>
                </a:path>
                <a:path w="1172210" h="476250">
                  <a:moveTo>
                    <a:pt x="1112520" y="7619"/>
                  </a:moveTo>
                  <a:lnTo>
                    <a:pt x="1082040" y="7619"/>
                  </a:lnTo>
                  <a:lnTo>
                    <a:pt x="1082040" y="0"/>
                  </a:lnTo>
                  <a:lnTo>
                    <a:pt x="1112520" y="0"/>
                  </a:lnTo>
                  <a:lnTo>
                    <a:pt x="1112520" y="7619"/>
                  </a:lnTo>
                  <a:close/>
                </a:path>
                <a:path w="1172210" h="476250">
                  <a:moveTo>
                    <a:pt x="1165860" y="7619"/>
                  </a:moveTo>
                  <a:lnTo>
                    <a:pt x="1135380" y="7619"/>
                  </a:lnTo>
                  <a:lnTo>
                    <a:pt x="1135380" y="0"/>
                  </a:lnTo>
                  <a:lnTo>
                    <a:pt x="1165860" y="0"/>
                  </a:lnTo>
                  <a:lnTo>
                    <a:pt x="1165860" y="7619"/>
                  </a:lnTo>
                  <a:close/>
                </a:path>
                <a:path w="1172210" h="476250">
                  <a:moveTo>
                    <a:pt x="1172210" y="54610"/>
                  </a:moveTo>
                  <a:lnTo>
                    <a:pt x="1164590" y="54610"/>
                  </a:lnTo>
                  <a:lnTo>
                    <a:pt x="1164590" y="24130"/>
                  </a:lnTo>
                  <a:lnTo>
                    <a:pt x="1172210" y="24130"/>
                  </a:lnTo>
                  <a:lnTo>
                    <a:pt x="1172210" y="54610"/>
                  </a:lnTo>
                  <a:close/>
                </a:path>
                <a:path w="1172210" h="476250">
                  <a:moveTo>
                    <a:pt x="1172210" y="107950"/>
                  </a:moveTo>
                  <a:lnTo>
                    <a:pt x="1164590" y="107950"/>
                  </a:lnTo>
                  <a:lnTo>
                    <a:pt x="1164590" y="77469"/>
                  </a:lnTo>
                  <a:lnTo>
                    <a:pt x="1172210" y="77469"/>
                  </a:lnTo>
                  <a:lnTo>
                    <a:pt x="1172210" y="107950"/>
                  </a:lnTo>
                  <a:close/>
                </a:path>
                <a:path w="1172210" h="476250">
                  <a:moveTo>
                    <a:pt x="1172210" y="161290"/>
                  </a:moveTo>
                  <a:lnTo>
                    <a:pt x="1164590" y="161290"/>
                  </a:lnTo>
                  <a:lnTo>
                    <a:pt x="1164590" y="130810"/>
                  </a:lnTo>
                  <a:lnTo>
                    <a:pt x="1172210" y="130810"/>
                  </a:lnTo>
                  <a:lnTo>
                    <a:pt x="1172210" y="161290"/>
                  </a:lnTo>
                  <a:close/>
                </a:path>
                <a:path w="1172210" h="476250">
                  <a:moveTo>
                    <a:pt x="1172210" y="214630"/>
                  </a:moveTo>
                  <a:lnTo>
                    <a:pt x="1164590" y="214630"/>
                  </a:lnTo>
                  <a:lnTo>
                    <a:pt x="1164590" y="184150"/>
                  </a:lnTo>
                  <a:lnTo>
                    <a:pt x="1172210" y="184150"/>
                  </a:lnTo>
                  <a:lnTo>
                    <a:pt x="1172210" y="214630"/>
                  </a:lnTo>
                  <a:close/>
                </a:path>
                <a:path w="1172210" h="476250">
                  <a:moveTo>
                    <a:pt x="1172210" y="267969"/>
                  </a:moveTo>
                  <a:lnTo>
                    <a:pt x="1164590" y="267969"/>
                  </a:lnTo>
                  <a:lnTo>
                    <a:pt x="1164590" y="237490"/>
                  </a:lnTo>
                  <a:lnTo>
                    <a:pt x="1172210" y="237490"/>
                  </a:lnTo>
                  <a:lnTo>
                    <a:pt x="1172210" y="267969"/>
                  </a:lnTo>
                  <a:close/>
                </a:path>
                <a:path w="1172210" h="476250">
                  <a:moveTo>
                    <a:pt x="1172210" y="321310"/>
                  </a:moveTo>
                  <a:lnTo>
                    <a:pt x="1164590" y="321310"/>
                  </a:lnTo>
                  <a:lnTo>
                    <a:pt x="1164590" y="290830"/>
                  </a:lnTo>
                  <a:lnTo>
                    <a:pt x="1172210" y="290830"/>
                  </a:lnTo>
                  <a:lnTo>
                    <a:pt x="1172210" y="321310"/>
                  </a:lnTo>
                  <a:close/>
                </a:path>
                <a:path w="1172210" h="476250">
                  <a:moveTo>
                    <a:pt x="1172210" y="374650"/>
                  </a:moveTo>
                  <a:lnTo>
                    <a:pt x="1164590" y="374650"/>
                  </a:lnTo>
                  <a:lnTo>
                    <a:pt x="1164590" y="344169"/>
                  </a:lnTo>
                  <a:lnTo>
                    <a:pt x="1172210" y="344169"/>
                  </a:lnTo>
                  <a:lnTo>
                    <a:pt x="1172210" y="374650"/>
                  </a:lnTo>
                  <a:close/>
                </a:path>
                <a:path w="1172210" h="476250">
                  <a:moveTo>
                    <a:pt x="1172210" y="427990"/>
                  </a:moveTo>
                  <a:lnTo>
                    <a:pt x="1164590" y="427990"/>
                  </a:lnTo>
                  <a:lnTo>
                    <a:pt x="1164590" y="397510"/>
                  </a:lnTo>
                  <a:lnTo>
                    <a:pt x="1172210" y="397510"/>
                  </a:lnTo>
                  <a:lnTo>
                    <a:pt x="1172210" y="427990"/>
                  </a:lnTo>
                  <a:close/>
                </a:path>
                <a:path w="1172210" h="476250">
                  <a:moveTo>
                    <a:pt x="1164590" y="472440"/>
                  </a:moveTo>
                  <a:lnTo>
                    <a:pt x="1164590" y="450850"/>
                  </a:lnTo>
                  <a:lnTo>
                    <a:pt x="1172210" y="450850"/>
                  </a:lnTo>
                  <a:lnTo>
                    <a:pt x="1172210" y="468630"/>
                  </a:lnTo>
                  <a:lnTo>
                    <a:pt x="1168400" y="468630"/>
                  </a:lnTo>
                  <a:lnTo>
                    <a:pt x="1164590" y="472440"/>
                  </a:lnTo>
                  <a:close/>
                </a:path>
                <a:path w="1172210" h="476250">
                  <a:moveTo>
                    <a:pt x="1172210" y="476250"/>
                  </a:moveTo>
                  <a:lnTo>
                    <a:pt x="1159510" y="476250"/>
                  </a:lnTo>
                  <a:lnTo>
                    <a:pt x="1159510" y="468630"/>
                  </a:lnTo>
                  <a:lnTo>
                    <a:pt x="1164590" y="468630"/>
                  </a:lnTo>
                  <a:lnTo>
                    <a:pt x="1164590" y="472440"/>
                  </a:lnTo>
                  <a:lnTo>
                    <a:pt x="1172210" y="472440"/>
                  </a:lnTo>
                  <a:lnTo>
                    <a:pt x="1172210" y="476250"/>
                  </a:lnTo>
                  <a:close/>
                </a:path>
                <a:path w="1172210" h="476250">
                  <a:moveTo>
                    <a:pt x="1172210" y="472440"/>
                  </a:moveTo>
                  <a:lnTo>
                    <a:pt x="1164590" y="472440"/>
                  </a:lnTo>
                  <a:lnTo>
                    <a:pt x="1168400" y="468630"/>
                  </a:lnTo>
                  <a:lnTo>
                    <a:pt x="1172210" y="468630"/>
                  </a:lnTo>
                  <a:lnTo>
                    <a:pt x="1172210" y="472440"/>
                  </a:lnTo>
                  <a:close/>
                </a:path>
                <a:path w="1172210" h="476250">
                  <a:moveTo>
                    <a:pt x="1136650" y="476250"/>
                  </a:moveTo>
                  <a:lnTo>
                    <a:pt x="1106170" y="476250"/>
                  </a:lnTo>
                  <a:lnTo>
                    <a:pt x="1106170" y="468630"/>
                  </a:lnTo>
                  <a:lnTo>
                    <a:pt x="1136650" y="468630"/>
                  </a:lnTo>
                  <a:lnTo>
                    <a:pt x="1136650" y="476250"/>
                  </a:lnTo>
                  <a:close/>
                </a:path>
                <a:path w="1172210" h="476250">
                  <a:moveTo>
                    <a:pt x="1083310" y="476250"/>
                  </a:moveTo>
                  <a:lnTo>
                    <a:pt x="1052830" y="476250"/>
                  </a:lnTo>
                  <a:lnTo>
                    <a:pt x="1052830" y="468630"/>
                  </a:lnTo>
                  <a:lnTo>
                    <a:pt x="1083310" y="468630"/>
                  </a:lnTo>
                  <a:lnTo>
                    <a:pt x="1083310" y="476250"/>
                  </a:lnTo>
                  <a:close/>
                </a:path>
                <a:path w="1172210" h="476250">
                  <a:moveTo>
                    <a:pt x="1029969" y="476250"/>
                  </a:moveTo>
                  <a:lnTo>
                    <a:pt x="999490" y="476250"/>
                  </a:lnTo>
                  <a:lnTo>
                    <a:pt x="999490" y="468630"/>
                  </a:lnTo>
                  <a:lnTo>
                    <a:pt x="1029969" y="468630"/>
                  </a:lnTo>
                  <a:lnTo>
                    <a:pt x="1029969" y="476250"/>
                  </a:lnTo>
                  <a:close/>
                </a:path>
                <a:path w="1172210" h="476250">
                  <a:moveTo>
                    <a:pt x="976630" y="476250"/>
                  </a:moveTo>
                  <a:lnTo>
                    <a:pt x="946150" y="476250"/>
                  </a:lnTo>
                  <a:lnTo>
                    <a:pt x="946150" y="468630"/>
                  </a:lnTo>
                  <a:lnTo>
                    <a:pt x="976630" y="468630"/>
                  </a:lnTo>
                  <a:lnTo>
                    <a:pt x="976630" y="476250"/>
                  </a:lnTo>
                  <a:close/>
                </a:path>
                <a:path w="1172210" h="476250">
                  <a:moveTo>
                    <a:pt x="923290" y="476250"/>
                  </a:moveTo>
                  <a:lnTo>
                    <a:pt x="892810" y="476250"/>
                  </a:lnTo>
                  <a:lnTo>
                    <a:pt x="892810" y="468630"/>
                  </a:lnTo>
                  <a:lnTo>
                    <a:pt x="923290" y="468630"/>
                  </a:lnTo>
                  <a:lnTo>
                    <a:pt x="923290" y="476250"/>
                  </a:lnTo>
                  <a:close/>
                </a:path>
                <a:path w="1172210" h="476250">
                  <a:moveTo>
                    <a:pt x="869950" y="476250"/>
                  </a:moveTo>
                  <a:lnTo>
                    <a:pt x="839469" y="476250"/>
                  </a:lnTo>
                  <a:lnTo>
                    <a:pt x="839469" y="468630"/>
                  </a:lnTo>
                  <a:lnTo>
                    <a:pt x="869950" y="468630"/>
                  </a:lnTo>
                  <a:lnTo>
                    <a:pt x="869950" y="476250"/>
                  </a:lnTo>
                  <a:close/>
                </a:path>
                <a:path w="1172210" h="476250">
                  <a:moveTo>
                    <a:pt x="816610" y="476250"/>
                  </a:moveTo>
                  <a:lnTo>
                    <a:pt x="786130" y="476250"/>
                  </a:lnTo>
                  <a:lnTo>
                    <a:pt x="786130" y="468630"/>
                  </a:lnTo>
                  <a:lnTo>
                    <a:pt x="816610" y="468630"/>
                  </a:lnTo>
                  <a:lnTo>
                    <a:pt x="816610" y="476250"/>
                  </a:lnTo>
                  <a:close/>
                </a:path>
                <a:path w="1172210" h="476250">
                  <a:moveTo>
                    <a:pt x="763269" y="476250"/>
                  </a:moveTo>
                  <a:lnTo>
                    <a:pt x="732790" y="476250"/>
                  </a:lnTo>
                  <a:lnTo>
                    <a:pt x="732790" y="468630"/>
                  </a:lnTo>
                  <a:lnTo>
                    <a:pt x="763269" y="468630"/>
                  </a:lnTo>
                  <a:lnTo>
                    <a:pt x="763269" y="476250"/>
                  </a:lnTo>
                  <a:close/>
                </a:path>
                <a:path w="1172210" h="476250">
                  <a:moveTo>
                    <a:pt x="709930" y="476250"/>
                  </a:moveTo>
                  <a:lnTo>
                    <a:pt x="679450" y="476250"/>
                  </a:lnTo>
                  <a:lnTo>
                    <a:pt x="679450" y="468630"/>
                  </a:lnTo>
                  <a:lnTo>
                    <a:pt x="709930" y="468630"/>
                  </a:lnTo>
                  <a:lnTo>
                    <a:pt x="709930" y="476250"/>
                  </a:lnTo>
                  <a:close/>
                </a:path>
                <a:path w="1172210" h="476250">
                  <a:moveTo>
                    <a:pt x="656590" y="476250"/>
                  </a:moveTo>
                  <a:lnTo>
                    <a:pt x="626110" y="476250"/>
                  </a:lnTo>
                  <a:lnTo>
                    <a:pt x="626110" y="468630"/>
                  </a:lnTo>
                  <a:lnTo>
                    <a:pt x="656590" y="468630"/>
                  </a:lnTo>
                  <a:lnTo>
                    <a:pt x="656590" y="476250"/>
                  </a:lnTo>
                  <a:close/>
                </a:path>
                <a:path w="1172210" h="476250">
                  <a:moveTo>
                    <a:pt x="603250" y="476250"/>
                  </a:moveTo>
                  <a:lnTo>
                    <a:pt x="572769" y="476250"/>
                  </a:lnTo>
                  <a:lnTo>
                    <a:pt x="572769" y="468630"/>
                  </a:lnTo>
                  <a:lnTo>
                    <a:pt x="603250" y="468630"/>
                  </a:lnTo>
                  <a:lnTo>
                    <a:pt x="603250" y="476250"/>
                  </a:lnTo>
                  <a:close/>
                </a:path>
                <a:path w="1172210" h="476250">
                  <a:moveTo>
                    <a:pt x="549910" y="476250"/>
                  </a:moveTo>
                  <a:lnTo>
                    <a:pt x="519430" y="476250"/>
                  </a:lnTo>
                  <a:lnTo>
                    <a:pt x="519430" y="468630"/>
                  </a:lnTo>
                  <a:lnTo>
                    <a:pt x="549910" y="468630"/>
                  </a:lnTo>
                  <a:lnTo>
                    <a:pt x="549910" y="476250"/>
                  </a:lnTo>
                  <a:close/>
                </a:path>
                <a:path w="1172210" h="476250">
                  <a:moveTo>
                    <a:pt x="496569" y="476250"/>
                  </a:moveTo>
                  <a:lnTo>
                    <a:pt x="466090" y="476250"/>
                  </a:lnTo>
                  <a:lnTo>
                    <a:pt x="466090" y="468630"/>
                  </a:lnTo>
                  <a:lnTo>
                    <a:pt x="496569" y="468630"/>
                  </a:lnTo>
                  <a:lnTo>
                    <a:pt x="496569" y="476250"/>
                  </a:lnTo>
                  <a:close/>
                </a:path>
                <a:path w="1172210" h="476250">
                  <a:moveTo>
                    <a:pt x="443230" y="476250"/>
                  </a:moveTo>
                  <a:lnTo>
                    <a:pt x="412750" y="476250"/>
                  </a:lnTo>
                  <a:lnTo>
                    <a:pt x="412750" y="468630"/>
                  </a:lnTo>
                  <a:lnTo>
                    <a:pt x="443230" y="468630"/>
                  </a:lnTo>
                  <a:lnTo>
                    <a:pt x="443230" y="476250"/>
                  </a:lnTo>
                  <a:close/>
                </a:path>
                <a:path w="1172210" h="476250">
                  <a:moveTo>
                    <a:pt x="389890" y="476250"/>
                  </a:moveTo>
                  <a:lnTo>
                    <a:pt x="359410" y="476250"/>
                  </a:lnTo>
                  <a:lnTo>
                    <a:pt x="359410" y="468630"/>
                  </a:lnTo>
                  <a:lnTo>
                    <a:pt x="389890" y="468630"/>
                  </a:lnTo>
                  <a:lnTo>
                    <a:pt x="389890" y="476250"/>
                  </a:lnTo>
                  <a:close/>
                </a:path>
                <a:path w="1172210" h="476250">
                  <a:moveTo>
                    <a:pt x="336550" y="476250"/>
                  </a:moveTo>
                  <a:lnTo>
                    <a:pt x="306069" y="476250"/>
                  </a:lnTo>
                  <a:lnTo>
                    <a:pt x="306069" y="468630"/>
                  </a:lnTo>
                  <a:lnTo>
                    <a:pt x="336550" y="468630"/>
                  </a:lnTo>
                  <a:lnTo>
                    <a:pt x="336550" y="476250"/>
                  </a:lnTo>
                  <a:close/>
                </a:path>
                <a:path w="1172210" h="476250">
                  <a:moveTo>
                    <a:pt x="283210" y="476250"/>
                  </a:moveTo>
                  <a:lnTo>
                    <a:pt x="252730" y="476250"/>
                  </a:lnTo>
                  <a:lnTo>
                    <a:pt x="252730" y="468630"/>
                  </a:lnTo>
                  <a:lnTo>
                    <a:pt x="283210" y="468630"/>
                  </a:lnTo>
                  <a:lnTo>
                    <a:pt x="283210" y="476250"/>
                  </a:lnTo>
                  <a:close/>
                </a:path>
                <a:path w="1172210" h="476250">
                  <a:moveTo>
                    <a:pt x="229869" y="476250"/>
                  </a:moveTo>
                  <a:lnTo>
                    <a:pt x="199390" y="476250"/>
                  </a:lnTo>
                  <a:lnTo>
                    <a:pt x="199390" y="468630"/>
                  </a:lnTo>
                  <a:lnTo>
                    <a:pt x="229869" y="468630"/>
                  </a:lnTo>
                  <a:lnTo>
                    <a:pt x="229869" y="476250"/>
                  </a:lnTo>
                  <a:close/>
                </a:path>
                <a:path w="1172210" h="476250">
                  <a:moveTo>
                    <a:pt x="176530" y="476250"/>
                  </a:moveTo>
                  <a:lnTo>
                    <a:pt x="146050" y="476250"/>
                  </a:lnTo>
                  <a:lnTo>
                    <a:pt x="146050" y="468630"/>
                  </a:lnTo>
                  <a:lnTo>
                    <a:pt x="176530" y="468630"/>
                  </a:lnTo>
                  <a:lnTo>
                    <a:pt x="176530" y="476250"/>
                  </a:lnTo>
                  <a:close/>
                </a:path>
                <a:path w="1172210" h="476250">
                  <a:moveTo>
                    <a:pt x="123190" y="476250"/>
                  </a:moveTo>
                  <a:lnTo>
                    <a:pt x="92710" y="476250"/>
                  </a:lnTo>
                  <a:lnTo>
                    <a:pt x="92710" y="468630"/>
                  </a:lnTo>
                  <a:lnTo>
                    <a:pt x="123190" y="468630"/>
                  </a:lnTo>
                  <a:lnTo>
                    <a:pt x="123190" y="476250"/>
                  </a:lnTo>
                  <a:close/>
                </a:path>
                <a:path w="1172210" h="476250">
                  <a:moveTo>
                    <a:pt x="69850" y="476250"/>
                  </a:moveTo>
                  <a:lnTo>
                    <a:pt x="39369" y="476250"/>
                  </a:lnTo>
                  <a:lnTo>
                    <a:pt x="39369" y="468630"/>
                  </a:lnTo>
                  <a:lnTo>
                    <a:pt x="69850" y="468630"/>
                  </a:lnTo>
                  <a:lnTo>
                    <a:pt x="69850" y="47625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33571" y="4299204"/>
              <a:ext cx="1164590" cy="469900"/>
            </a:xfrm>
            <a:custGeom>
              <a:avLst/>
              <a:gdLst/>
              <a:ahLst/>
              <a:cxnLst/>
              <a:rect l="l" t="t" r="r" b="b"/>
              <a:pathLst>
                <a:path w="1164589" h="469900">
                  <a:moveTo>
                    <a:pt x="1164336" y="469391"/>
                  </a:moveTo>
                  <a:lnTo>
                    <a:pt x="0" y="469391"/>
                  </a:lnTo>
                  <a:lnTo>
                    <a:pt x="0" y="0"/>
                  </a:lnTo>
                  <a:lnTo>
                    <a:pt x="1164336" y="0"/>
                  </a:lnTo>
                  <a:lnTo>
                    <a:pt x="1164336" y="469391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29038" y="4295635"/>
              <a:ext cx="1172210" cy="476250"/>
            </a:xfrm>
            <a:custGeom>
              <a:avLst/>
              <a:gdLst/>
              <a:ahLst/>
              <a:cxnLst/>
              <a:rect l="l" t="t" r="r" b="b"/>
              <a:pathLst>
                <a:path w="1172210" h="476250">
                  <a:moveTo>
                    <a:pt x="3810" y="472440"/>
                  </a:moveTo>
                  <a:lnTo>
                    <a:pt x="0" y="472440"/>
                  </a:lnTo>
                  <a:lnTo>
                    <a:pt x="0" y="441960"/>
                  </a:lnTo>
                  <a:lnTo>
                    <a:pt x="7620" y="441960"/>
                  </a:lnTo>
                  <a:lnTo>
                    <a:pt x="7620" y="468630"/>
                  </a:lnTo>
                  <a:lnTo>
                    <a:pt x="3810" y="468630"/>
                  </a:lnTo>
                  <a:lnTo>
                    <a:pt x="3810" y="472440"/>
                  </a:lnTo>
                  <a:close/>
                </a:path>
                <a:path w="1172210" h="476250">
                  <a:moveTo>
                    <a:pt x="16510" y="476250"/>
                  </a:moveTo>
                  <a:lnTo>
                    <a:pt x="3810" y="476250"/>
                  </a:lnTo>
                  <a:lnTo>
                    <a:pt x="3810" y="468630"/>
                  </a:lnTo>
                  <a:lnTo>
                    <a:pt x="7620" y="468630"/>
                  </a:lnTo>
                  <a:lnTo>
                    <a:pt x="7620" y="472440"/>
                  </a:lnTo>
                  <a:lnTo>
                    <a:pt x="16510" y="472440"/>
                  </a:lnTo>
                  <a:lnTo>
                    <a:pt x="16510" y="476250"/>
                  </a:lnTo>
                  <a:close/>
                </a:path>
                <a:path w="1172210" h="476250">
                  <a:moveTo>
                    <a:pt x="16510" y="472440"/>
                  </a:moveTo>
                  <a:lnTo>
                    <a:pt x="7620" y="472440"/>
                  </a:lnTo>
                  <a:lnTo>
                    <a:pt x="7620" y="468630"/>
                  </a:lnTo>
                  <a:lnTo>
                    <a:pt x="16510" y="468630"/>
                  </a:lnTo>
                  <a:lnTo>
                    <a:pt x="16510" y="472440"/>
                  </a:lnTo>
                  <a:close/>
                </a:path>
                <a:path w="1172210" h="476250">
                  <a:moveTo>
                    <a:pt x="7620" y="419100"/>
                  </a:moveTo>
                  <a:lnTo>
                    <a:pt x="0" y="419100"/>
                  </a:lnTo>
                  <a:lnTo>
                    <a:pt x="0" y="388620"/>
                  </a:lnTo>
                  <a:lnTo>
                    <a:pt x="7620" y="388620"/>
                  </a:lnTo>
                  <a:lnTo>
                    <a:pt x="7620" y="419100"/>
                  </a:lnTo>
                  <a:close/>
                </a:path>
                <a:path w="1172210" h="476250">
                  <a:moveTo>
                    <a:pt x="7620" y="365760"/>
                  </a:moveTo>
                  <a:lnTo>
                    <a:pt x="0" y="365760"/>
                  </a:lnTo>
                  <a:lnTo>
                    <a:pt x="0" y="335280"/>
                  </a:lnTo>
                  <a:lnTo>
                    <a:pt x="7620" y="335280"/>
                  </a:lnTo>
                  <a:lnTo>
                    <a:pt x="7620" y="365760"/>
                  </a:lnTo>
                  <a:close/>
                </a:path>
                <a:path w="1172210" h="476250">
                  <a:moveTo>
                    <a:pt x="7620" y="312420"/>
                  </a:moveTo>
                  <a:lnTo>
                    <a:pt x="0" y="312420"/>
                  </a:lnTo>
                  <a:lnTo>
                    <a:pt x="0" y="281940"/>
                  </a:lnTo>
                  <a:lnTo>
                    <a:pt x="7620" y="281940"/>
                  </a:lnTo>
                  <a:lnTo>
                    <a:pt x="7620" y="312420"/>
                  </a:lnTo>
                  <a:close/>
                </a:path>
                <a:path w="1172210" h="476250">
                  <a:moveTo>
                    <a:pt x="7620" y="259080"/>
                  </a:moveTo>
                  <a:lnTo>
                    <a:pt x="0" y="259080"/>
                  </a:lnTo>
                  <a:lnTo>
                    <a:pt x="0" y="228600"/>
                  </a:lnTo>
                  <a:lnTo>
                    <a:pt x="7620" y="228600"/>
                  </a:lnTo>
                  <a:lnTo>
                    <a:pt x="7620" y="259080"/>
                  </a:lnTo>
                  <a:close/>
                </a:path>
                <a:path w="1172210" h="476250">
                  <a:moveTo>
                    <a:pt x="7620" y="205740"/>
                  </a:moveTo>
                  <a:lnTo>
                    <a:pt x="0" y="205740"/>
                  </a:lnTo>
                  <a:lnTo>
                    <a:pt x="0" y="175260"/>
                  </a:lnTo>
                  <a:lnTo>
                    <a:pt x="7620" y="175260"/>
                  </a:lnTo>
                  <a:lnTo>
                    <a:pt x="7620" y="205740"/>
                  </a:lnTo>
                  <a:close/>
                </a:path>
                <a:path w="1172210" h="476250">
                  <a:moveTo>
                    <a:pt x="7620" y="152400"/>
                  </a:moveTo>
                  <a:lnTo>
                    <a:pt x="0" y="152400"/>
                  </a:lnTo>
                  <a:lnTo>
                    <a:pt x="0" y="121920"/>
                  </a:lnTo>
                  <a:lnTo>
                    <a:pt x="7620" y="121920"/>
                  </a:lnTo>
                  <a:lnTo>
                    <a:pt x="7620" y="152400"/>
                  </a:lnTo>
                  <a:close/>
                </a:path>
                <a:path w="1172210" h="476250">
                  <a:moveTo>
                    <a:pt x="7620" y="99060"/>
                  </a:moveTo>
                  <a:lnTo>
                    <a:pt x="0" y="99060"/>
                  </a:lnTo>
                  <a:lnTo>
                    <a:pt x="0" y="68580"/>
                  </a:lnTo>
                  <a:lnTo>
                    <a:pt x="7620" y="68580"/>
                  </a:lnTo>
                  <a:lnTo>
                    <a:pt x="7620" y="99060"/>
                  </a:lnTo>
                  <a:close/>
                </a:path>
                <a:path w="1172210" h="476250">
                  <a:moveTo>
                    <a:pt x="7620" y="45720"/>
                  </a:moveTo>
                  <a:lnTo>
                    <a:pt x="0" y="45720"/>
                  </a:lnTo>
                  <a:lnTo>
                    <a:pt x="0" y="15240"/>
                  </a:lnTo>
                  <a:lnTo>
                    <a:pt x="7620" y="15240"/>
                  </a:lnTo>
                  <a:lnTo>
                    <a:pt x="7620" y="45720"/>
                  </a:lnTo>
                  <a:close/>
                </a:path>
                <a:path w="1172210" h="476250">
                  <a:moveTo>
                    <a:pt x="45720" y="7620"/>
                  </a:moveTo>
                  <a:lnTo>
                    <a:pt x="15239" y="7620"/>
                  </a:lnTo>
                  <a:lnTo>
                    <a:pt x="15239" y="0"/>
                  </a:lnTo>
                  <a:lnTo>
                    <a:pt x="45720" y="0"/>
                  </a:lnTo>
                  <a:lnTo>
                    <a:pt x="45720" y="7620"/>
                  </a:lnTo>
                  <a:close/>
                </a:path>
                <a:path w="1172210" h="476250">
                  <a:moveTo>
                    <a:pt x="99060" y="7620"/>
                  </a:moveTo>
                  <a:lnTo>
                    <a:pt x="68580" y="7620"/>
                  </a:lnTo>
                  <a:lnTo>
                    <a:pt x="68580" y="0"/>
                  </a:lnTo>
                  <a:lnTo>
                    <a:pt x="99060" y="0"/>
                  </a:lnTo>
                  <a:lnTo>
                    <a:pt x="99060" y="7620"/>
                  </a:lnTo>
                  <a:close/>
                </a:path>
                <a:path w="1172210" h="476250">
                  <a:moveTo>
                    <a:pt x="152400" y="7620"/>
                  </a:moveTo>
                  <a:lnTo>
                    <a:pt x="121920" y="7620"/>
                  </a:lnTo>
                  <a:lnTo>
                    <a:pt x="121920" y="0"/>
                  </a:lnTo>
                  <a:lnTo>
                    <a:pt x="152400" y="0"/>
                  </a:lnTo>
                  <a:lnTo>
                    <a:pt x="152400" y="7620"/>
                  </a:lnTo>
                  <a:close/>
                </a:path>
                <a:path w="1172210" h="476250">
                  <a:moveTo>
                    <a:pt x="205739" y="7620"/>
                  </a:moveTo>
                  <a:lnTo>
                    <a:pt x="175260" y="7620"/>
                  </a:lnTo>
                  <a:lnTo>
                    <a:pt x="175260" y="0"/>
                  </a:lnTo>
                  <a:lnTo>
                    <a:pt x="205739" y="0"/>
                  </a:lnTo>
                  <a:lnTo>
                    <a:pt x="205739" y="7620"/>
                  </a:lnTo>
                  <a:close/>
                </a:path>
                <a:path w="1172210" h="476250">
                  <a:moveTo>
                    <a:pt x="259080" y="7620"/>
                  </a:moveTo>
                  <a:lnTo>
                    <a:pt x="228600" y="7620"/>
                  </a:lnTo>
                  <a:lnTo>
                    <a:pt x="228600" y="0"/>
                  </a:lnTo>
                  <a:lnTo>
                    <a:pt x="259080" y="0"/>
                  </a:lnTo>
                  <a:lnTo>
                    <a:pt x="259080" y="7620"/>
                  </a:lnTo>
                  <a:close/>
                </a:path>
                <a:path w="1172210" h="476250">
                  <a:moveTo>
                    <a:pt x="312420" y="7620"/>
                  </a:moveTo>
                  <a:lnTo>
                    <a:pt x="281939" y="7620"/>
                  </a:lnTo>
                  <a:lnTo>
                    <a:pt x="281939" y="0"/>
                  </a:lnTo>
                  <a:lnTo>
                    <a:pt x="312420" y="0"/>
                  </a:lnTo>
                  <a:lnTo>
                    <a:pt x="312420" y="7620"/>
                  </a:lnTo>
                  <a:close/>
                </a:path>
                <a:path w="1172210" h="476250">
                  <a:moveTo>
                    <a:pt x="365760" y="7620"/>
                  </a:moveTo>
                  <a:lnTo>
                    <a:pt x="335280" y="7620"/>
                  </a:lnTo>
                  <a:lnTo>
                    <a:pt x="335280" y="0"/>
                  </a:lnTo>
                  <a:lnTo>
                    <a:pt x="365760" y="0"/>
                  </a:lnTo>
                  <a:lnTo>
                    <a:pt x="365760" y="7620"/>
                  </a:lnTo>
                  <a:close/>
                </a:path>
                <a:path w="1172210" h="476250">
                  <a:moveTo>
                    <a:pt x="419100" y="7620"/>
                  </a:moveTo>
                  <a:lnTo>
                    <a:pt x="388620" y="7620"/>
                  </a:lnTo>
                  <a:lnTo>
                    <a:pt x="388620" y="0"/>
                  </a:lnTo>
                  <a:lnTo>
                    <a:pt x="419100" y="0"/>
                  </a:lnTo>
                  <a:lnTo>
                    <a:pt x="419100" y="7620"/>
                  </a:lnTo>
                  <a:close/>
                </a:path>
                <a:path w="1172210" h="476250">
                  <a:moveTo>
                    <a:pt x="472439" y="7620"/>
                  </a:moveTo>
                  <a:lnTo>
                    <a:pt x="441960" y="7620"/>
                  </a:lnTo>
                  <a:lnTo>
                    <a:pt x="441960" y="0"/>
                  </a:lnTo>
                  <a:lnTo>
                    <a:pt x="472439" y="0"/>
                  </a:lnTo>
                  <a:lnTo>
                    <a:pt x="472439" y="7620"/>
                  </a:lnTo>
                  <a:close/>
                </a:path>
                <a:path w="1172210" h="476250">
                  <a:moveTo>
                    <a:pt x="525780" y="7620"/>
                  </a:moveTo>
                  <a:lnTo>
                    <a:pt x="495300" y="7620"/>
                  </a:lnTo>
                  <a:lnTo>
                    <a:pt x="495300" y="0"/>
                  </a:lnTo>
                  <a:lnTo>
                    <a:pt x="525780" y="0"/>
                  </a:lnTo>
                  <a:lnTo>
                    <a:pt x="525780" y="7620"/>
                  </a:lnTo>
                  <a:close/>
                </a:path>
                <a:path w="1172210" h="476250">
                  <a:moveTo>
                    <a:pt x="579120" y="7620"/>
                  </a:moveTo>
                  <a:lnTo>
                    <a:pt x="548639" y="7620"/>
                  </a:lnTo>
                  <a:lnTo>
                    <a:pt x="548639" y="0"/>
                  </a:lnTo>
                  <a:lnTo>
                    <a:pt x="579120" y="0"/>
                  </a:lnTo>
                  <a:lnTo>
                    <a:pt x="579120" y="7620"/>
                  </a:lnTo>
                  <a:close/>
                </a:path>
                <a:path w="1172210" h="476250">
                  <a:moveTo>
                    <a:pt x="632460" y="7620"/>
                  </a:moveTo>
                  <a:lnTo>
                    <a:pt x="601980" y="7620"/>
                  </a:lnTo>
                  <a:lnTo>
                    <a:pt x="601980" y="0"/>
                  </a:lnTo>
                  <a:lnTo>
                    <a:pt x="632460" y="0"/>
                  </a:lnTo>
                  <a:lnTo>
                    <a:pt x="632460" y="7620"/>
                  </a:lnTo>
                  <a:close/>
                </a:path>
                <a:path w="1172210" h="476250">
                  <a:moveTo>
                    <a:pt x="685800" y="7620"/>
                  </a:moveTo>
                  <a:lnTo>
                    <a:pt x="655320" y="7620"/>
                  </a:lnTo>
                  <a:lnTo>
                    <a:pt x="655320" y="0"/>
                  </a:lnTo>
                  <a:lnTo>
                    <a:pt x="685800" y="0"/>
                  </a:lnTo>
                  <a:lnTo>
                    <a:pt x="685800" y="7620"/>
                  </a:lnTo>
                  <a:close/>
                </a:path>
                <a:path w="1172210" h="476250">
                  <a:moveTo>
                    <a:pt x="739139" y="7620"/>
                  </a:moveTo>
                  <a:lnTo>
                    <a:pt x="708660" y="7620"/>
                  </a:lnTo>
                  <a:lnTo>
                    <a:pt x="708660" y="0"/>
                  </a:lnTo>
                  <a:lnTo>
                    <a:pt x="739139" y="0"/>
                  </a:lnTo>
                  <a:lnTo>
                    <a:pt x="739139" y="7620"/>
                  </a:lnTo>
                  <a:close/>
                </a:path>
                <a:path w="1172210" h="476250">
                  <a:moveTo>
                    <a:pt x="792480" y="7620"/>
                  </a:moveTo>
                  <a:lnTo>
                    <a:pt x="762000" y="7620"/>
                  </a:lnTo>
                  <a:lnTo>
                    <a:pt x="762000" y="0"/>
                  </a:lnTo>
                  <a:lnTo>
                    <a:pt x="792480" y="0"/>
                  </a:lnTo>
                  <a:lnTo>
                    <a:pt x="792480" y="7620"/>
                  </a:lnTo>
                  <a:close/>
                </a:path>
                <a:path w="1172210" h="476250">
                  <a:moveTo>
                    <a:pt x="845820" y="7620"/>
                  </a:moveTo>
                  <a:lnTo>
                    <a:pt x="815339" y="7620"/>
                  </a:lnTo>
                  <a:lnTo>
                    <a:pt x="815339" y="0"/>
                  </a:lnTo>
                  <a:lnTo>
                    <a:pt x="845820" y="0"/>
                  </a:lnTo>
                  <a:lnTo>
                    <a:pt x="845820" y="7620"/>
                  </a:lnTo>
                  <a:close/>
                </a:path>
                <a:path w="1172210" h="476250">
                  <a:moveTo>
                    <a:pt x="899160" y="7620"/>
                  </a:moveTo>
                  <a:lnTo>
                    <a:pt x="868680" y="7620"/>
                  </a:lnTo>
                  <a:lnTo>
                    <a:pt x="868680" y="0"/>
                  </a:lnTo>
                  <a:lnTo>
                    <a:pt x="899160" y="0"/>
                  </a:lnTo>
                  <a:lnTo>
                    <a:pt x="899160" y="7620"/>
                  </a:lnTo>
                  <a:close/>
                </a:path>
                <a:path w="1172210" h="476250">
                  <a:moveTo>
                    <a:pt x="952500" y="7620"/>
                  </a:moveTo>
                  <a:lnTo>
                    <a:pt x="922020" y="7620"/>
                  </a:lnTo>
                  <a:lnTo>
                    <a:pt x="922020" y="0"/>
                  </a:lnTo>
                  <a:lnTo>
                    <a:pt x="952500" y="0"/>
                  </a:lnTo>
                  <a:lnTo>
                    <a:pt x="952500" y="7620"/>
                  </a:lnTo>
                  <a:close/>
                </a:path>
                <a:path w="1172210" h="476250">
                  <a:moveTo>
                    <a:pt x="1005839" y="7620"/>
                  </a:moveTo>
                  <a:lnTo>
                    <a:pt x="975360" y="7620"/>
                  </a:lnTo>
                  <a:lnTo>
                    <a:pt x="975360" y="0"/>
                  </a:lnTo>
                  <a:lnTo>
                    <a:pt x="1005839" y="0"/>
                  </a:lnTo>
                  <a:lnTo>
                    <a:pt x="1005839" y="7620"/>
                  </a:lnTo>
                  <a:close/>
                </a:path>
                <a:path w="1172210" h="476250">
                  <a:moveTo>
                    <a:pt x="1059180" y="7620"/>
                  </a:moveTo>
                  <a:lnTo>
                    <a:pt x="1028700" y="7620"/>
                  </a:lnTo>
                  <a:lnTo>
                    <a:pt x="1028700" y="0"/>
                  </a:lnTo>
                  <a:lnTo>
                    <a:pt x="1059180" y="0"/>
                  </a:lnTo>
                  <a:lnTo>
                    <a:pt x="1059180" y="7620"/>
                  </a:lnTo>
                  <a:close/>
                </a:path>
                <a:path w="1172210" h="476250">
                  <a:moveTo>
                    <a:pt x="1112520" y="7620"/>
                  </a:moveTo>
                  <a:lnTo>
                    <a:pt x="1082039" y="7620"/>
                  </a:lnTo>
                  <a:lnTo>
                    <a:pt x="1082039" y="0"/>
                  </a:lnTo>
                  <a:lnTo>
                    <a:pt x="1112520" y="0"/>
                  </a:lnTo>
                  <a:lnTo>
                    <a:pt x="1112520" y="7620"/>
                  </a:lnTo>
                  <a:close/>
                </a:path>
                <a:path w="1172210" h="476250">
                  <a:moveTo>
                    <a:pt x="1165860" y="7620"/>
                  </a:moveTo>
                  <a:lnTo>
                    <a:pt x="1135380" y="7620"/>
                  </a:lnTo>
                  <a:lnTo>
                    <a:pt x="1135380" y="0"/>
                  </a:lnTo>
                  <a:lnTo>
                    <a:pt x="1165860" y="0"/>
                  </a:lnTo>
                  <a:lnTo>
                    <a:pt x="1165860" y="7620"/>
                  </a:lnTo>
                  <a:close/>
                </a:path>
                <a:path w="1172210" h="476250">
                  <a:moveTo>
                    <a:pt x="1172210" y="54610"/>
                  </a:moveTo>
                  <a:lnTo>
                    <a:pt x="1164589" y="54610"/>
                  </a:lnTo>
                  <a:lnTo>
                    <a:pt x="1164589" y="24130"/>
                  </a:lnTo>
                  <a:lnTo>
                    <a:pt x="1172210" y="24130"/>
                  </a:lnTo>
                  <a:lnTo>
                    <a:pt x="1172210" y="54610"/>
                  </a:lnTo>
                  <a:close/>
                </a:path>
                <a:path w="1172210" h="476250">
                  <a:moveTo>
                    <a:pt x="1172210" y="107950"/>
                  </a:moveTo>
                  <a:lnTo>
                    <a:pt x="1164589" y="107950"/>
                  </a:lnTo>
                  <a:lnTo>
                    <a:pt x="1164589" y="77470"/>
                  </a:lnTo>
                  <a:lnTo>
                    <a:pt x="1172210" y="77470"/>
                  </a:lnTo>
                  <a:lnTo>
                    <a:pt x="1172210" y="107950"/>
                  </a:lnTo>
                  <a:close/>
                </a:path>
                <a:path w="1172210" h="476250">
                  <a:moveTo>
                    <a:pt x="1172210" y="161290"/>
                  </a:moveTo>
                  <a:lnTo>
                    <a:pt x="1164589" y="161290"/>
                  </a:lnTo>
                  <a:lnTo>
                    <a:pt x="1164589" y="130810"/>
                  </a:lnTo>
                  <a:lnTo>
                    <a:pt x="1172210" y="130810"/>
                  </a:lnTo>
                  <a:lnTo>
                    <a:pt x="1172210" y="161290"/>
                  </a:lnTo>
                  <a:close/>
                </a:path>
                <a:path w="1172210" h="476250">
                  <a:moveTo>
                    <a:pt x="1172210" y="214630"/>
                  </a:moveTo>
                  <a:lnTo>
                    <a:pt x="1164589" y="214630"/>
                  </a:lnTo>
                  <a:lnTo>
                    <a:pt x="1164589" y="184150"/>
                  </a:lnTo>
                  <a:lnTo>
                    <a:pt x="1172210" y="184150"/>
                  </a:lnTo>
                  <a:lnTo>
                    <a:pt x="1172210" y="214630"/>
                  </a:lnTo>
                  <a:close/>
                </a:path>
                <a:path w="1172210" h="476250">
                  <a:moveTo>
                    <a:pt x="1172210" y="267970"/>
                  </a:moveTo>
                  <a:lnTo>
                    <a:pt x="1164589" y="267970"/>
                  </a:lnTo>
                  <a:lnTo>
                    <a:pt x="1164589" y="237490"/>
                  </a:lnTo>
                  <a:lnTo>
                    <a:pt x="1172210" y="237490"/>
                  </a:lnTo>
                  <a:lnTo>
                    <a:pt x="1172210" y="267970"/>
                  </a:lnTo>
                  <a:close/>
                </a:path>
                <a:path w="1172210" h="476250">
                  <a:moveTo>
                    <a:pt x="1172210" y="321310"/>
                  </a:moveTo>
                  <a:lnTo>
                    <a:pt x="1164589" y="321310"/>
                  </a:lnTo>
                  <a:lnTo>
                    <a:pt x="1164589" y="290830"/>
                  </a:lnTo>
                  <a:lnTo>
                    <a:pt x="1172210" y="290830"/>
                  </a:lnTo>
                  <a:lnTo>
                    <a:pt x="1172210" y="321310"/>
                  </a:lnTo>
                  <a:close/>
                </a:path>
                <a:path w="1172210" h="476250">
                  <a:moveTo>
                    <a:pt x="1172210" y="374650"/>
                  </a:moveTo>
                  <a:lnTo>
                    <a:pt x="1164589" y="374650"/>
                  </a:lnTo>
                  <a:lnTo>
                    <a:pt x="1164589" y="344170"/>
                  </a:lnTo>
                  <a:lnTo>
                    <a:pt x="1172210" y="344170"/>
                  </a:lnTo>
                  <a:lnTo>
                    <a:pt x="1172210" y="374650"/>
                  </a:lnTo>
                  <a:close/>
                </a:path>
                <a:path w="1172210" h="476250">
                  <a:moveTo>
                    <a:pt x="1172210" y="427990"/>
                  </a:moveTo>
                  <a:lnTo>
                    <a:pt x="1164589" y="427990"/>
                  </a:lnTo>
                  <a:lnTo>
                    <a:pt x="1164589" y="397510"/>
                  </a:lnTo>
                  <a:lnTo>
                    <a:pt x="1172210" y="397510"/>
                  </a:lnTo>
                  <a:lnTo>
                    <a:pt x="1172210" y="427990"/>
                  </a:lnTo>
                  <a:close/>
                </a:path>
                <a:path w="1172210" h="476250">
                  <a:moveTo>
                    <a:pt x="1164589" y="472440"/>
                  </a:moveTo>
                  <a:lnTo>
                    <a:pt x="1164589" y="450850"/>
                  </a:lnTo>
                  <a:lnTo>
                    <a:pt x="1172210" y="450850"/>
                  </a:lnTo>
                  <a:lnTo>
                    <a:pt x="1172210" y="468630"/>
                  </a:lnTo>
                  <a:lnTo>
                    <a:pt x="1168400" y="468630"/>
                  </a:lnTo>
                  <a:lnTo>
                    <a:pt x="1164589" y="472440"/>
                  </a:lnTo>
                  <a:close/>
                </a:path>
                <a:path w="1172210" h="476250">
                  <a:moveTo>
                    <a:pt x="1172210" y="476250"/>
                  </a:moveTo>
                  <a:lnTo>
                    <a:pt x="1159510" y="476250"/>
                  </a:lnTo>
                  <a:lnTo>
                    <a:pt x="1159510" y="468630"/>
                  </a:lnTo>
                  <a:lnTo>
                    <a:pt x="1164589" y="468630"/>
                  </a:lnTo>
                  <a:lnTo>
                    <a:pt x="1164589" y="472440"/>
                  </a:lnTo>
                  <a:lnTo>
                    <a:pt x="1172210" y="472440"/>
                  </a:lnTo>
                  <a:lnTo>
                    <a:pt x="1172210" y="476250"/>
                  </a:lnTo>
                  <a:close/>
                </a:path>
                <a:path w="1172210" h="476250">
                  <a:moveTo>
                    <a:pt x="1172210" y="472440"/>
                  </a:moveTo>
                  <a:lnTo>
                    <a:pt x="1164589" y="472440"/>
                  </a:lnTo>
                  <a:lnTo>
                    <a:pt x="1168400" y="468630"/>
                  </a:lnTo>
                  <a:lnTo>
                    <a:pt x="1172210" y="468630"/>
                  </a:lnTo>
                  <a:lnTo>
                    <a:pt x="1172210" y="472440"/>
                  </a:lnTo>
                  <a:close/>
                </a:path>
                <a:path w="1172210" h="476250">
                  <a:moveTo>
                    <a:pt x="1136650" y="476250"/>
                  </a:moveTo>
                  <a:lnTo>
                    <a:pt x="1106170" y="476250"/>
                  </a:lnTo>
                  <a:lnTo>
                    <a:pt x="1106170" y="468630"/>
                  </a:lnTo>
                  <a:lnTo>
                    <a:pt x="1136650" y="468630"/>
                  </a:lnTo>
                  <a:lnTo>
                    <a:pt x="1136650" y="476250"/>
                  </a:lnTo>
                  <a:close/>
                </a:path>
                <a:path w="1172210" h="476250">
                  <a:moveTo>
                    <a:pt x="1083310" y="476250"/>
                  </a:moveTo>
                  <a:lnTo>
                    <a:pt x="1052830" y="476250"/>
                  </a:lnTo>
                  <a:lnTo>
                    <a:pt x="1052830" y="468630"/>
                  </a:lnTo>
                  <a:lnTo>
                    <a:pt x="1083310" y="468630"/>
                  </a:lnTo>
                  <a:lnTo>
                    <a:pt x="1083310" y="476250"/>
                  </a:lnTo>
                  <a:close/>
                </a:path>
                <a:path w="1172210" h="476250">
                  <a:moveTo>
                    <a:pt x="1029970" y="476250"/>
                  </a:moveTo>
                  <a:lnTo>
                    <a:pt x="999489" y="476250"/>
                  </a:lnTo>
                  <a:lnTo>
                    <a:pt x="999489" y="468630"/>
                  </a:lnTo>
                  <a:lnTo>
                    <a:pt x="1029970" y="468630"/>
                  </a:lnTo>
                  <a:lnTo>
                    <a:pt x="1029970" y="476250"/>
                  </a:lnTo>
                  <a:close/>
                </a:path>
                <a:path w="1172210" h="476250">
                  <a:moveTo>
                    <a:pt x="976630" y="476250"/>
                  </a:moveTo>
                  <a:lnTo>
                    <a:pt x="946150" y="476250"/>
                  </a:lnTo>
                  <a:lnTo>
                    <a:pt x="946150" y="468630"/>
                  </a:lnTo>
                  <a:lnTo>
                    <a:pt x="976630" y="468630"/>
                  </a:lnTo>
                  <a:lnTo>
                    <a:pt x="976630" y="476250"/>
                  </a:lnTo>
                  <a:close/>
                </a:path>
                <a:path w="1172210" h="476250">
                  <a:moveTo>
                    <a:pt x="923289" y="476250"/>
                  </a:moveTo>
                  <a:lnTo>
                    <a:pt x="892810" y="476250"/>
                  </a:lnTo>
                  <a:lnTo>
                    <a:pt x="892810" y="468630"/>
                  </a:lnTo>
                  <a:lnTo>
                    <a:pt x="923289" y="468630"/>
                  </a:lnTo>
                  <a:lnTo>
                    <a:pt x="923289" y="476250"/>
                  </a:lnTo>
                  <a:close/>
                </a:path>
                <a:path w="1172210" h="476250">
                  <a:moveTo>
                    <a:pt x="869950" y="476250"/>
                  </a:moveTo>
                  <a:lnTo>
                    <a:pt x="839470" y="476250"/>
                  </a:lnTo>
                  <a:lnTo>
                    <a:pt x="839470" y="468630"/>
                  </a:lnTo>
                  <a:lnTo>
                    <a:pt x="869950" y="468630"/>
                  </a:lnTo>
                  <a:lnTo>
                    <a:pt x="869950" y="476250"/>
                  </a:lnTo>
                  <a:close/>
                </a:path>
                <a:path w="1172210" h="476250">
                  <a:moveTo>
                    <a:pt x="816610" y="476250"/>
                  </a:moveTo>
                  <a:lnTo>
                    <a:pt x="786130" y="476250"/>
                  </a:lnTo>
                  <a:lnTo>
                    <a:pt x="786130" y="468630"/>
                  </a:lnTo>
                  <a:lnTo>
                    <a:pt x="816610" y="468630"/>
                  </a:lnTo>
                  <a:lnTo>
                    <a:pt x="816610" y="476250"/>
                  </a:lnTo>
                  <a:close/>
                </a:path>
                <a:path w="1172210" h="476250">
                  <a:moveTo>
                    <a:pt x="763270" y="476250"/>
                  </a:moveTo>
                  <a:lnTo>
                    <a:pt x="732789" y="476250"/>
                  </a:lnTo>
                  <a:lnTo>
                    <a:pt x="732789" y="468630"/>
                  </a:lnTo>
                  <a:lnTo>
                    <a:pt x="763270" y="468630"/>
                  </a:lnTo>
                  <a:lnTo>
                    <a:pt x="763270" y="476250"/>
                  </a:lnTo>
                  <a:close/>
                </a:path>
                <a:path w="1172210" h="476250">
                  <a:moveTo>
                    <a:pt x="709930" y="476250"/>
                  </a:moveTo>
                  <a:lnTo>
                    <a:pt x="679450" y="476250"/>
                  </a:lnTo>
                  <a:lnTo>
                    <a:pt x="679450" y="468630"/>
                  </a:lnTo>
                  <a:lnTo>
                    <a:pt x="709930" y="468630"/>
                  </a:lnTo>
                  <a:lnTo>
                    <a:pt x="709930" y="476250"/>
                  </a:lnTo>
                  <a:close/>
                </a:path>
                <a:path w="1172210" h="476250">
                  <a:moveTo>
                    <a:pt x="656589" y="476250"/>
                  </a:moveTo>
                  <a:lnTo>
                    <a:pt x="626110" y="476250"/>
                  </a:lnTo>
                  <a:lnTo>
                    <a:pt x="626110" y="468630"/>
                  </a:lnTo>
                  <a:lnTo>
                    <a:pt x="656589" y="468630"/>
                  </a:lnTo>
                  <a:lnTo>
                    <a:pt x="656589" y="476250"/>
                  </a:lnTo>
                  <a:close/>
                </a:path>
                <a:path w="1172210" h="476250">
                  <a:moveTo>
                    <a:pt x="603250" y="476250"/>
                  </a:moveTo>
                  <a:lnTo>
                    <a:pt x="572770" y="476250"/>
                  </a:lnTo>
                  <a:lnTo>
                    <a:pt x="572770" y="468630"/>
                  </a:lnTo>
                  <a:lnTo>
                    <a:pt x="603250" y="468630"/>
                  </a:lnTo>
                  <a:lnTo>
                    <a:pt x="603250" y="476250"/>
                  </a:lnTo>
                  <a:close/>
                </a:path>
                <a:path w="1172210" h="476250">
                  <a:moveTo>
                    <a:pt x="549910" y="476250"/>
                  </a:moveTo>
                  <a:lnTo>
                    <a:pt x="519430" y="476250"/>
                  </a:lnTo>
                  <a:lnTo>
                    <a:pt x="519430" y="468630"/>
                  </a:lnTo>
                  <a:lnTo>
                    <a:pt x="549910" y="468630"/>
                  </a:lnTo>
                  <a:lnTo>
                    <a:pt x="549910" y="476250"/>
                  </a:lnTo>
                  <a:close/>
                </a:path>
                <a:path w="1172210" h="476250">
                  <a:moveTo>
                    <a:pt x="496570" y="476250"/>
                  </a:moveTo>
                  <a:lnTo>
                    <a:pt x="466089" y="476250"/>
                  </a:lnTo>
                  <a:lnTo>
                    <a:pt x="466089" y="468630"/>
                  </a:lnTo>
                  <a:lnTo>
                    <a:pt x="496570" y="468630"/>
                  </a:lnTo>
                  <a:lnTo>
                    <a:pt x="496570" y="476250"/>
                  </a:lnTo>
                  <a:close/>
                </a:path>
                <a:path w="1172210" h="476250">
                  <a:moveTo>
                    <a:pt x="443230" y="476250"/>
                  </a:moveTo>
                  <a:lnTo>
                    <a:pt x="412750" y="476250"/>
                  </a:lnTo>
                  <a:lnTo>
                    <a:pt x="412750" y="468630"/>
                  </a:lnTo>
                  <a:lnTo>
                    <a:pt x="443230" y="468630"/>
                  </a:lnTo>
                  <a:lnTo>
                    <a:pt x="443230" y="476250"/>
                  </a:lnTo>
                  <a:close/>
                </a:path>
                <a:path w="1172210" h="476250">
                  <a:moveTo>
                    <a:pt x="389889" y="476250"/>
                  </a:moveTo>
                  <a:lnTo>
                    <a:pt x="359410" y="476250"/>
                  </a:lnTo>
                  <a:lnTo>
                    <a:pt x="359410" y="468630"/>
                  </a:lnTo>
                  <a:lnTo>
                    <a:pt x="389889" y="468630"/>
                  </a:lnTo>
                  <a:lnTo>
                    <a:pt x="389889" y="476250"/>
                  </a:lnTo>
                  <a:close/>
                </a:path>
                <a:path w="1172210" h="476250">
                  <a:moveTo>
                    <a:pt x="336550" y="476250"/>
                  </a:moveTo>
                  <a:lnTo>
                    <a:pt x="306070" y="476250"/>
                  </a:lnTo>
                  <a:lnTo>
                    <a:pt x="306070" y="468630"/>
                  </a:lnTo>
                  <a:lnTo>
                    <a:pt x="336550" y="468630"/>
                  </a:lnTo>
                  <a:lnTo>
                    <a:pt x="336550" y="476250"/>
                  </a:lnTo>
                  <a:close/>
                </a:path>
                <a:path w="1172210" h="476250">
                  <a:moveTo>
                    <a:pt x="283210" y="476250"/>
                  </a:moveTo>
                  <a:lnTo>
                    <a:pt x="252730" y="476250"/>
                  </a:lnTo>
                  <a:lnTo>
                    <a:pt x="252730" y="468630"/>
                  </a:lnTo>
                  <a:lnTo>
                    <a:pt x="283210" y="468630"/>
                  </a:lnTo>
                  <a:lnTo>
                    <a:pt x="283210" y="476250"/>
                  </a:lnTo>
                  <a:close/>
                </a:path>
                <a:path w="1172210" h="476250">
                  <a:moveTo>
                    <a:pt x="229870" y="476250"/>
                  </a:moveTo>
                  <a:lnTo>
                    <a:pt x="199389" y="476250"/>
                  </a:lnTo>
                  <a:lnTo>
                    <a:pt x="199389" y="468630"/>
                  </a:lnTo>
                  <a:lnTo>
                    <a:pt x="229870" y="468630"/>
                  </a:lnTo>
                  <a:lnTo>
                    <a:pt x="229870" y="476250"/>
                  </a:lnTo>
                  <a:close/>
                </a:path>
                <a:path w="1172210" h="476250">
                  <a:moveTo>
                    <a:pt x="176530" y="476250"/>
                  </a:moveTo>
                  <a:lnTo>
                    <a:pt x="146050" y="476250"/>
                  </a:lnTo>
                  <a:lnTo>
                    <a:pt x="146050" y="468630"/>
                  </a:lnTo>
                  <a:lnTo>
                    <a:pt x="176530" y="468630"/>
                  </a:lnTo>
                  <a:lnTo>
                    <a:pt x="176530" y="476250"/>
                  </a:lnTo>
                  <a:close/>
                </a:path>
                <a:path w="1172210" h="476250">
                  <a:moveTo>
                    <a:pt x="123189" y="476250"/>
                  </a:moveTo>
                  <a:lnTo>
                    <a:pt x="92710" y="476250"/>
                  </a:lnTo>
                  <a:lnTo>
                    <a:pt x="92710" y="468630"/>
                  </a:lnTo>
                  <a:lnTo>
                    <a:pt x="123189" y="468630"/>
                  </a:lnTo>
                  <a:lnTo>
                    <a:pt x="123189" y="476250"/>
                  </a:lnTo>
                  <a:close/>
                </a:path>
                <a:path w="1172210" h="476250">
                  <a:moveTo>
                    <a:pt x="69850" y="476250"/>
                  </a:moveTo>
                  <a:lnTo>
                    <a:pt x="39370" y="476250"/>
                  </a:lnTo>
                  <a:lnTo>
                    <a:pt x="39370" y="468630"/>
                  </a:lnTo>
                  <a:lnTo>
                    <a:pt x="69850" y="468630"/>
                  </a:lnTo>
                  <a:lnTo>
                    <a:pt x="69850" y="4762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5"/>
              </a:spcBef>
            </a:pPr>
            <a:r>
              <a:rPr dirty="0"/>
              <a:t>Modular</a:t>
            </a:r>
            <a:r>
              <a:rPr spc="-35" dirty="0"/>
              <a:t> </a:t>
            </a:r>
            <a:r>
              <a:rPr spc="-25" dirty="0"/>
              <a:t>RAG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168021" y="2078139"/>
            <a:ext cx="3702050" cy="476250"/>
            <a:chOff x="6168021" y="2078139"/>
            <a:chExt cx="3702050" cy="476250"/>
          </a:xfrm>
        </p:grpSpPr>
        <p:sp>
          <p:nvSpPr>
            <p:cNvPr id="10" name="object 10"/>
            <p:cNvSpPr/>
            <p:nvPr/>
          </p:nvSpPr>
          <p:spPr>
            <a:xfrm>
              <a:off x="7415783" y="2081783"/>
              <a:ext cx="1240790" cy="469900"/>
            </a:xfrm>
            <a:custGeom>
              <a:avLst/>
              <a:gdLst/>
              <a:ahLst/>
              <a:cxnLst/>
              <a:rect l="l" t="t" r="r" b="b"/>
              <a:pathLst>
                <a:path w="1240790" h="469900">
                  <a:moveTo>
                    <a:pt x="1240535" y="469392"/>
                  </a:moveTo>
                  <a:lnTo>
                    <a:pt x="0" y="469392"/>
                  </a:lnTo>
                  <a:lnTo>
                    <a:pt x="0" y="0"/>
                  </a:lnTo>
                  <a:lnTo>
                    <a:pt x="1240535" y="0"/>
                  </a:lnTo>
                  <a:lnTo>
                    <a:pt x="1240535" y="469392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12545" y="2078139"/>
              <a:ext cx="1247775" cy="476250"/>
            </a:xfrm>
            <a:custGeom>
              <a:avLst/>
              <a:gdLst/>
              <a:ahLst/>
              <a:cxnLst/>
              <a:rect l="l" t="t" r="r" b="b"/>
              <a:pathLst>
                <a:path w="1247775" h="476250">
                  <a:moveTo>
                    <a:pt x="3810" y="472439"/>
                  </a:moveTo>
                  <a:lnTo>
                    <a:pt x="0" y="472439"/>
                  </a:lnTo>
                  <a:lnTo>
                    <a:pt x="0" y="441959"/>
                  </a:lnTo>
                  <a:lnTo>
                    <a:pt x="7620" y="441959"/>
                  </a:lnTo>
                  <a:lnTo>
                    <a:pt x="7620" y="468629"/>
                  </a:lnTo>
                  <a:lnTo>
                    <a:pt x="3810" y="468629"/>
                  </a:lnTo>
                  <a:lnTo>
                    <a:pt x="3810" y="472439"/>
                  </a:lnTo>
                  <a:close/>
                </a:path>
                <a:path w="1247775" h="476250">
                  <a:moveTo>
                    <a:pt x="6540" y="476249"/>
                  </a:moveTo>
                  <a:lnTo>
                    <a:pt x="3810" y="476249"/>
                  </a:lnTo>
                  <a:lnTo>
                    <a:pt x="3810" y="468629"/>
                  </a:lnTo>
                  <a:lnTo>
                    <a:pt x="6540" y="468629"/>
                  </a:lnTo>
                  <a:lnTo>
                    <a:pt x="6540" y="476249"/>
                  </a:lnTo>
                  <a:close/>
                </a:path>
                <a:path w="1247775" h="476250">
                  <a:moveTo>
                    <a:pt x="7620" y="472439"/>
                  </a:moveTo>
                  <a:lnTo>
                    <a:pt x="6540" y="472439"/>
                  </a:lnTo>
                  <a:lnTo>
                    <a:pt x="6540" y="468629"/>
                  </a:lnTo>
                  <a:lnTo>
                    <a:pt x="7620" y="468629"/>
                  </a:lnTo>
                  <a:lnTo>
                    <a:pt x="7620" y="472439"/>
                  </a:lnTo>
                  <a:close/>
                </a:path>
                <a:path w="1247775" h="476250">
                  <a:moveTo>
                    <a:pt x="7620" y="419099"/>
                  </a:moveTo>
                  <a:lnTo>
                    <a:pt x="0" y="419099"/>
                  </a:lnTo>
                  <a:lnTo>
                    <a:pt x="0" y="388619"/>
                  </a:lnTo>
                  <a:lnTo>
                    <a:pt x="7620" y="388619"/>
                  </a:lnTo>
                  <a:lnTo>
                    <a:pt x="7620" y="419099"/>
                  </a:lnTo>
                  <a:close/>
                </a:path>
                <a:path w="1247775" h="476250">
                  <a:moveTo>
                    <a:pt x="7620" y="365759"/>
                  </a:moveTo>
                  <a:lnTo>
                    <a:pt x="0" y="365759"/>
                  </a:lnTo>
                  <a:lnTo>
                    <a:pt x="0" y="335279"/>
                  </a:lnTo>
                  <a:lnTo>
                    <a:pt x="7620" y="335279"/>
                  </a:lnTo>
                  <a:lnTo>
                    <a:pt x="7620" y="365759"/>
                  </a:lnTo>
                  <a:close/>
                </a:path>
                <a:path w="1247775" h="476250">
                  <a:moveTo>
                    <a:pt x="7620" y="312419"/>
                  </a:moveTo>
                  <a:lnTo>
                    <a:pt x="0" y="312419"/>
                  </a:lnTo>
                  <a:lnTo>
                    <a:pt x="0" y="281939"/>
                  </a:lnTo>
                  <a:lnTo>
                    <a:pt x="7620" y="281939"/>
                  </a:lnTo>
                  <a:lnTo>
                    <a:pt x="7620" y="312419"/>
                  </a:lnTo>
                  <a:close/>
                </a:path>
                <a:path w="1247775" h="476250">
                  <a:moveTo>
                    <a:pt x="7620" y="259079"/>
                  </a:moveTo>
                  <a:lnTo>
                    <a:pt x="0" y="259079"/>
                  </a:lnTo>
                  <a:lnTo>
                    <a:pt x="0" y="228599"/>
                  </a:lnTo>
                  <a:lnTo>
                    <a:pt x="7620" y="228599"/>
                  </a:lnTo>
                  <a:lnTo>
                    <a:pt x="7620" y="259079"/>
                  </a:lnTo>
                  <a:close/>
                </a:path>
                <a:path w="1247775" h="476250">
                  <a:moveTo>
                    <a:pt x="7620" y="205739"/>
                  </a:moveTo>
                  <a:lnTo>
                    <a:pt x="0" y="205739"/>
                  </a:lnTo>
                  <a:lnTo>
                    <a:pt x="0" y="175259"/>
                  </a:lnTo>
                  <a:lnTo>
                    <a:pt x="7620" y="175259"/>
                  </a:lnTo>
                  <a:lnTo>
                    <a:pt x="7620" y="205739"/>
                  </a:lnTo>
                  <a:close/>
                </a:path>
                <a:path w="1247775" h="476250">
                  <a:moveTo>
                    <a:pt x="7620" y="152399"/>
                  </a:moveTo>
                  <a:lnTo>
                    <a:pt x="0" y="152399"/>
                  </a:lnTo>
                  <a:lnTo>
                    <a:pt x="0" y="121919"/>
                  </a:lnTo>
                  <a:lnTo>
                    <a:pt x="7620" y="121919"/>
                  </a:lnTo>
                  <a:lnTo>
                    <a:pt x="7620" y="152399"/>
                  </a:lnTo>
                  <a:close/>
                </a:path>
                <a:path w="1247775" h="476250">
                  <a:moveTo>
                    <a:pt x="7620" y="99059"/>
                  </a:moveTo>
                  <a:lnTo>
                    <a:pt x="0" y="99059"/>
                  </a:lnTo>
                  <a:lnTo>
                    <a:pt x="0" y="68579"/>
                  </a:lnTo>
                  <a:lnTo>
                    <a:pt x="7620" y="68579"/>
                  </a:lnTo>
                  <a:lnTo>
                    <a:pt x="7620" y="99059"/>
                  </a:lnTo>
                  <a:close/>
                </a:path>
                <a:path w="1247775" h="476250">
                  <a:moveTo>
                    <a:pt x="7620" y="45719"/>
                  </a:moveTo>
                  <a:lnTo>
                    <a:pt x="0" y="45719"/>
                  </a:lnTo>
                  <a:lnTo>
                    <a:pt x="0" y="15239"/>
                  </a:lnTo>
                  <a:lnTo>
                    <a:pt x="7620" y="15239"/>
                  </a:lnTo>
                  <a:lnTo>
                    <a:pt x="7620" y="45719"/>
                  </a:lnTo>
                  <a:close/>
                </a:path>
                <a:path w="1247775" h="476250">
                  <a:moveTo>
                    <a:pt x="45720" y="7619"/>
                  </a:moveTo>
                  <a:lnTo>
                    <a:pt x="15240" y="7619"/>
                  </a:lnTo>
                  <a:lnTo>
                    <a:pt x="15240" y="0"/>
                  </a:lnTo>
                  <a:lnTo>
                    <a:pt x="45720" y="0"/>
                  </a:lnTo>
                  <a:lnTo>
                    <a:pt x="45720" y="7619"/>
                  </a:lnTo>
                  <a:close/>
                </a:path>
                <a:path w="1247775" h="476250">
                  <a:moveTo>
                    <a:pt x="99060" y="7619"/>
                  </a:moveTo>
                  <a:lnTo>
                    <a:pt x="68580" y="7619"/>
                  </a:lnTo>
                  <a:lnTo>
                    <a:pt x="68580" y="0"/>
                  </a:lnTo>
                  <a:lnTo>
                    <a:pt x="99060" y="0"/>
                  </a:lnTo>
                  <a:lnTo>
                    <a:pt x="99060" y="7619"/>
                  </a:lnTo>
                  <a:close/>
                </a:path>
                <a:path w="1247775" h="476250">
                  <a:moveTo>
                    <a:pt x="152400" y="7619"/>
                  </a:moveTo>
                  <a:lnTo>
                    <a:pt x="121920" y="7619"/>
                  </a:lnTo>
                  <a:lnTo>
                    <a:pt x="121920" y="0"/>
                  </a:lnTo>
                  <a:lnTo>
                    <a:pt x="152400" y="0"/>
                  </a:lnTo>
                  <a:lnTo>
                    <a:pt x="152400" y="7619"/>
                  </a:lnTo>
                  <a:close/>
                </a:path>
                <a:path w="1247775" h="476250">
                  <a:moveTo>
                    <a:pt x="205740" y="7619"/>
                  </a:moveTo>
                  <a:lnTo>
                    <a:pt x="175260" y="7619"/>
                  </a:lnTo>
                  <a:lnTo>
                    <a:pt x="175260" y="0"/>
                  </a:lnTo>
                  <a:lnTo>
                    <a:pt x="205740" y="0"/>
                  </a:lnTo>
                  <a:lnTo>
                    <a:pt x="205740" y="7619"/>
                  </a:lnTo>
                  <a:close/>
                </a:path>
                <a:path w="1247775" h="476250">
                  <a:moveTo>
                    <a:pt x="259080" y="7619"/>
                  </a:moveTo>
                  <a:lnTo>
                    <a:pt x="228600" y="7619"/>
                  </a:lnTo>
                  <a:lnTo>
                    <a:pt x="228600" y="0"/>
                  </a:lnTo>
                  <a:lnTo>
                    <a:pt x="259080" y="0"/>
                  </a:lnTo>
                  <a:lnTo>
                    <a:pt x="259080" y="7619"/>
                  </a:lnTo>
                  <a:close/>
                </a:path>
                <a:path w="1247775" h="476250">
                  <a:moveTo>
                    <a:pt x="312420" y="7619"/>
                  </a:moveTo>
                  <a:lnTo>
                    <a:pt x="281940" y="7619"/>
                  </a:lnTo>
                  <a:lnTo>
                    <a:pt x="281940" y="0"/>
                  </a:lnTo>
                  <a:lnTo>
                    <a:pt x="312420" y="0"/>
                  </a:lnTo>
                  <a:lnTo>
                    <a:pt x="312420" y="7619"/>
                  </a:lnTo>
                  <a:close/>
                </a:path>
                <a:path w="1247775" h="476250">
                  <a:moveTo>
                    <a:pt x="365760" y="7619"/>
                  </a:moveTo>
                  <a:lnTo>
                    <a:pt x="335280" y="7619"/>
                  </a:lnTo>
                  <a:lnTo>
                    <a:pt x="335280" y="0"/>
                  </a:lnTo>
                  <a:lnTo>
                    <a:pt x="365760" y="0"/>
                  </a:lnTo>
                  <a:lnTo>
                    <a:pt x="365760" y="7619"/>
                  </a:lnTo>
                  <a:close/>
                </a:path>
                <a:path w="1247775" h="476250">
                  <a:moveTo>
                    <a:pt x="419100" y="7619"/>
                  </a:moveTo>
                  <a:lnTo>
                    <a:pt x="388620" y="7619"/>
                  </a:lnTo>
                  <a:lnTo>
                    <a:pt x="388620" y="0"/>
                  </a:lnTo>
                  <a:lnTo>
                    <a:pt x="419100" y="0"/>
                  </a:lnTo>
                  <a:lnTo>
                    <a:pt x="419100" y="7619"/>
                  </a:lnTo>
                  <a:close/>
                </a:path>
                <a:path w="1247775" h="476250">
                  <a:moveTo>
                    <a:pt x="472440" y="7619"/>
                  </a:moveTo>
                  <a:lnTo>
                    <a:pt x="441960" y="7619"/>
                  </a:lnTo>
                  <a:lnTo>
                    <a:pt x="441960" y="0"/>
                  </a:lnTo>
                  <a:lnTo>
                    <a:pt x="472440" y="0"/>
                  </a:lnTo>
                  <a:lnTo>
                    <a:pt x="472440" y="7619"/>
                  </a:lnTo>
                  <a:close/>
                </a:path>
                <a:path w="1247775" h="476250">
                  <a:moveTo>
                    <a:pt x="525780" y="7619"/>
                  </a:moveTo>
                  <a:lnTo>
                    <a:pt x="495300" y="7619"/>
                  </a:lnTo>
                  <a:lnTo>
                    <a:pt x="495300" y="0"/>
                  </a:lnTo>
                  <a:lnTo>
                    <a:pt x="525780" y="0"/>
                  </a:lnTo>
                  <a:lnTo>
                    <a:pt x="525780" y="7619"/>
                  </a:lnTo>
                  <a:close/>
                </a:path>
                <a:path w="1247775" h="476250">
                  <a:moveTo>
                    <a:pt x="579120" y="7619"/>
                  </a:moveTo>
                  <a:lnTo>
                    <a:pt x="548640" y="7619"/>
                  </a:lnTo>
                  <a:lnTo>
                    <a:pt x="548640" y="0"/>
                  </a:lnTo>
                  <a:lnTo>
                    <a:pt x="579120" y="0"/>
                  </a:lnTo>
                  <a:lnTo>
                    <a:pt x="579120" y="7619"/>
                  </a:lnTo>
                  <a:close/>
                </a:path>
                <a:path w="1247775" h="476250">
                  <a:moveTo>
                    <a:pt x="632460" y="7619"/>
                  </a:moveTo>
                  <a:lnTo>
                    <a:pt x="601980" y="7619"/>
                  </a:lnTo>
                  <a:lnTo>
                    <a:pt x="601980" y="0"/>
                  </a:lnTo>
                  <a:lnTo>
                    <a:pt x="632460" y="0"/>
                  </a:lnTo>
                  <a:lnTo>
                    <a:pt x="632460" y="7619"/>
                  </a:lnTo>
                  <a:close/>
                </a:path>
                <a:path w="1247775" h="476250">
                  <a:moveTo>
                    <a:pt x="685800" y="7619"/>
                  </a:moveTo>
                  <a:lnTo>
                    <a:pt x="655320" y="7619"/>
                  </a:lnTo>
                  <a:lnTo>
                    <a:pt x="655320" y="0"/>
                  </a:lnTo>
                  <a:lnTo>
                    <a:pt x="685800" y="0"/>
                  </a:lnTo>
                  <a:lnTo>
                    <a:pt x="685800" y="7619"/>
                  </a:lnTo>
                  <a:close/>
                </a:path>
                <a:path w="1247775" h="476250">
                  <a:moveTo>
                    <a:pt x="739140" y="7619"/>
                  </a:moveTo>
                  <a:lnTo>
                    <a:pt x="708660" y="7619"/>
                  </a:lnTo>
                  <a:lnTo>
                    <a:pt x="708660" y="0"/>
                  </a:lnTo>
                  <a:lnTo>
                    <a:pt x="739140" y="0"/>
                  </a:lnTo>
                  <a:lnTo>
                    <a:pt x="739140" y="7619"/>
                  </a:lnTo>
                  <a:close/>
                </a:path>
                <a:path w="1247775" h="476250">
                  <a:moveTo>
                    <a:pt x="792480" y="7619"/>
                  </a:moveTo>
                  <a:lnTo>
                    <a:pt x="762000" y="7619"/>
                  </a:lnTo>
                  <a:lnTo>
                    <a:pt x="762000" y="0"/>
                  </a:lnTo>
                  <a:lnTo>
                    <a:pt x="792480" y="0"/>
                  </a:lnTo>
                  <a:lnTo>
                    <a:pt x="792480" y="7619"/>
                  </a:lnTo>
                  <a:close/>
                </a:path>
                <a:path w="1247775" h="476250">
                  <a:moveTo>
                    <a:pt x="845820" y="7619"/>
                  </a:moveTo>
                  <a:lnTo>
                    <a:pt x="815340" y="7619"/>
                  </a:lnTo>
                  <a:lnTo>
                    <a:pt x="815340" y="0"/>
                  </a:lnTo>
                  <a:lnTo>
                    <a:pt x="845820" y="0"/>
                  </a:lnTo>
                  <a:lnTo>
                    <a:pt x="845820" y="7619"/>
                  </a:lnTo>
                  <a:close/>
                </a:path>
                <a:path w="1247775" h="476250">
                  <a:moveTo>
                    <a:pt x="899160" y="7619"/>
                  </a:moveTo>
                  <a:lnTo>
                    <a:pt x="868680" y="7619"/>
                  </a:lnTo>
                  <a:lnTo>
                    <a:pt x="868680" y="0"/>
                  </a:lnTo>
                  <a:lnTo>
                    <a:pt x="899160" y="0"/>
                  </a:lnTo>
                  <a:lnTo>
                    <a:pt x="899160" y="7619"/>
                  </a:lnTo>
                  <a:close/>
                </a:path>
                <a:path w="1247775" h="476250">
                  <a:moveTo>
                    <a:pt x="952500" y="7619"/>
                  </a:moveTo>
                  <a:lnTo>
                    <a:pt x="922020" y="7619"/>
                  </a:lnTo>
                  <a:lnTo>
                    <a:pt x="922020" y="0"/>
                  </a:lnTo>
                  <a:lnTo>
                    <a:pt x="952500" y="0"/>
                  </a:lnTo>
                  <a:lnTo>
                    <a:pt x="952500" y="7619"/>
                  </a:lnTo>
                  <a:close/>
                </a:path>
                <a:path w="1247775" h="476250">
                  <a:moveTo>
                    <a:pt x="1005840" y="7619"/>
                  </a:moveTo>
                  <a:lnTo>
                    <a:pt x="975360" y="7619"/>
                  </a:lnTo>
                  <a:lnTo>
                    <a:pt x="975360" y="0"/>
                  </a:lnTo>
                  <a:lnTo>
                    <a:pt x="1005840" y="0"/>
                  </a:lnTo>
                  <a:lnTo>
                    <a:pt x="1005840" y="7619"/>
                  </a:lnTo>
                  <a:close/>
                </a:path>
                <a:path w="1247775" h="476250">
                  <a:moveTo>
                    <a:pt x="1059180" y="7619"/>
                  </a:moveTo>
                  <a:lnTo>
                    <a:pt x="1028700" y="7619"/>
                  </a:lnTo>
                  <a:lnTo>
                    <a:pt x="1028700" y="0"/>
                  </a:lnTo>
                  <a:lnTo>
                    <a:pt x="1059180" y="0"/>
                  </a:lnTo>
                  <a:lnTo>
                    <a:pt x="1059180" y="7619"/>
                  </a:lnTo>
                  <a:close/>
                </a:path>
                <a:path w="1247775" h="476250">
                  <a:moveTo>
                    <a:pt x="1112520" y="7619"/>
                  </a:moveTo>
                  <a:lnTo>
                    <a:pt x="1082040" y="7619"/>
                  </a:lnTo>
                  <a:lnTo>
                    <a:pt x="1082040" y="0"/>
                  </a:lnTo>
                  <a:lnTo>
                    <a:pt x="1112520" y="0"/>
                  </a:lnTo>
                  <a:lnTo>
                    <a:pt x="1112520" y="7619"/>
                  </a:lnTo>
                  <a:close/>
                </a:path>
                <a:path w="1247775" h="476250">
                  <a:moveTo>
                    <a:pt x="1165860" y="7619"/>
                  </a:moveTo>
                  <a:lnTo>
                    <a:pt x="1135380" y="7619"/>
                  </a:lnTo>
                  <a:lnTo>
                    <a:pt x="1135380" y="0"/>
                  </a:lnTo>
                  <a:lnTo>
                    <a:pt x="1165860" y="0"/>
                  </a:lnTo>
                  <a:lnTo>
                    <a:pt x="1165860" y="7619"/>
                  </a:lnTo>
                  <a:close/>
                </a:path>
                <a:path w="1247775" h="476250">
                  <a:moveTo>
                    <a:pt x="1219200" y="7619"/>
                  </a:moveTo>
                  <a:lnTo>
                    <a:pt x="1188720" y="7619"/>
                  </a:lnTo>
                  <a:lnTo>
                    <a:pt x="1188720" y="0"/>
                  </a:lnTo>
                  <a:lnTo>
                    <a:pt x="1219200" y="0"/>
                  </a:lnTo>
                  <a:lnTo>
                    <a:pt x="1219200" y="7619"/>
                  </a:lnTo>
                  <a:close/>
                </a:path>
                <a:path w="1247775" h="476250">
                  <a:moveTo>
                    <a:pt x="1247228" y="7619"/>
                  </a:moveTo>
                  <a:lnTo>
                    <a:pt x="1243431" y="7619"/>
                  </a:lnTo>
                  <a:lnTo>
                    <a:pt x="1242060" y="6252"/>
                  </a:lnTo>
                  <a:lnTo>
                    <a:pt x="1242060" y="0"/>
                  </a:lnTo>
                  <a:lnTo>
                    <a:pt x="1247228" y="0"/>
                  </a:lnTo>
                  <a:lnTo>
                    <a:pt x="1247228" y="7619"/>
                  </a:lnTo>
                  <a:close/>
                </a:path>
                <a:path w="1247775" h="476250">
                  <a:moveTo>
                    <a:pt x="1247228" y="32918"/>
                  </a:moveTo>
                  <a:lnTo>
                    <a:pt x="1239608" y="32918"/>
                  </a:lnTo>
                  <a:lnTo>
                    <a:pt x="1239608" y="3809"/>
                  </a:lnTo>
                  <a:lnTo>
                    <a:pt x="1242060" y="6252"/>
                  </a:lnTo>
                  <a:lnTo>
                    <a:pt x="1242060" y="7619"/>
                  </a:lnTo>
                  <a:lnTo>
                    <a:pt x="1247228" y="7619"/>
                  </a:lnTo>
                  <a:lnTo>
                    <a:pt x="1247228" y="32918"/>
                  </a:lnTo>
                  <a:close/>
                </a:path>
                <a:path w="1247775" h="476250">
                  <a:moveTo>
                    <a:pt x="1243431" y="7619"/>
                  </a:moveTo>
                  <a:lnTo>
                    <a:pt x="1242060" y="7619"/>
                  </a:lnTo>
                  <a:lnTo>
                    <a:pt x="1242060" y="6252"/>
                  </a:lnTo>
                  <a:lnTo>
                    <a:pt x="1243431" y="7619"/>
                  </a:lnTo>
                  <a:close/>
                </a:path>
                <a:path w="1247775" h="476250">
                  <a:moveTo>
                    <a:pt x="1247228" y="86258"/>
                  </a:moveTo>
                  <a:lnTo>
                    <a:pt x="1239608" y="86258"/>
                  </a:lnTo>
                  <a:lnTo>
                    <a:pt x="1239608" y="55778"/>
                  </a:lnTo>
                  <a:lnTo>
                    <a:pt x="1247228" y="55778"/>
                  </a:lnTo>
                  <a:lnTo>
                    <a:pt x="1247228" y="86258"/>
                  </a:lnTo>
                  <a:close/>
                </a:path>
                <a:path w="1247775" h="476250">
                  <a:moveTo>
                    <a:pt x="1247228" y="139611"/>
                  </a:moveTo>
                  <a:lnTo>
                    <a:pt x="1239608" y="139611"/>
                  </a:lnTo>
                  <a:lnTo>
                    <a:pt x="1239608" y="109118"/>
                  </a:lnTo>
                  <a:lnTo>
                    <a:pt x="1247228" y="109118"/>
                  </a:lnTo>
                  <a:lnTo>
                    <a:pt x="1247228" y="139611"/>
                  </a:lnTo>
                  <a:close/>
                </a:path>
                <a:path w="1247775" h="476250">
                  <a:moveTo>
                    <a:pt x="1247228" y="192951"/>
                  </a:moveTo>
                  <a:lnTo>
                    <a:pt x="1239608" y="192951"/>
                  </a:lnTo>
                  <a:lnTo>
                    <a:pt x="1239608" y="162458"/>
                  </a:lnTo>
                  <a:lnTo>
                    <a:pt x="1247228" y="162458"/>
                  </a:lnTo>
                  <a:lnTo>
                    <a:pt x="1247228" y="192951"/>
                  </a:lnTo>
                  <a:close/>
                </a:path>
                <a:path w="1247775" h="476250">
                  <a:moveTo>
                    <a:pt x="1247228" y="246278"/>
                  </a:moveTo>
                  <a:lnTo>
                    <a:pt x="1239608" y="246278"/>
                  </a:lnTo>
                  <a:lnTo>
                    <a:pt x="1239608" y="215798"/>
                  </a:lnTo>
                  <a:lnTo>
                    <a:pt x="1247228" y="215798"/>
                  </a:lnTo>
                  <a:lnTo>
                    <a:pt x="1247228" y="246278"/>
                  </a:lnTo>
                  <a:close/>
                </a:path>
                <a:path w="1247775" h="476250">
                  <a:moveTo>
                    <a:pt x="1247228" y="299618"/>
                  </a:moveTo>
                  <a:lnTo>
                    <a:pt x="1239608" y="299618"/>
                  </a:lnTo>
                  <a:lnTo>
                    <a:pt x="1239608" y="269151"/>
                  </a:lnTo>
                  <a:lnTo>
                    <a:pt x="1247228" y="269151"/>
                  </a:lnTo>
                  <a:lnTo>
                    <a:pt x="1247228" y="299618"/>
                  </a:lnTo>
                  <a:close/>
                </a:path>
                <a:path w="1247775" h="476250">
                  <a:moveTo>
                    <a:pt x="1247228" y="352958"/>
                  </a:moveTo>
                  <a:lnTo>
                    <a:pt x="1239608" y="352958"/>
                  </a:lnTo>
                  <a:lnTo>
                    <a:pt x="1239608" y="322478"/>
                  </a:lnTo>
                  <a:lnTo>
                    <a:pt x="1247228" y="322478"/>
                  </a:lnTo>
                  <a:lnTo>
                    <a:pt x="1247228" y="352958"/>
                  </a:lnTo>
                  <a:close/>
                </a:path>
                <a:path w="1247775" h="476250">
                  <a:moveTo>
                    <a:pt x="1247228" y="406298"/>
                  </a:moveTo>
                  <a:lnTo>
                    <a:pt x="1239608" y="406298"/>
                  </a:lnTo>
                  <a:lnTo>
                    <a:pt x="1239608" y="375818"/>
                  </a:lnTo>
                  <a:lnTo>
                    <a:pt x="1247228" y="375818"/>
                  </a:lnTo>
                  <a:lnTo>
                    <a:pt x="1247228" y="406298"/>
                  </a:lnTo>
                  <a:close/>
                </a:path>
                <a:path w="1247775" h="476250">
                  <a:moveTo>
                    <a:pt x="1247228" y="459651"/>
                  </a:moveTo>
                  <a:lnTo>
                    <a:pt x="1239608" y="459651"/>
                  </a:lnTo>
                  <a:lnTo>
                    <a:pt x="1239608" y="429158"/>
                  </a:lnTo>
                  <a:lnTo>
                    <a:pt x="1247228" y="429158"/>
                  </a:lnTo>
                  <a:lnTo>
                    <a:pt x="1247228" y="459651"/>
                  </a:lnTo>
                  <a:close/>
                </a:path>
                <a:path w="1247775" h="476250">
                  <a:moveTo>
                    <a:pt x="1233360" y="476249"/>
                  </a:moveTo>
                  <a:lnTo>
                    <a:pt x="1202880" y="476249"/>
                  </a:lnTo>
                  <a:lnTo>
                    <a:pt x="1202880" y="468629"/>
                  </a:lnTo>
                  <a:lnTo>
                    <a:pt x="1233360" y="468629"/>
                  </a:lnTo>
                  <a:lnTo>
                    <a:pt x="1233360" y="476249"/>
                  </a:lnTo>
                  <a:close/>
                </a:path>
                <a:path w="1247775" h="476250">
                  <a:moveTo>
                    <a:pt x="1180020" y="476249"/>
                  </a:moveTo>
                  <a:lnTo>
                    <a:pt x="1149540" y="476249"/>
                  </a:lnTo>
                  <a:lnTo>
                    <a:pt x="1149540" y="468629"/>
                  </a:lnTo>
                  <a:lnTo>
                    <a:pt x="1180020" y="468629"/>
                  </a:lnTo>
                  <a:lnTo>
                    <a:pt x="1180020" y="476249"/>
                  </a:lnTo>
                  <a:close/>
                </a:path>
                <a:path w="1247775" h="476250">
                  <a:moveTo>
                    <a:pt x="1126680" y="476249"/>
                  </a:moveTo>
                  <a:lnTo>
                    <a:pt x="1096200" y="476249"/>
                  </a:lnTo>
                  <a:lnTo>
                    <a:pt x="1096200" y="468629"/>
                  </a:lnTo>
                  <a:lnTo>
                    <a:pt x="1126680" y="468629"/>
                  </a:lnTo>
                  <a:lnTo>
                    <a:pt x="1126680" y="476249"/>
                  </a:lnTo>
                  <a:close/>
                </a:path>
                <a:path w="1247775" h="476250">
                  <a:moveTo>
                    <a:pt x="1073340" y="476249"/>
                  </a:moveTo>
                  <a:lnTo>
                    <a:pt x="1042860" y="476249"/>
                  </a:lnTo>
                  <a:lnTo>
                    <a:pt x="1042860" y="468629"/>
                  </a:lnTo>
                  <a:lnTo>
                    <a:pt x="1073340" y="468629"/>
                  </a:lnTo>
                  <a:lnTo>
                    <a:pt x="1073340" y="476249"/>
                  </a:lnTo>
                  <a:close/>
                </a:path>
                <a:path w="1247775" h="476250">
                  <a:moveTo>
                    <a:pt x="1020000" y="476249"/>
                  </a:moveTo>
                  <a:lnTo>
                    <a:pt x="989520" y="476249"/>
                  </a:lnTo>
                  <a:lnTo>
                    <a:pt x="989520" y="468629"/>
                  </a:lnTo>
                  <a:lnTo>
                    <a:pt x="1020000" y="468629"/>
                  </a:lnTo>
                  <a:lnTo>
                    <a:pt x="1020000" y="476249"/>
                  </a:lnTo>
                  <a:close/>
                </a:path>
                <a:path w="1247775" h="476250">
                  <a:moveTo>
                    <a:pt x="966660" y="476249"/>
                  </a:moveTo>
                  <a:lnTo>
                    <a:pt x="936180" y="476249"/>
                  </a:lnTo>
                  <a:lnTo>
                    <a:pt x="936180" y="468629"/>
                  </a:lnTo>
                  <a:lnTo>
                    <a:pt x="966660" y="468629"/>
                  </a:lnTo>
                  <a:lnTo>
                    <a:pt x="966660" y="476249"/>
                  </a:lnTo>
                  <a:close/>
                </a:path>
                <a:path w="1247775" h="476250">
                  <a:moveTo>
                    <a:pt x="913320" y="476249"/>
                  </a:moveTo>
                  <a:lnTo>
                    <a:pt x="882840" y="476249"/>
                  </a:lnTo>
                  <a:lnTo>
                    <a:pt x="882840" y="468629"/>
                  </a:lnTo>
                  <a:lnTo>
                    <a:pt x="913320" y="468629"/>
                  </a:lnTo>
                  <a:lnTo>
                    <a:pt x="913320" y="476249"/>
                  </a:lnTo>
                  <a:close/>
                </a:path>
                <a:path w="1247775" h="476250">
                  <a:moveTo>
                    <a:pt x="859980" y="476249"/>
                  </a:moveTo>
                  <a:lnTo>
                    <a:pt x="829500" y="476249"/>
                  </a:lnTo>
                  <a:lnTo>
                    <a:pt x="829500" y="468629"/>
                  </a:lnTo>
                  <a:lnTo>
                    <a:pt x="859980" y="468629"/>
                  </a:lnTo>
                  <a:lnTo>
                    <a:pt x="859980" y="476249"/>
                  </a:lnTo>
                  <a:close/>
                </a:path>
                <a:path w="1247775" h="476250">
                  <a:moveTo>
                    <a:pt x="806640" y="476249"/>
                  </a:moveTo>
                  <a:lnTo>
                    <a:pt x="776160" y="476249"/>
                  </a:lnTo>
                  <a:lnTo>
                    <a:pt x="776160" y="468629"/>
                  </a:lnTo>
                  <a:lnTo>
                    <a:pt x="806640" y="468629"/>
                  </a:lnTo>
                  <a:lnTo>
                    <a:pt x="806640" y="476249"/>
                  </a:lnTo>
                  <a:close/>
                </a:path>
                <a:path w="1247775" h="476250">
                  <a:moveTo>
                    <a:pt x="753300" y="476249"/>
                  </a:moveTo>
                  <a:lnTo>
                    <a:pt x="722820" y="476249"/>
                  </a:lnTo>
                  <a:lnTo>
                    <a:pt x="722820" y="468629"/>
                  </a:lnTo>
                  <a:lnTo>
                    <a:pt x="753300" y="468629"/>
                  </a:lnTo>
                  <a:lnTo>
                    <a:pt x="753300" y="476249"/>
                  </a:lnTo>
                  <a:close/>
                </a:path>
                <a:path w="1247775" h="476250">
                  <a:moveTo>
                    <a:pt x="699960" y="476249"/>
                  </a:moveTo>
                  <a:lnTo>
                    <a:pt x="669480" y="476249"/>
                  </a:lnTo>
                  <a:lnTo>
                    <a:pt x="669480" y="468629"/>
                  </a:lnTo>
                  <a:lnTo>
                    <a:pt x="699960" y="468629"/>
                  </a:lnTo>
                  <a:lnTo>
                    <a:pt x="699960" y="476249"/>
                  </a:lnTo>
                  <a:close/>
                </a:path>
                <a:path w="1247775" h="476250">
                  <a:moveTo>
                    <a:pt x="646620" y="476249"/>
                  </a:moveTo>
                  <a:lnTo>
                    <a:pt x="616140" y="476249"/>
                  </a:lnTo>
                  <a:lnTo>
                    <a:pt x="616140" y="468629"/>
                  </a:lnTo>
                  <a:lnTo>
                    <a:pt x="646620" y="468629"/>
                  </a:lnTo>
                  <a:lnTo>
                    <a:pt x="646620" y="476249"/>
                  </a:lnTo>
                  <a:close/>
                </a:path>
                <a:path w="1247775" h="476250">
                  <a:moveTo>
                    <a:pt x="593280" y="476249"/>
                  </a:moveTo>
                  <a:lnTo>
                    <a:pt x="562800" y="476249"/>
                  </a:lnTo>
                  <a:lnTo>
                    <a:pt x="562800" y="468629"/>
                  </a:lnTo>
                  <a:lnTo>
                    <a:pt x="593280" y="468629"/>
                  </a:lnTo>
                  <a:lnTo>
                    <a:pt x="593280" y="476249"/>
                  </a:lnTo>
                  <a:close/>
                </a:path>
                <a:path w="1247775" h="476250">
                  <a:moveTo>
                    <a:pt x="539940" y="476249"/>
                  </a:moveTo>
                  <a:lnTo>
                    <a:pt x="509460" y="476249"/>
                  </a:lnTo>
                  <a:lnTo>
                    <a:pt x="509460" y="468629"/>
                  </a:lnTo>
                  <a:lnTo>
                    <a:pt x="539940" y="468629"/>
                  </a:lnTo>
                  <a:lnTo>
                    <a:pt x="539940" y="476249"/>
                  </a:lnTo>
                  <a:close/>
                </a:path>
                <a:path w="1247775" h="476250">
                  <a:moveTo>
                    <a:pt x="486600" y="476249"/>
                  </a:moveTo>
                  <a:lnTo>
                    <a:pt x="456120" y="476249"/>
                  </a:lnTo>
                  <a:lnTo>
                    <a:pt x="456120" y="468629"/>
                  </a:lnTo>
                  <a:lnTo>
                    <a:pt x="486600" y="468629"/>
                  </a:lnTo>
                  <a:lnTo>
                    <a:pt x="486600" y="476249"/>
                  </a:lnTo>
                  <a:close/>
                </a:path>
                <a:path w="1247775" h="476250">
                  <a:moveTo>
                    <a:pt x="433260" y="476249"/>
                  </a:moveTo>
                  <a:lnTo>
                    <a:pt x="402780" y="476249"/>
                  </a:lnTo>
                  <a:lnTo>
                    <a:pt x="402780" y="468629"/>
                  </a:lnTo>
                  <a:lnTo>
                    <a:pt x="433260" y="468629"/>
                  </a:lnTo>
                  <a:lnTo>
                    <a:pt x="433260" y="476249"/>
                  </a:lnTo>
                  <a:close/>
                </a:path>
                <a:path w="1247775" h="476250">
                  <a:moveTo>
                    <a:pt x="379920" y="476249"/>
                  </a:moveTo>
                  <a:lnTo>
                    <a:pt x="349440" y="476249"/>
                  </a:lnTo>
                  <a:lnTo>
                    <a:pt x="349440" y="468629"/>
                  </a:lnTo>
                  <a:lnTo>
                    <a:pt x="379920" y="468629"/>
                  </a:lnTo>
                  <a:lnTo>
                    <a:pt x="379920" y="476249"/>
                  </a:lnTo>
                  <a:close/>
                </a:path>
                <a:path w="1247775" h="476250">
                  <a:moveTo>
                    <a:pt x="326580" y="476249"/>
                  </a:moveTo>
                  <a:lnTo>
                    <a:pt x="296100" y="476249"/>
                  </a:lnTo>
                  <a:lnTo>
                    <a:pt x="296100" y="468629"/>
                  </a:lnTo>
                  <a:lnTo>
                    <a:pt x="326580" y="468629"/>
                  </a:lnTo>
                  <a:lnTo>
                    <a:pt x="326580" y="476249"/>
                  </a:lnTo>
                  <a:close/>
                </a:path>
                <a:path w="1247775" h="476250">
                  <a:moveTo>
                    <a:pt x="273240" y="476249"/>
                  </a:moveTo>
                  <a:lnTo>
                    <a:pt x="242760" y="476249"/>
                  </a:lnTo>
                  <a:lnTo>
                    <a:pt x="242760" y="468629"/>
                  </a:lnTo>
                  <a:lnTo>
                    <a:pt x="273240" y="468629"/>
                  </a:lnTo>
                  <a:lnTo>
                    <a:pt x="273240" y="476249"/>
                  </a:lnTo>
                  <a:close/>
                </a:path>
                <a:path w="1247775" h="476250">
                  <a:moveTo>
                    <a:pt x="219900" y="476249"/>
                  </a:moveTo>
                  <a:lnTo>
                    <a:pt x="189420" y="476249"/>
                  </a:lnTo>
                  <a:lnTo>
                    <a:pt x="189420" y="468629"/>
                  </a:lnTo>
                  <a:lnTo>
                    <a:pt x="219900" y="468629"/>
                  </a:lnTo>
                  <a:lnTo>
                    <a:pt x="219900" y="476249"/>
                  </a:lnTo>
                  <a:close/>
                </a:path>
                <a:path w="1247775" h="476250">
                  <a:moveTo>
                    <a:pt x="166560" y="476249"/>
                  </a:moveTo>
                  <a:lnTo>
                    <a:pt x="136080" y="476249"/>
                  </a:lnTo>
                  <a:lnTo>
                    <a:pt x="136080" y="468629"/>
                  </a:lnTo>
                  <a:lnTo>
                    <a:pt x="166560" y="468629"/>
                  </a:lnTo>
                  <a:lnTo>
                    <a:pt x="166560" y="476249"/>
                  </a:lnTo>
                  <a:close/>
                </a:path>
                <a:path w="1247775" h="476250">
                  <a:moveTo>
                    <a:pt x="113220" y="476249"/>
                  </a:moveTo>
                  <a:lnTo>
                    <a:pt x="82740" y="476249"/>
                  </a:lnTo>
                  <a:lnTo>
                    <a:pt x="82740" y="468629"/>
                  </a:lnTo>
                  <a:lnTo>
                    <a:pt x="113220" y="468629"/>
                  </a:lnTo>
                  <a:lnTo>
                    <a:pt x="113220" y="476249"/>
                  </a:lnTo>
                  <a:close/>
                </a:path>
                <a:path w="1247775" h="476250">
                  <a:moveTo>
                    <a:pt x="59880" y="476249"/>
                  </a:moveTo>
                  <a:lnTo>
                    <a:pt x="29400" y="476249"/>
                  </a:lnTo>
                  <a:lnTo>
                    <a:pt x="29400" y="468629"/>
                  </a:lnTo>
                  <a:lnTo>
                    <a:pt x="59880" y="468629"/>
                  </a:lnTo>
                  <a:lnTo>
                    <a:pt x="59880" y="476249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56319" y="2081783"/>
              <a:ext cx="1210310" cy="469900"/>
            </a:xfrm>
            <a:custGeom>
              <a:avLst/>
              <a:gdLst/>
              <a:ahLst/>
              <a:cxnLst/>
              <a:rect l="l" t="t" r="r" b="b"/>
              <a:pathLst>
                <a:path w="1210309" h="469900">
                  <a:moveTo>
                    <a:pt x="1210055" y="469392"/>
                  </a:moveTo>
                  <a:lnTo>
                    <a:pt x="0" y="469392"/>
                  </a:lnTo>
                  <a:lnTo>
                    <a:pt x="0" y="0"/>
                  </a:lnTo>
                  <a:lnTo>
                    <a:pt x="1210055" y="0"/>
                  </a:lnTo>
                  <a:lnTo>
                    <a:pt x="1210055" y="469392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52141" y="2078139"/>
              <a:ext cx="1217930" cy="476250"/>
            </a:xfrm>
            <a:custGeom>
              <a:avLst/>
              <a:gdLst/>
              <a:ahLst/>
              <a:cxnLst/>
              <a:rect l="l" t="t" r="r" b="b"/>
              <a:pathLst>
                <a:path w="1217929" h="476250">
                  <a:moveTo>
                    <a:pt x="7620" y="472439"/>
                  </a:moveTo>
                  <a:lnTo>
                    <a:pt x="0" y="472439"/>
                  </a:lnTo>
                  <a:lnTo>
                    <a:pt x="0" y="441959"/>
                  </a:lnTo>
                  <a:lnTo>
                    <a:pt x="7620" y="441959"/>
                  </a:lnTo>
                  <a:lnTo>
                    <a:pt x="7620" y="472439"/>
                  </a:lnTo>
                  <a:close/>
                </a:path>
                <a:path w="1217929" h="476250">
                  <a:moveTo>
                    <a:pt x="7620" y="419099"/>
                  </a:moveTo>
                  <a:lnTo>
                    <a:pt x="0" y="419099"/>
                  </a:lnTo>
                  <a:lnTo>
                    <a:pt x="0" y="388619"/>
                  </a:lnTo>
                  <a:lnTo>
                    <a:pt x="7620" y="388619"/>
                  </a:lnTo>
                  <a:lnTo>
                    <a:pt x="7620" y="419099"/>
                  </a:lnTo>
                  <a:close/>
                </a:path>
                <a:path w="1217929" h="476250">
                  <a:moveTo>
                    <a:pt x="7620" y="365759"/>
                  </a:moveTo>
                  <a:lnTo>
                    <a:pt x="0" y="365759"/>
                  </a:lnTo>
                  <a:lnTo>
                    <a:pt x="0" y="335279"/>
                  </a:lnTo>
                  <a:lnTo>
                    <a:pt x="7620" y="335279"/>
                  </a:lnTo>
                  <a:lnTo>
                    <a:pt x="7620" y="365759"/>
                  </a:lnTo>
                  <a:close/>
                </a:path>
                <a:path w="1217929" h="476250">
                  <a:moveTo>
                    <a:pt x="7620" y="312419"/>
                  </a:moveTo>
                  <a:lnTo>
                    <a:pt x="0" y="312419"/>
                  </a:lnTo>
                  <a:lnTo>
                    <a:pt x="0" y="281939"/>
                  </a:lnTo>
                  <a:lnTo>
                    <a:pt x="7620" y="281939"/>
                  </a:lnTo>
                  <a:lnTo>
                    <a:pt x="7620" y="312419"/>
                  </a:lnTo>
                  <a:close/>
                </a:path>
                <a:path w="1217929" h="476250">
                  <a:moveTo>
                    <a:pt x="7620" y="259079"/>
                  </a:moveTo>
                  <a:lnTo>
                    <a:pt x="0" y="259079"/>
                  </a:lnTo>
                  <a:lnTo>
                    <a:pt x="0" y="228599"/>
                  </a:lnTo>
                  <a:lnTo>
                    <a:pt x="7620" y="228599"/>
                  </a:lnTo>
                  <a:lnTo>
                    <a:pt x="7620" y="259079"/>
                  </a:lnTo>
                  <a:close/>
                </a:path>
                <a:path w="1217929" h="476250">
                  <a:moveTo>
                    <a:pt x="7620" y="205739"/>
                  </a:moveTo>
                  <a:lnTo>
                    <a:pt x="0" y="205739"/>
                  </a:lnTo>
                  <a:lnTo>
                    <a:pt x="0" y="175259"/>
                  </a:lnTo>
                  <a:lnTo>
                    <a:pt x="7620" y="175259"/>
                  </a:lnTo>
                  <a:lnTo>
                    <a:pt x="7620" y="205739"/>
                  </a:lnTo>
                  <a:close/>
                </a:path>
                <a:path w="1217929" h="476250">
                  <a:moveTo>
                    <a:pt x="7620" y="152399"/>
                  </a:moveTo>
                  <a:lnTo>
                    <a:pt x="0" y="152399"/>
                  </a:lnTo>
                  <a:lnTo>
                    <a:pt x="0" y="121919"/>
                  </a:lnTo>
                  <a:lnTo>
                    <a:pt x="7620" y="121919"/>
                  </a:lnTo>
                  <a:lnTo>
                    <a:pt x="7620" y="152399"/>
                  </a:lnTo>
                  <a:close/>
                </a:path>
                <a:path w="1217929" h="476250">
                  <a:moveTo>
                    <a:pt x="7620" y="99059"/>
                  </a:moveTo>
                  <a:lnTo>
                    <a:pt x="0" y="99059"/>
                  </a:lnTo>
                  <a:lnTo>
                    <a:pt x="0" y="68579"/>
                  </a:lnTo>
                  <a:lnTo>
                    <a:pt x="7620" y="68579"/>
                  </a:lnTo>
                  <a:lnTo>
                    <a:pt x="7620" y="99059"/>
                  </a:lnTo>
                  <a:close/>
                </a:path>
                <a:path w="1217929" h="476250">
                  <a:moveTo>
                    <a:pt x="7620" y="45719"/>
                  </a:moveTo>
                  <a:lnTo>
                    <a:pt x="0" y="45719"/>
                  </a:lnTo>
                  <a:lnTo>
                    <a:pt x="0" y="15239"/>
                  </a:lnTo>
                  <a:lnTo>
                    <a:pt x="7620" y="15239"/>
                  </a:lnTo>
                  <a:lnTo>
                    <a:pt x="7620" y="45719"/>
                  </a:lnTo>
                  <a:close/>
                </a:path>
                <a:path w="1217929" h="476250">
                  <a:moveTo>
                    <a:pt x="45720" y="7619"/>
                  </a:moveTo>
                  <a:lnTo>
                    <a:pt x="15240" y="7619"/>
                  </a:lnTo>
                  <a:lnTo>
                    <a:pt x="15240" y="0"/>
                  </a:lnTo>
                  <a:lnTo>
                    <a:pt x="45720" y="0"/>
                  </a:lnTo>
                  <a:lnTo>
                    <a:pt x="45720" y="7619"/>
                  </a:lnTo>
                  <a:close/>
                </a:path>
                <a:path w="1217929" h="476250">
                  <a:moveTo>
                    <a:pt x="99060" y="7619"/>
                  </a:moveTo>
                  <a:lnTo>
                    <a:pt x="68580" y="7619"/>
                  </a:lnTo>
                  <a:lnTo>
                    <a:pt x="68580" y="0"/>
                  </a:lnTo>
                  <a:lnTo>
                    <a:pt x="99060" y="0"/>
                  </a:lnTo>
                  <a:lnTo>
                    <a:pt x="99060" y="7619"/>
                  </a:lnTo>
                  <a:close/>
                </a:path>
                <a:path w="1217929" h="476250">
                  <a:moveTo>
                    <a:pt x="152400" y="7619"/>
                  </a:moveTo>
                  <a:lnTo>
                    <a:pt x="121920" y="7619"/>
                  </a:lnTo>
                  <a:lnTo>
                    <a:pt x="121920" y="0"/>
                  </a:lnTo>
                  <a:lnTo>
                    <a:pt x="152400" y="0"/>
                  </a:lnTo>
                  <a:lnTo>
                    <a:pt x="152400" y="7619"/>
                  </a:lnTo>
                  <a:close/>
                </a:path>
                <a:path w="1217929" h="476250">
                  <a:moveTo>
                    <a:pt x="205740" y="7619"/>
                  </a:moveTo>
                  <a:lnTo>
                    <a:pt x="175260" y="7619"/>
                  </a:lnTo>
                  <a:lnTo>
                    <a:pt x="175260" y="0"/>
                  </a:lnTo>
                  <a:lnTo>
                    <a:pt x="205740" y="0"/>
                  </a:lnTo>
                  <a:lnTo>
                    <a:pt x="205740" y="7619"/>
                  </a:lnTo>
                  <a:close/>
                </a:path>
                <a:path w="1217929" h="476250">
                  <a:moveTo>
                    <a:pt x="259080" y="7619"/>
                  </a:moveTo>
                  <a:lnTo>
                    <a:pt x="228600" y="7619"/>
                  </a:lnTo>
                  <a:lnTo>
                    <a:pt x="228600" y="0"/>
                  </a:lnTo>
                  <a:lnTo>
                    <a:pt x="259080" y="0"/>
                  </a:lnTo>
                  <a:lnTo>
                    <a:pt x="259080" y="7619"/>
                  </a:lnTo>
                  <a:close/>
                </a:path>
                <a:path w="1217929" h="476250">
                  <a:moveTo>
                    <a:pt x="312420" y="7619"/>
                  </a:moveTo>
                  <a:lnTo>
                    <a:pt x="281940" y="7619"/>
                  </a:lnTo>
                  <a:lnTo>
                    <a:pt x="281940" y="0"/>
                  </a:lnTo>
                  <a:lnTo>
                    <a:pt x="312420" y="0"/>
                  </a:lnTo>
                  <a:lnTo>
                    <a:pt x="312420" y="7619"/>
                  </a:lnTo>
                  <a:close/>
                </a:path>
                <a:path w="1217929" h="476250">
                  <a:moveTo>
                    <a:pt x="365760" y="7619"/>
                  </a:moveTo>
                  <a:lnTo>
                    <a:pt x="335280" y="7619"/>
                  </a:lnTo>
                  <a:lnTo>
                    <a:pt x="335280" y="0"/>
                  </a:lnTo>
                  <a:lnTo>
                    <a:pt x="365760" y="0"/>
                  </a:lnTo>
                  <a:lnTo>
                    <a:pt x="365760" y="7619"/>
                  </a:lnTo>
                  <a:close/>
                </a:path>
                <a:path w="1217929" h="476250">
                  <a:moveTo>
                    <a:pt x="419100" y="7619"/>
                  </a:moveTo>
                  <a:lnTo>
                    <a:pt x="388620" y="7619"/>
                  </a:lnTo>
                  <a:lnTo>
                    <a:pt x="388620" y="0"/>
                  </a:lnTo>
                  <a:lnTo>
                    <a:pt x="419100" y="0"/>
                  </a:lnTo>
                  <a:lnTo>
                    <a:pt x="419100" y="7619"/>
                  </a:lnTo>
                  <a:close/>
                </a:path>
                <a:path w="1217929" h="476250">
                  <a:moveTo>
                    <a:pt x="472440" y="7619"/>
                  </a:moveTo>
                  <a:lnTo>
                    <a:pt x="441960" y="7619"/>
                  </a:lnTo>
                  <a:lnTo>
                    <a:pt x="441960" y="0"/>
                  </a:lnTo>
                  <a:lnTo>
                    <a:pt x="472440" y="0"/>
                  </a:lnTo>
                  <a:lnTo>
                    <a:pt x="472440" y="7619"/>
                  </a:lnTo>
                  <a:close/>
                </a:path>
                <a:path w="1217929" h="476250">
                  <a:moveTo>
                    <a:pt x="525780" y="7619"/>
                  </a:moveTo>
                  <a:lnTo>
                    <a:pt x="495300" y="7619"/>
                  </a:lnTo>
                  <a:lnTo>
                    <a:pt x="495300" y="0"/>
                  </a:lnTo>
                  <a:lnTo>
                    <a:pt x="525780" y="0"/>
                  </a:lnTo>
                  <a:lnTo>
                    <a:pt x="525780" y="7619"/>
                  </a:lnTo>
                  <a:close/>
                </a:path>
                <a:path w="1217929" h="476250">
                  <a:moveTo>
                    <a:pt x="579120" y="7619"/>
                  </a:moveTo>
                  <a:lnTo>
                    <a:pt x="548640" y="7619"/>
                  </a:lnTo>
                  <a:lnTo>
                    <a:pt x="548640" y="0"/>
                  </a:lnTo>
                  <a:lnTo>
                    <a:pt x="579120" y="0"/>
                  </a:lnTo>
                  <a:lnTo>
                    <a:pt x="579120" y="7619"/>
                  </a:lnTo>
                  <a:close/>
                </a:path>
                <a:path w="1217929" h="476250">
                  <a:moveTo>
                    <a:pt x="632460" y="7619"/>
                  </a:moveTo>
                  <a:lnTo>
                    <a:pt x="601980" y="7619"/>
                  </a:lnTo>
                  <a:lnTo>
                    <a:pt x="601980" y="0"/>
                  </a:lnTo>
                  <a:lnTo>
                    <a:pt x="632460" y="0"/>
                  </a:lnTo>
                  <a:lnTo>
                    <a:pt x="632460" y="7619"/>
                  </a:lnTo>
                  <a:close/>
                </a:path>
                <a:path w="1217929" h="476250">
                  <a:moveTo>
                    <a:pt x="685800" y="7619"/>
                  </a:moveTo>
                  <a:lnTo>
                    <a:pt x="655320" y="7619"/>
                  </a:lnTo>
                  <a:lnTo>
                    <a:pt x="655320" y="0"/>
                  </a:lnTo>
                  <a:lnTo>
                    <a:pt x="685800" y="0"/>
                  </a:lnTo>
                  <a:lnTo>
                    <a:pt x="685800" y="7619"/>
                  </a:lnTo>
                  <a:close/>
                </a:path>
                <a:path w="1217929" h="476250">
                  <a:moveTo>
                    <a:pt x="739140" y="7619"/>
                  </a:moveTo>
                  <a:lnTo>
                    <a:pt x="708660" y="7619"/>
                  </a:lnTo>
                  <a:lnTo>
                    <a:pt x="708660" y="0"/>
                  </a:lnTo>
                  <a:lnTo>
                    <a:pt x="739140" y="0"/>
                  </a:lnTo>
                  <a:lnTo>
                    <a:pt x="739140" y="7619"/>
                  </a:lnTo>
                  <a:close/>
                </a:path>
                <a:path w="1217929" h="476250">
                  <a:moveTo>
                    <a:pt x="792480" y="7619"/>
                  </a:moveTo>
                  <a:lnTo>
                    <a:pt x="762000" y="7619"/>
                  </a:lnTo>
                  <a:lnTo>
                    <a:pt x="762000" y="0"/>
                  </a:lnTo>
                  <a:lnTo>
                    <a:pt x="792480" y="0"/>
                  </a:lnTo>
                  <a:lnTo>
                    <a:pt x="792480" y="7619"/>
                  </a:lnTo>
                  <a:close/>
                </a:path>
                <a:path w="1217929" h="476250">
                  <a:moveTo>
                    <a:pt x="845820" y="7619"/>
                  </a:moveTo>
                  <a:lnTo>
                    <a:pt x="815340" y="7619"/>
                  </a:lnTo>
                  <a:lnTo>
                    <a:pt x="815340" y="0"/>
                  </a:lnTo>
                  <a:lnTo>
                    <a:pt x="845820" y="0"/>
                  </a:lnTo>
                  <a:lnTo>
                    <a:pt x="845820" y="7619"/>
                  </a:lnTo>
                  <a:close/>
                </a:path>
                <a:path w="1217929" h="476250">
                  <a:moveTo>
                    <a:pt x="899160" y="7619"/>
                  </a:moveTo>
                  <a:lnTo>
                    <a:pt x="868680" y="7619"/>
                  </a:lnTo>
                  <a:lnTo>
                    <a:pt x="868680" y="0"/>
                  </a:lnTo>
                  <a:lnTo>
                    <a:pt x="899160" y="0"/>
                  </a:lnTo>
                  <a:lnTo>
                    <a:pt x="899160" y="7619"/>
                  </a:lnTo>
                  <a:close/>
                </a:path>
                <a:path w="1217929" h="476250">
                  <a:moveTo>
                    <a:pt x="952500" y="7619"/>
                  </a:moveTo>
                  <a:lnTo>
                    <a:pt x="922020" y="7619"/>
                  </a:lnTo>
                  <a:lnTo>
                    <a:pt x="922020" y="0"/>
                  </a:lnTo>
                  <a:lnTo>
                    <a:pt x="952500" y="0"/>
                  </a:lnTo>
                  <a:lnTo>
                    <a:pt x="952500" y="7619"/>
                  </a:lnTo>
                  <a:close/>
                </a:path>
                <a:path w="1217929" h="476250">
                  <a:moveTo>
                    <a:pt x="1005840" y="7619"/>
                  </a:moveTo>
                  <a:lnTo>
                    <a:pt x="975360" y="7619"/>
                  </a:lnTo>
                  <a:lnTo>
                    <a:pt x="975360" y="0"/>
                  </a:lnTo>
                  <a:lnTo>
                    <a:pt x="1005840" y="0"/>
                  </a:lnTo>
                  <a:lnTo>
                    <a:pt x="1005840" y="7619"/>
                  </a:lnTo>
                  <a:close/>
                </a:path>
                <a:path w="1217929" h="476250">
                  <a:moveTo>
                    <a:pt x="1059180" y="7619"/>
                  </a:moveTo>
                  <a:lnTo>
                    <a:pt x="1028700" y="7619"/>
                  </a:lnTo>
                  <a:lnTo>
                    <a:pt x="1028700" y="0"/>
                  </a:lnTo>
                  <a:lnTo>
                    <a:pt x="1059180" y="0"/>
                  </a:lnTo>
                  <a:lnTo>
                    <a:pt x="1059180" y="7619"/>
                  </a:lnTo>
                  <a:close/>
                </a:path>
                <a:path w="1217929" h="476250">
                  <a:moveTo>
                    <a:pt x="1112520" y="7619"/>
                  </a:moveTo>
                  <a:lnTo>
                    <a:pt x="1082040" y="7619"/>
                  </a:lnTo>
                  <a:lnTo>
                    <a:pt x="1082040" y="0"/>
                  </a:lnTo>
                  <a:lnTo>
                    <a:pt x="1112520" y="0"/>
                  </a:lnTo>
                  <a:lnTo>
                    <a:pt x="1112520" y="7619"/>
                  </a:lnTo>
                  <a:close/>
                </a:path>
                <a:path w="1217929" h="476250">
                  <a:moveTo>
                    <a:pt x="1165860" y="7619"/>
                  </a:moveTo>
                  <a:lnTo>
                    <a:pt x="1135380" y="7619"/>
                  </a:lnTo>
                  <a:lnTo>
                    <a:pt x="1135380" y="0"/>
                  </a:lnTo>
                  <a:lnTo>
                    <a:pt x="1165860" y="0"/>
                  </a:lnTo>
                  <a:lnTo>
                    <a:pt x="1165860" y="7619"/>
                  </a:lnTo>
                  <a:close/>
                </a:path>
                <a:path w="1217929" h="476250">
                  <a:moveTo>
                    <a:pt x="1209738" y="7619"/>
                  </a:moveTo>
                  <a:lnTo>
                    <a:pt x="1188720" y="7619"/>
                  </a:lnTo>
                  <a:lnTo>
                    <a:pt x="1188720" y="0"/>
                  </a:lnTo>
                  <a:lnTo>
                    <a:pt x="1217358" y="0"/>
                  </a:lnTo>
                  <a:lnTo>
                    <a:pt x="1217358" y="3809"/>
                  </a:lnTo>
                  <a:lnTo>
                    <a:pt x="1209738" y="3809"/>
                  </a:lnTo>
                  <a:lnTo>
                    <a:pt x="1209738" y="7619"/>
                  </a:lnTo>
                  <a:close/>
                </a:path>
                <a:path w="1217929" h="476250">
                  <a:moveTo>
                    <a:pt x="1217358" y="9461"/>
                  </a:moveTo>
                  <a:lnTo>
                    <a:pt x="1209738" y="9461"/>
                  </a:lnTo>
                  <a:lnTo>
                    <a:pt x="1209738" y="3809"/>
                  </a:lnTo>
                  <a:lnTo>
                    <a:pt x="1213548" y="7619"/>
                  </a:lnTo>
                  <a:lnTo>
                    <a:pt x="1217358" y="7619"/>
                  </a:lnTo>
                  <a:lnTo>
                    <a:pt x="1217358" y="9461"/>
                  </a:lnTo>
                  <a:close/>
                </a:path>
                <a:path w="1217929" h="476250">
                  <a:moveTo>
                    <a:pt x="1217358" y="7619"/>
                  </a:moveTo>
                  <a:lnTo>
                    <a:pt x="1213548" y="7619"/>
                  </a:lnTo>
                  <a:lnTo>
                    <a:pt x="1209738" y="3809"/>
                  </a:lnTo>
                  <a:lnTo>
                    <a:pt x="1217358" y="3809"/>
                  </a:lnTo>
                  <a:lnTo>
                    <a:pt x="1217358" y="7619"/>
                  </a:lnTo>
                  <a:close/>
                </a:path>
                <a:path w="1217929" h="476250">
                  <a:moveTo>
                    <a:pt x="1217358" y="62801"/>
                  </a:moveTo>
                  <a:lnTo>
                    <a:pt x="1209738" y="62801"/>
                  </a:lnTo>
                  <a:lnTo>
                    <a:pt x="1209738" y="32321"/>
                  </a:lnTo>
                  <a:lnTo>
                    <a:pt x="1217358" y="32321"/>
                  </a:lnTo>
                  <a:lnTo>
                    <a:pt x="1217358" y="62801"/>
                  </a:lnTo>
                  <a:close/>
                </a:path>
                <a:path w="1217929" h="476250">
                  <a:moveTo>
                    <a:pt x="1217358" y="116141"/>
                  </a:moveTo>
                  <a:lnTo>
                    <a:pt x="1209738" y="116141"/>
                  </a:lnTo>
                  <a:lnTo>
                    <a:pt x="1209738" y="85661"/>
                  </a:lnTo>
                  <a:lnTo>
                    <a:pt x="1217358" y="85661"/>
                  </a:lnTo>
                  <a:lnTo>
                    <a:pt x="1217358" y="116141"/>
                  </a:lnTo>
                  <a:close/>
                </a:path>
                <a:path w="1217929" h="476250">
                  <a:moveTo>
                    <a:pt x="1217358" y="169481"/>
                  </a:moveTo>
                  <a:lnTo>
                    <a:pt x="1209738" y="169481"/>
                  </a:lnTo>
                  <a:lnTo>
                    <a:pt x="1209738" y="139001"/>
                  </a:lnTo>
                  <a:lnTo>
                    <a:pt x="1217358" y="139001"/>
                  </a:lnTo>
                  <a:lnTo>
                    <a:pt x="1217358" y="169481"/>
                  </a:lnTo>
                  <a:close/>
                </a:path>
                <a:path w="1217929" h="476250">
                  <a:moveTo>
                    <a:pt x="1217358" y="222821"/>
                  </a:moveTo>
                  <a:lnTo>
                    <a:pt x="1209738" y="222821"/>
                  </a:lnTo>
                  <a:lnTo>
                    <a:pt x="1209738" y="192341"/>
                  </a:lnTo>
                  <a:lnTo>
                    <a:pt x="1217358" y="192341"/>
                  </a:lnTo>
                  <a:lnTo>
                    <a:pt x="1217358" y="222821"/>
                  </a:lnTo>
                  <a:close/>
                </a:path>
                <a:path w="1217929" h="476250">
                  <a:moveTo>
                    <a:pt x="1217358" y="276161"/>
                  </a:moveTo>
                  <a:lnTo>
                    <a:pt x="1209738" y="276161"/>
                  </a:lnTo>
                  <a:lnTo>
                    <a:pt x="1209738" y="245681"/>
                  </a:lnTo>
                  <a:lnTo>
                    <a:pt x="1217358" y="245681"/>
                  </a:lnTo>
                  <a:lnTo>
                    <a:pt x="1217358" y="276161"/>
                  </a:lnTo>
                  <a:close/>
                </a:path>
                <a:path w="1217929" h="476250">
                  <a:moveTo>
                    <a:pt x="1217358" y="329501"/>
                  </a:moveTo>
                  <a:lnTo>
                    <a:pt x="1209738" y="329501"/>
                  </a:lnTo>
                  <a:lnTo>
                    <a:pt x="1209738" y="299021"/>
                  </a:lnTo>
                  <a:lnTo>
                    <a:pt x="1217358" y="299021"/>
                  </a:lnTo>
                  <a:lnTo>
                    <a:pt x="1217358" y="329501"/>
                  </a:lnTo>
                  <a:close/>
                </a:path>
                <a:path w="1217929" h="476250">
                  <a:moveTo>
                    <a:pt x="1217358" y="382841"/>
                  </a:moveTo>
                  <a:lnTo>
                    <a:pt x="1209738" y="382841"/>
                  </a:lnTo>
                  <a:lnTo>
                    <a:pt x="1209738" y="352361"/>
                  </a:lnTo>
                  <a:lnTo>
                    <a:pt x="1217358" y="352361"/>
                  </a:lnTo>
                  <a:lnTo>
                    <a:pt x="1217358" y="382841"/>
                  </a:lnTo>
                  <a:close/>
                </a:path>
                <a:path w="1217929" h="476250">
                  <a:moveTo>
                    <a:pt x="1217358" y="436181"/>
                  </a:moveTo>
                  <a:lnTo>
                    <a:pt x="1209738" y="436181"/>
                  </a:lnTo>
                  <a:lnTo>
                    <a:pt x="1209738" y="405701"/>
                  </a:lnTo>
                  <a:lnTo>
                    <a:pt x="1217358" y="405701"/>
                  </a:lnTo>
                  <a:lnTo>
                    <a:pt x="1217358" y="436181"/>
                  </a:lnTo>
                  <a:close/>
                </a:path>
                <a:path w="1217929" h="476250">
                  <a:moveTo>
                    <a:pt x="1209738" y="472439"/>
                  </a:moveTo>
                  <a:lnTo>
                    <a:pt x="1209738" y="459041"/>
                  </a:lnTo>
                  <a:lnTo>
                    <a:pt x="1217358" y="459041"/>
                  </a:lnTo>
                  <a:lnTo>
                    <a:pt x="1217358" y="468629"/>
                  </a:lnTo>
                  <a:lnTo>
                    <a:pt x="1213548" y="468629"/>
                  </a:lnTo>
                  <a:lnTo>
                    <a:pt x="1209738" y="472439"/>
                  </a:lnTo>
                  <a:close/>
                </a:path>
                <a:path w="1217929" h="476250">
                  <a:moveTo>
                    <a:pt x="1217358" y="476249"/>
                  </a:moveTo>
                  <a:lnTo>
                    <a:pt x="1196467" y="476249"/>
                  </a:lnTo>
                  <a:lnTo>
                    <a:pt x="1196467" y="468629"/>
                  </a:lnTo>
                  <a:lnTo>
                    <a:pt x="1209738" y="468629"/>
                  </a:lnTo>
                  <a:lnTo>
                    <a:pt x="1209738" y="472439"/>
                  </a:lnTo>
                  <a:lnTo>
                    <a:pt x="1217358" y="472439"/>
                  </a:lnTo>
                  <a:lnTo>
                    <a:pt x="1217358" y="476249"/>
                  </a:lnTo>
                  <a:close/>
                </a:path>
                <a:path w="1217929" h="476250">
                  <a:moveTo>
                    <a:pt x="1217358" y="472439"/>
                  </a:moveTo>
                  <a:lnTo>
                    <a:pt x="1209738" y="472439"/>
                  </a:lnTo>
                  <a:lnTo>
                    <a:pt x="1213548" y="468629"/>
                  </a:lnTo>
                  <a:lnTo>
                    <a:pt x="1217358" y="468629"/>
                  </a:lnTo>
                  <a:lnTo>
                    <a:pt x="1217358" y="472439"/>
                  </a:lnTo>
                  <a:close/>
                </a:path>
                <a:path w="1217929" h="476250">
                  <a:moveTo>
                    <a:pt x="1173607" y="476249"/>
                  </a:moveTo>
                  <a:lnTo>
                    <a:pt x="1143127" y="476249"/>
                  </a:lnTo>
                  <a:lnTo>
                    <a:pt x="1143127" y="468629"/>
                  </a:lnTo>
                  <a:lnTo>
                    <a:pt x="1173607" y="468629"/>
                  </a:lnTo>
                  <a:lnTo>
                    <a:pt x="1173607" y="476249"/>
                  </a:lnTo>
                  <a:close/>
                </a:path>
                <a:path w="1217929" h="476250">
                  <a:moveTo>
                    <a:pt x="1120267" y="476249"/>
                  </a:moveTo>
                  <a:lnTo>
                    <a:pt x="1089787" y="476249"/>
                  </a:lnTo>
                  <a:lnTo>
                    <a:pt x="1089787" y="468629"/>
                  </a:lnTo>
                  <a:lnTo>
                    <a:pt x="1120267" y="468629"/>
                  </a:lnTo>
                  <a:lnTo>
                    <a:pt x="1120267" y="476249"/>
                  </a:lnTo>
                  <a:close/>
                </a:path>
                <a:path w="1217929" h="476250">
                  <a:moveTo>
                    <a:pt x="1066927" y="476249"/>
                  </a:moveTo>
                  <a:lnTo>
                    <a:pt x="1036447" y="476249"/>
                  </a:lnTo>
                  <a:lnTo>
                    <a:pt x="1036447" y="468629"/>
                  </a:lnTo>
                  <a:lnTo>
                    <a:pt x="1066927" y="468629"/>
                  </a:lnTo>
                  <a:lnTo>
                    <a:pt x="1066927" y="476249"/>
                  </a:lnTo>
                  <a:close/>
                </a:path>
                <a:path w="1217929" h="476250">
                  <a:moveTo>
                    <a:pt x="1013587" y="476249"/>
                  </a:moveTo>
                  <a:lnTo>
                    <a:pt x="983107" y="476249"/>
                  </a:lnTo>
                  <a:lnTo>
                    <a:pt x="983107" y="468629"/>
                  </a:lnTo>
                  <a:lnTo>
                    <a:pt x="1013587" y="468629"/>
                  </a:lnTo>
                  <a:lnTo>
                    <a:pt x="1013587" y="476249"/>
                  </a:lnTo>
                  <a:close/>
                </a:path>
                <a:path w="1217929" h="476250">
                  <a:moveTo>
                    <a:pt x="960247" y="476249"/>
                  </a:moveTo>
                  <a:lnTo>
                    <a:pt x="929767" y="476249"/>
                  </a:lnTo>
                  <a:lnTo>
                    <a:pt x="929767" y="468629"/>
                  </a:lnTo>
                  <a:lnTo>
                    <a:pt x="960247" y="468629"/>
                  </a:lnTo>
                  <a:lnTo>
                    <a:pt x="960247" y="476249"/>
                  </a:lnTo>
                  <a:close/>
                </a:path>
                <a:path w="1217929" h="476250">
                  <a:moveTo>
                    <a:pt x="906907" y="476249"/>
                  </a:moveTo>
                  <a:lnTo>
                    <a:pt x="876426" y="476249"/>
                  </a:lnTo>
                  <a:lnTo>
                    <a:pt x="876426" y="468629"/>
                  </a:lnTo>
                  <a:lnTo>
                    <a:pt x="906907" y="468629"/>
                  </a:lnTo>
                  <a:lnTo>
                    <a:pt x="906907" y="476249"/>
                  </a:lnTo>
                  <a:close/>
                </a:path>
                <a:path w="1217929" h="476250">
                  <a:moveTo>
                    <a:pt x="853567" y="476249"/>
                  </a:moveTo>
                  <a:lnTo>
                    <a:pt x="823087" y="476249"/>
                  </a:lnTo>
                  <a:lnTo>
                    <a:pt x="823087" y="468629"/>
                  </a:lnTo>
                  <a:lnTo>
                    <a:pt x="853567" y="468629"/>
                  </a:lnTo>
                  <a:lnTo>
                    <a:pt x="853567" y="476249"/>
                  </a:lnTo>
                  <a:close/>
                </a:path>
                <a:path w="1217929" h="476250">
                  <a:moveTo>
                    <a:pt x="800226" y="476249"/>
                  </a:moveTo>
                  <a:lnTo>
                    <a:pt x="769747" y="476249"/>
                  </a:lnTo>
                  <a:lnTo>
                    <a:pt x="769747" y="468629"/>
                  </a:lnTo>
                  <a:lnTo>
                    <a:pt x="800226" y="468629"/>
                  </a:lnTo>
                  <a:lnTo>
                    <a:pt x="800226" y="476249"/>
                  </a:lnTo>
                  <a:close/>
                </a:path>
                <a:path w="1217929" h="476250">
                  <a:moveTo>
                    <a:pt x="746887" y="476249"/>
                  </a:moveTo>
                  <a:lnTo>
                    <a:pt x="716407" y="476249"/>
                  </a:lnTo>
                  <a:lnTo>
                    <a:pt x="716407" y="468629"/>
                  </a:lnTo>
                  <a:lnTo>
                    <a:pt x="746887" y="468629"/>
                  </a:lnTo>
                  <a:lnTo>
                    <a:pt x="746887" y="476249"/>
                  </a:lnTo>
                  <a:close/>
                </a:path>
                <a:path w="1217929" h="476250">
                  <a:moveTo>
                    <a:pt x="693547" y="476249"/>
                  </a:moveTo>
                  <a:lnTo>
                    <a:pt x="663067" y="476249"/>
                  </a:lnTo>
                  <a:lnTo>
                    <a:pt x="663067" y="468629"/>
                  </a:lnTo>
                  <a:lnTo>
                    <a:pt x="693547" y="468629"/>
                  </a:lnTo>
                  <a:lnTo>
                    <a:pt x="693547" y="476249"/>
                  </a:lnTo>
                  <a:close/>
                </a:path>
                <a:path w="1217929" h="476250">
                  <a:moveTo>
                    <a:pt x="640207" y="476249"/>
                  </a:moveTo>
                  <a:lnTo>
                    <a:pt x="609726" y="476249"/>
                  </a:lnTo>
                  <a:lnTo>
                    <a:pt x="609726" y="468629"/>
                  </a:lnTo>
                  <a:lnTo>
                    <a:pt x="640207" y="468629"/>
                  </a:lnTo>
                  <a:lnTo>
                    <a:pt x="640207" y="476249"/>
                  </a:lnTo>
                  <a:close/>
                </a:path>
                <a:path w="1217929" h="476250">
                  <a:moveTo>
                    <a:pt x="586867" y="476249"/>
                  </a:moveTo>
                  <a:lnTo>
                    <a:pt x="556387" y="476249"/>
                  </a:lnTo>
                  <a:lnTo>
                    <a:pt x="556387" y="468629"/>
                  </a:lnTo>
                  <a:lnTo>
                    <a:pt x="586867" y="468629"/>
                  </a:lnTo>
                  <a:lnTo>
                    <a:pt x="586867" y="476249"/>
                  </a:lnTo>
                  <a:close/>
                </a:path>
                <a:path w="1217929" h="476250">
                  <a:moveTo>
                    <a:pt x="533526" y="476249"/>
                  </a:moveTo>
                  <a:lnTo>
                    <a:pt x="503047" y="476249"/>
                  </a:lnTo>
                  <a:lnTo>
                    <a:pt x="503047" y="468629"/>
                  </a:lnTo>
                  <a:lnTo>
                    <a:pt x="533526" y="468629"/>
                  </a:lnTo>
                  <a:lnTo>
                    <a:pt x="533526" y="476249"/>
                  </a:lnTo>
                  <a:close/>
                </a:path>
                <a:path w="1217929" h="476250">
                  <a:moveTo>
                    <a:pt x="480187" y="476249"/>
                  </a:moveTo>
                  <a:lnTo>
                    <a:pt x="449707" y="476249"/>
                  </a:lnTo>
                  <a:lnTo>
                    <a:pt x="449707" y="468629"/>
                  </a:lnTo>
                  <a:lnTo>
                    <a:pt x="480187" y="468629"/>
                  </a:lnTo>
                  <a:lnTo>
                    <a:pt x="480187" y="476249"/>
                  </a:lnTo>
                  <a:close/>
                </a:path>
                <a:path w="1217929" h="476250">
                  <a:moveTo>
                    <a:pt x="426847" y="476249"/>
                  </a:moveTo>
                  <a:lnTo>
                    <a:pt x="396367" y="476249"/>
                  </a:lnTo>
                  <a:lnTo>
                    <a:pt x="396367" y="468629"/>
                  </a:lnTo>
                  <a:lnTo>
                    <a:pt x="426847" y="468629"/>
                  </a:lnTo>
                  <a:lnTo>
                    <a:pt x="426847" y="476249"/>
                  </a:lnTo>
                  <a:close/>
                </a:path>
                <a:path w="1217929" h="476250">
                  <a:moveTo>
                    <a:pt x="373507" y="476249"/>
                  </a:moveTo>
                  <a:lnTo>
                    <a:pt x="343026" y="476249"/>
                  </a:lnTo>
                  <a:lnTo>
                    <a:pt x="343026" y="468629"/>
                  </a:lnTo>
                  <a:lnTo>
                    <a:pt x="373507" y="468629"/>
                  </a:lnTo>
                  <a:lnTo>
                    <a:pt x="373507" y="476249"/>
                  </a:lnTo>
                  <a:close/>
                </a:path>
                <a:path w="1217929" h="476250">
                  <a:moveTo>
                    <a:pt x="320167" y="476249"/>
                  </a:moveTo>
                  <a:lnTo>
                    <a:pt x="289687" y="476249"/>
                  </a:lnTo>
                  <a:lnTo>
                    <a:pt x="289687" y="468629"/>
                  </a:lnTo>
                  <a:lnTo>
                    <a:pt x="320167" y="468629"/>
                  </a:lnTo>
                  <a:lnTo>
                    <a:pt x="320167" y="476249"/>
                  </a:lnTo>
                  <a:close/>
                </a:path>
                <a:path w="1217929" h="476250">
                  <a:moveTo>
                    <a:pt x="266826" y="476249"/>
                  </a:moveTo>
                  <a:lnTo>
                    <a:pt x="236347" y="476249"/>
                  </a:lnTo>
                  <a:lnTo>
                    <a:pt x="236347" y="468629"/>
                  </a:lnTo>
                  <a:lnTo>
                    <a:pt x="266826" y="468629"/>
                  </a:lnTo>
                  <a:lnTo>
                    <a:pt x="266826" y="476249"/>
                  </a:lnTo>
                  <a:close/>
                </a:path>
                <a:path w="1217929" h="476250">
                  <a:moveTo>
                    <a:pt x="213487" y="476249"/>
                  </a:moveTo>
                  <a:lnTo>
                    <a:pt x="183007" y="476249"/>
                  </a:lnTo>
                  <a:lnTo>
                    <a:pt x="183007" y="468629"/>
                  </a:lnTo>
                  <a:lnTo>
                    <a:pt x="213487" y="468629"/>
                  </a:lnTo>
                  <a:lnTo>
                    <a:pt x="213487" y="476249"/>
                  </a:lnTo>
                  <a:close/>
                </a:path>
                <a:path w="1217929" h="476250">
                  <a:moveTo>
                    <a:pt x="160147" y="476249"/>
                  </a:moveTo>
                  <a:lnTo>
                    <a:pt x="129667" y="476249"/>
                  </a:lnTo>
                  <a:lnTo>
                    <a:pt x="129667" y="468629"/>
                  </a:lnTo>
                  <a:lnTo>
                    <a:pt x="160147" y="468629"/>
                  </a:lnTo>
                  <a:lnTo>
                    <a:pt x="160147" y="476249"/>
                  </a:lnTo>
                  <a:close/>
                </a:path>
                <a:path w="1217929" h="476250">
                  <a:moveTo>
                    <a:pt x="106807" y="476249"/>
                  </a:moveTo>
                  <a:lnTo>
                    <a:pt x="76326" y="476249"/>
                  </a:lnTo>
                  <a:lnTo>
                    <a:pt x="76326" y="468629"/>
                  </a:lnTo>
                  <a:lnTo>
                    <a:pt x="106807" y="468629"/>
                  </a:lnTo>
                  <a:lnTo>
                    <a:pt x="106807" y="476249"/>
                  </a:lnTo>
                  <a:close/>
                </a:path>
                <a:path w="1217929" h="476250">
                  <a:moveTo>
                    <a:pt x="53467" y="476249"/>
                  </a:moveTo>
                  <a:lnTo>
                    <a:pt x="22987" y="476249"/>
                  </a:lnTo>
                  <a:lnTo>
                    <a:pt x="22987" y="468629"/>
                  </a:lnTo>
                  <a:lnTo>
                    <a:pt x="53467" y="468629"/>
                  </a:lnTo>
                  <a:lnTo>
                    <a:pt x="53467" y="476249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72199" y="2081783"/>
              <a:ext cx="1243965" cy="469900"/>
            </a:xfrm>
            <a:custGeom>
              <a:avLst/>
              <a:gdLst/>
              <a:ahLst/>
              <a:cxnLst/>
              <a:rect l="l" t="t" r="r" b="b"/>
              <a:pathLst>
                <a:path w="1243965" h="469900">
                  <a:moveTo>
                    <a:pt x="1243583" y="469392"/>
                  </a:moveTo>
                  <a:lnTo>
                    <a:pt x="0" y="469392"/>
                  </a:lnTo>
                  <a:lnTo>
                    <a:pt x="0" y="0"/>
                  </a:lnTo>
                  <a:lnTo>
                    <a:pt x="1243583" y="0"/>
                  </a:lnTo>
                  <a:lnTo>
                    <a:pt x="1243583" y="469392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68021" y="2078139"/>
              <a:ext cx="1252220" cy="476250"/>
            </a:xfrm>
            <a:custGeom>
              <a:avLst/>
              <a:gdLst/>
              <a:ahLst/>
              <a:cxnLst/>
              <a:rect l="l" t="t" r="r" b="b"/>
              <a:pathLst>
                <a:path w="1252220" h="476250">
                  <a:moveTo>
                    <a:pt x="3810" y="472439"/>
                  </a:moveTo>
                  <a:lnTo>
                    <a:pt x="0" y="472439"/>
                  </a:lnTo>
                  <a:lnTo>
                    <a:pt x="0" y="441959"/>
                  </a:lnTo>
                  <a:lnTo>
                    <a:pt x="7620" y="441959"/>
                  </a:lnTo>
                  <a:lnTo>
                    <a:pt x="7620" y="468629"/>
                  </a:lnTo>
                  <a:lnTo>
                    <a:pt x="3810" y="468629"/>
                  </a:lnTo>
                  <a:lnTo>
                    <a:pt x="3810" y="472439"/>
                  </a:lnTo>
                  <a:close/>
                </a:path>
                <a:path w="1252220" h="476250">
                  <a:moveTo>
                    <a:pt x="16370" y="476249"/>
                  </a:moveTo>
                  <a:lnTo>
                    <a:pt x="3810" y="476249"/>
                  </a:lnTo>
                  <a:lnTo>
                    <a:pt x="3810" y="468629"/>
                  </a:lnTo>
                  <a:lnTo>
                    <a:pt x="7620" y="468629"/>
                  </a:lnTo>
                  <a:lnTo>
                    <a:pt x="7620" y="472439"/>
                  </a:lnTo>
                  <a:lnTo>
                    <a:pt x="16370" y="472439"/>
                  </a:lnTo>
                  <a:lnTo>
                    <a:pt x="16370" y="476249"/>
                  </a:lnTo>
                  <a:close/>
                </a:path>
                <a:path w="1252220" h="476250">
                  <a:moveTo>
                    <a:pt x="16370" y="472439"/>
                  </a:moveTo>
                  <a:lnTo>
                    <a:pt x="7620" y="472439"/>
                  </a:lnTo>
                  <a:lnTo>
                    <a:pt x="7620" y="468629"/>
                  </a:lnTo>
                  <a:lnTo>
                    <a:pt x="16370" y="468629"/>
                  </a:lnTo>
                  <a:lnTo>
                    <a:pt x="16370" y="472439"/>
                  </a:lnTo>
                  <a:close/>
                </a:path>
                <a:path w="1252220" h="476250">
                  <a:moveTo>
                    <a:pt x="7620" y="419099"/>
                  </a:moveTo>
                  <a:lnTo>
                    <a:pt x="0" y="419099"/>
                  </a:lnTo>
                  <a:lnTo>
                    <a:pt x="0" y="388619"/>
                  </a:lnTo>
                  <a:lnTo>
                    <a:pt x="7620" y="388619"/>
                  </a:lnTo>
                  <a:lnTo>
                    <a:pt x="7620" y="419099"/>
                  </a:lnTo>
                  <a:close/>
                </a:path>
                <a:path w="1252220" h="476250">
                  <a:moveTo>
                    <a:pt x="7620" y="365759"/>
                  </a:moveTo>
                  <a:lnTo>
                    <a:pt x="0" y="365759"/>
                  </a:lnTo>
                  <a:lnTo>
                    <a:pt x="0" y="335279"/>
                  </a:lnTo>
                  <a:lnTo>
                    <a:pt x="7620" y="335279"/>
                  </a:lnTo>
                  <a:lnTo>
                    <a:pt x="7620" y="365759"/>
                  </a:lnTo>
                  <a:close/>
                </a:path>
                <a:path w="1252220" h="476250">
                  <a:moveTo>
                    <a:pt x="7620" y="312419"/>
                  </a:moveTo>
                  <a:lnTo>
                    <a:pt x="0" y="312419"/>
                  </a:lnTo>
                  <a:lnTo>
                    <a:pt x="0" y="281939"/>
                  </a:lnTo>
                  <a:lnTo>
                    <a:pt x="7620" y="281939"/>
                  </a:lnTo>
                  <a:lnTo>
                    <a:pt x="7620" y="312419"/>
                  </a:lnTo>
                  <a:close/>
                </a:path>
                <a:path w="1252220" h="476250">
                  <a:moveTo>
                    <a:pt x="7620" y="259079"/>
                  </a:moveTo>
                  <a:lnTo>
                    <a:pt x="0" y="259079"/>
                  </a:lnTo>
                  <a:lnTo>
                    <a:pt x="0" y="228599"/>
                  </a:lnTo>
                  <a:lnTo>
                    <a:pt x="7620" y="228599"/>
                  </a:lnTo>
                  <a:lnTo>
                    <a:pt x="7620" y="259079"/>
                  </a:lnTo>
                  <a:close/>
                </a:path>
                <a:path w="1252220" h="476250">
                  <a:moveTo>
                    <a:pt x="7620" y="205739"/>
                  </a:moveTo>
                  <a:lnTo>
                    <a:pt x="0" y="205739"/>
                  </a:lnTo>
                  <a:lnTo>
                    <a:pt x="0" y="175259"/>
                  </a:lnTo>
                  <a:lnTo>
                    <a:pt x="7620" y="175259"/>
                  </a:lnTo>
                  <a:lnTo>
                    <a:pt x="7620" y="205739"/>
                  </a:lnTo>
                  <a:close/>
                </a:path>
                <a:path w="1252220" h="476250">
                  <a:moveTo>
                    <a:pt x="7620" y="152399"/>
                  </a:moveTo>
                  <a:lnTo>
                    <a:pt x="0" y="152399"/>
                  </a:lnTo>
                  <a:lnTo>
                    <a:pt x="0" y="121919"/>
                  </a:lnTo>
                  <a:lnTo>
                    <a:pt x="7620" y="121919"/>
                  </a:lnTo>
                  <a:lnTo>
                    <a:pt x="7620" y="152399"/>
                  </a:lnTo>
                  <a:close/>
                </a:path>
                <a:path w="1252220" h="476250">
                  <a:moveTo>
                    <a:pt x="7620" y="99059"/>
                  </a:moveTo>
                  <a:lnTo>
                    <a:pt x="0" y="99059"/>
                  </a:lnTo>
                  <a:lnTo>
                    <a:pt x="0" y="68579"/>
                  </a:lnTo>
                  <a:lnTo>
                    <a:pt x="7620" y="68579"/>
                  </a:lnTo>
                  <a:lnTo>
                    <a:pt x="7620" y="99059"/>
                  </a:lnTo>
                  <a:close/>
                </a:path>
                <a:path w="1252220" h="476250">
                  <a:moveTo>
                    <a:pt x="7620" y="45719"/>
                  </a:moveTo>
                  <a:lnTo>
                    <a:pt x="0" y="45719"/>
                  </a:lnTo>
                  <a:lnTo>
                    <a:pt x="0" y="15239"/>
                  </a:lnTo>
                  <a:lnTo>
                    <a:pt x="7620" y="15239"/>
                  </a:lnTo>
                  <a:lnTo>
                    <a:pt x="7620" y="45719"/>
                  </a:lnTo>
                  <a:close/>
                </a:path>
                <a:path w="1252220" h="476250">
                  <a:moveTo>
                    <a:pt x="45720" y="7619"/>
                  </a:moveTo>
                  <a:lnTo>
                    <a:pt x="15239" y="7619"/>
                  </a:lnTo>
                  <a:lnTo>
                    <a:pt x="15239" y="0"/>
                  </a:lnTo>
                  <a:lnTo>
                    <a:pt x="45720" y="0"/>
                  </a:lnTo>
                  <a:lnTo>
                    <a:pt x="45720" y="7619"/>
                  </a:lnTo>
                  <a:close/>
                </a:path>
                <a:path w="1252220" h="476250">
                  <a:moveTo>
                    <a:pt x="99060" y="7619"/>
                  </a:moveTo>
                  <a:lnTo>
                    <a:pt x="68580" y="7619"/>
                  </a:lnTo>
                  <a:lnTo>
                    <a:pt x="68580" y="0"/>
                  </a:lnTo>
                  <a:lnTo>
                    <a:pt x="99060" y="0"/>
                  </a:lnTo>
                  <a:lnTo>
                    <a:pt x="99060" y="7619"/>
                  </a:lnTo>
                  <a:close/>
                </a:path>
                <a:path w="1252220" h="476250">
                  <a:moveTo>
                    <a:pt x="152400" y="7619"/>
                  </a:moveTo>
                  <a:lnTo>
                    <a:pt x="121920" y="7619"/>
                  </a:lnTo>
                  <a:lnTo>
                    <a:pt x="121920" y="0"/>
                  </a:lnTo>
                  <a:lnTo>
                    <a:pt x="152400" y="0"/>
                  </a:lnTo>
                  <a:lnTo>
                    <a:pt x="152400" y="7619"/>
                  </a:lnTo>
                  <a:close/>
                </a:path>
                <a:path w="1252220" h="476250">
                  <a:moveTo>
                    <a:pt x="205739" y="7619"/>
                  </a:moveTo>
                  <a:lnTo>
                    <a:pt x="175260" y="7619"/>
                  </a:lnTo>
                  <a:lnTo>
                    <a:pt x="175260" y="0"/>
                  </a:lnTo>
                  <a:lnTo>
                    <a:pt x="205739" y="0"/>
                  </a:lnTo>
                  <a:lnTo>
                    <a:pt x="205739" y="7619"/>
                  </a:lnTo>
                  <a:close/>
                </a:path>
                <a:path w="1252220" h="476250">
                  <a:moveTo>
                    <a:pt x="259080" y="7619"/>
                  </a:moveTo>
                  <a:lnTo>
                    <a:pt x="228600" y="7619"/>
                  </a:lnTo>
                  <a:lnTo>
                    <a:pt x="228600" y="0"/>
                  </a:lnTo>
                  <a:lnTo>
                    <a:pt x="259080" y="0"/>
                  </a:lnTo>
                  <a:lnTo>
                    <a:pt x="259080" y="7619"/>
                  </a:lnTo>
                  <a:close/>
                </a:path>
                <a:path w="1252220" h="476250">
                  <a:moveTo>
                    <a:pt x="312420" y="7619"/>
                  </a:moveTo>
                  <a:lnTo>
                    <a:pt x="281939" y="7619"/>
                  </a:lnTo>
                  <a:lnTo>
                    <a:pt x="281939" y="0"/>
                  </a:lnTo>
                  <a:lnTo>
                    <a:pt x="312420" y="0"/>
                  </a:lnTo>
                  <a:lnTo>
                    <a:pt x="312420" y="7619"/>
                  </a:lnTo>
                  <a:close/>
                </a:path>
                <a:path w="1252220" h="476250">
                  <a:moveTo>
                    <a:pt x="365760" y="7619"/>
                  </a:moveTo>
                  <a:lnTo>
                    <a:pt x="335280" y="7619"/>
                  </a:lnTo>
                  <a:lnTo>
                    <a:pt x="335280" y="0"/>
                  </a:lnTo>
                  <a:lnTo>
                    <a:pt x="365760" y="0"/>
                  </a:lnTo>
                  <a:lnTo>
                    <a:pt x="365760" y="7619"/>
                  </a:lnTo>
                  <a:close/>
                </a:path>
                <a:path w="1252220" h="476250">
                  <a:moveTo>
                    <a:pt x="419100" y="7619"/>
                  </a:moveTo>
                  <a:lnTo>
                    <a:pt x="388619" y="7619"/>
                  </a:lnTo>
                  <a:lnTo>
                    <a:pt x="388619" y="0"/>
                  </a:lnTo>
                  <a:lnTo>
                    <a:pt x="419100" y="0"/>
                  </a:lnTo>
                  <a:lnTo>
                    <a:pt x="419100" y="7619"/>
                  </a:lnTo>
                  <a:close/>
                </a:path>
                <a:path w="1252220" h="476250">
                  <a:moveTo>
                    <a:pt x="472439" y="7619"/>
                  </a:moveTo>
                  <a:lnTo>
                    <a:pt x="441960" y="7619"/>
                  </a:lnTo>
                  <a:lnTo>
                    <a:pt x="441960" y="0"/>
                  </a:lnTo>
                  <a:lnTo>
                    <a:pt x="472439" y="0"/>
                  </a:lnTo>
                  <a:lnTo>
                    <a:pt x="472439" y="7619"/>
                  </a:lnTo>
                  <a:close/>
                </a:path>
                <a:path w="1252220" h="476250">
                  <a:moveTo>
                    <a:pt x="525780" y="7619"/>
                  </a:moveTo>
                  <a:lnTo>
                    <a:pt x="495300" y="7619"/>
                  </a:lnTo>
                  <a:lnTo>
                    <a:pt x="495300" y="0"/>
                  </a:lnTo>
                  <a:lnTo>
                    <a:pt x="525780" y="0"/>
                  </a:lnTo>
                  <a:lnTo>
                    <a:pt x="525780" y="7619"/>
                  </a:lnTo>
                  <a:close/>
                </a:path>
                <a:path w="1252220" h="476250">
                  <a:moveTo>
                    <a:pt x="579119" y="7619"/>
                  </a:moveTo>
                  <a:lnTo>
                    <a:pt x="548639" y="7619"/>
                  </a:lnTo>
                  <a:lnTo>
                    <a:pt x="548639" y="0"/>
                  </a:lnTo>
                  <a:lnTo>
                    <a:pt x="579119" y="0"/>
                  </a:lnTo>
                  <a:lnTo>
                    <a:pt x="579119" y="7619"/>
                  </a:lnTo>
                  <a:close/>
                </a:path>
                <a:path w="1252220" h="476250">
                  <a:moveTo>
                    <a:pt x="632460" y="7619"/>
                  </a:moveTo>
                  <a:lnTo>
                    <a:pt x="601980" y="7619"/>
                  </a:lnTo>
                  <a:lnTo>
                    <a:pt x="601980" y="0"/>
                  </a:lnTo>
                  <a:lnTo>
                    <a:pt x="632460" y="0"/>
                  </a:lnTo>
                  <a:lnTo>
                    <a:pt x="632460" y="7619"/>
                  </a:lnTo>
                  <a:close/>
                </a:path>
                <a:path w="1252220" h="476250">
                  <a:moveTo>
                    <a:pt x="685800" y="7619"/>
                  </a:moveTo>
                  <a:lnTo>
                    <a:pt x="655319" y="7619"/>
                  </a:lnTo>
                  <a:lnTo>
                    <a:pt x="655319" y="0"/>
                  </a:lnTo>
                  <a:lnTo>
                    <a:pt x="685800" y="0"/>
                  </a:lnTo>
                  <a:lnTo>
                    <a:pt x="685800" y="7619"/>
                  </a:lnTo>
                  <a:close/>
                </a:path>
                <a:path w="1252220" h="476250">
                  <a:moveTo>
                    <a:pt x="739139" y="7619"/>
                  </a:moveTo>
                  <a:lnTo>
                    <a:pt x="708660" y="7619"/>
                  </a:lnTo>
                  <a:lnTo>
                    <a:pt x="708660" y="0"/>
                  </a:lnTo>
                  <a:lnTo>
                    <a:pt x="739139" y="0"/>
                  </a:lnTo>
                  <a:lnTo>
                    <a:pt x="739139" y="7619"/>
                  </a:lnTo>
                  <a:close/>
                </a:path>
                <a:path w="1252220" h="476250">
                  <a:moveTo>
                    <a:pt x="792480" y="7619"/>
                  </a:moveTo>
                  <a:lnTo>
                    <a:pt x="762000" y="7619"/>
                  </a:lnTo>
                  <a:lnTo>
                    <a:pt x="762000" y="0"/>
                  </a:lnTo>
                  <a:lnTo>
                    <a:pt x="792480" y="0"/>
                  </a:lnTo>
                  <a:lnTo>
                    <a:pt x="792480" y="7619"/>
                  </a:lnTo>
                  <a:close/>
                </a:path>
                <a:path w="1252220" h="476250">
                  <a:moveTo>
                    <a:pt x="845819" y="7619"/>
                  </a:moveTo>
                  <a:lnTo>
                    <a:pt x="815339" y="7619"/>
                  </a:lnTo>
                  <a:lnTo>
                    <a:pt x="815339" y="0"/>
                  </a:lnTo>
                  <a:lnTo>
                    <a:pt x="845819" y="0"/>
                  </a:lnTo>
                  <a:lnTo>
                    <a:pt x="845819" y="7619"/>
                  </a:lnTo>
                  <a:close/>
                </a:path>
                <a:path w="1252220" h="476250">
                  <a:moveTo>
                    <a:pt x="899160" y="7619"/>
                  </a:moveTo>
                  <a:lnTo>
                    <a:pt x="868680" y="7619"/>
                  </a:lnTo>
                  <a:lnTo>
                    <a:pt x="868680" y="0"/>
                  </a:lnTo>
                  <a:lnTo>
                    <a:pt x="899160" y="0"/>
                  </a:lnTo>
                  <a:lnTo>
                    <a:pt x="899160" y="7619"/>
                  </a:lnTo>
                  <a:close/>
                </a:path>
                <a:path w="1252220" h="476250">
                  <a:moveTo>
                    <a:pt x="952500" y="7619"/>
                  </a:moveTo>
                  <a:lnTo>
                    <a:pt x="922019" y="7619"/>
                  </a:lnTo>
                  <a:lnTo>
                    <a:pt x="922019" y="0"/>
                  </a:lnTo>
                  <a:lnTo>
                    <a:pt x="952500" y="0"/>
                  </a:lnTo>
                  <a:lnTo>
                    <a:pt x="952500" y="7619"/>
                  </a:lnTo>
                  <a:close/>
                </a:path>
                <a:path w="1252220" h="476250">
                  <a:moveTo>
                    <a:pt x="1005839" y="7619"/>
                  </a:moveTo>
                  <a:lnTo>
                    <a:pt x="975360" y="7619"/>
                  </a:lnTo>
                  <a:lnTo>
                    <a:pt x="975360" y="0"/>
                  </a:lnTo>
                  <a:lnTo>
                    <a:pt x="1005839" y="0"/>
                  </a:lnTo>
                  <a:lnTo>
                    <a:pt x="1005839" y="7619"/>
                  </a:lnTo>
                  <a:close/>
                </a:path>
                <a:path w="1252220" h="476250">
                  <a:moveTo>
                    <a:pt x="1059180" y="7619"/>
                  </a:moveTo>
                  <a:lnTo>
                    <a:pt x="1028700" y="7619"/>
                  </a:lnTo>
                  <a:lnTo>
                    <a:pt x="1028700" y="0"/>
                  </a:lnTo>
                  <a:lnTo>
                    <a:pt x="1059180" y="0"/>
                  </a:lnTo>
                  <a:lnTo>
                    <a:pt x="1059180" y="7619"/>
                  </a:lnTo>
                  <a:close/>
                </a:path>
                <a:path w="1252220" h="476250">
                  <a:moveTo>
                    <a:pt x="1112519" y="7619"/>
                  </a:moveTo>
                  <a:lnTo>
                    <a:pt x="1082039" y="7619"/>
                  </a:lnTo>
                  <a:lnTo>
                    <a:pt x="1082039" y="0"/>
                  </a:lnTo>
                  <a:lnTo>
                    <a:pt x="1112519" y="0"/>
                  </a:lnTo>
                  <a:lnTo>
                    <a:pt x="1112519" y="7619"/>
                  </a:lnTo>
                  <a:close/>
                </a:path>
                <a:path w="1252220" h="476250">
                  <a:moveTo>
                    <a:pt x="1165860" y="7619"/>
                  </a:moveTo>
                  <a:lnTo>
                    <a:pt x="1135380" y="7619"/>
                  </a:lnTo>
                  <a:lnTo>
                    <a:pt x="1135380" y="0"/>
                  </a:lnTo>
                  <a:lnTo>
                    <a:pt x="1165860" y="0"/>
                  </a:lnTo>
                  <a:lnTo>
                    <a:pt x="1165860" y="7619"/>
                  </a:lnTo>
                  <a:close/>
                </a:path>
                <a:path w="1252220" h="476250">
                  <a:moveTo>
                    <a:pt x="1219200" y="7619"/>
                  </a:moveTo>
                  <a:lnTo>
                    <a:pt x="1188719" y="7619"/>
                  </a:lnTo>
                  <a:lnTo>
                    <a:pt x="1188719" y="0"/>
                  </a:lnTo>
                  <a:lnTo>
                    <a:pt x="1219200" y="0"/>
                  </a:lnTo>
                  <a:lnTo>
                    <a:pt x="1219200" y="7619"/>
                  </a:lnTo>
                  <a:close/>
                </a:path>
                <a:path w="1252220" h="476250">
                  <a:moveTo>
                    <a:pt x="1244523" y="7619"/>
                  </a:moveTo>
                  <a:lnTo>
                    <a:pt x="1242060" y="7619"/>
                  </a:lnTo>
                  <a:lnTo>
                    <a:pt x="1242060" y="0"/>
                  </a:lnTo>
                  <a:lnTo>
                    <a:pt x="1252143" y="0"/>
                  </a:lnTo>
                  <a:lnTo>
                    <a:pt x="1252143" y="3809"/>
                  </a:lnTo>
                  <a:lnTo>
                    <a:pt x="1244523" y="3809"/>
                  </a:lnTo>
                  <a:lnTo>
                    <a:pt x="1244523" y="7619"/>
                  </a:lnTo>
                  <a:close/>
                </a:path>
                <a:path w="1252220" h="476250">
                  <a:moveTo>
                    <a:pt x="1252143" y="28003"/>
                  </a:moveTo>
                  <a:lnTo>
                    <a:pt x="1244523" y="28003"/>
                  </a:lnTo>
                  <a:lnTo>
                    <a:pt x="1244523" y="3809"/>
                  </a:lnTo>
                  <a:lnTo>
                    <a:pt x="1248333" y="7619"/>
                  </a:lnTo>
                  <a:lnTo>
                    <a:pt x="1252143" y="7619"/>
                  </a:lnTo>
                  <a:lnTo>
                    <a:pt x="1252143" y="28003"/>
                  </a:lnTo>
                  <a:close/>
                </a:path>
                <a:path w="1252220" h="476250">
                  <a:moveTo>
                    <a:pt x="1252143" y="7619"/>
                  </a:moveTo>
                  <a:lnTo>
                    <a:pt x="1248333" y="7619"/>
                  </a:lnTo>
                  <a:lnTo>
                    <a:pt x="1244523" y="3809"/>
                  </a:lnTo>
                  <a:lnTo>
                    <a:pt x="1252143" y="3809"/>
                  </a:lnTo>
                  <a:lnTo>
                    <a:pt x="1252143" y="7619"/>
                  </a:lnTo>
                  <a:close/>
                </a:path>
                <a:path w="1252220" h="476250">
                  <a:moveTo>
                    <a:pt x="1252143" y="81343"/>
                  </a:moveTo>
                  <a:lnTo>
                    <a:pt x="1244523" y="81343"/>
                  </a:lnTo>
                  <a:lnTo>
                    <a:pt x="1244523" y="50863"/>
                  </a:lnTo>
                  <a:lnTo>
                    <a:pt x="1252143" y="50863"/>
                  </a:lnTo>
                  <a:lnTo>
                    <a:pt x="1252143" y="81343"/>
                  </a:lnTo>
                  <a:close/>
                </a:path>
                <a:path w="1252220" h="476250">
                  <a:moveTo>
                    <a:pt x="1252143" y="134683"/>
                  </a:moveTo>
                  <a:lnTo>
                    <a:pt x="1244523" y="134683"/>
                  </a:lnTo>
                  <a:lnTo>
                    <a:pt x="1244523" y="104203"/>
                  </a:lnTo>
                  <a:lnTo>
                    <a:pt x="1252143" y="104203"/>
                  </a:lnTo>
                  <a:lnTo>
                    <a:pt x="1252143" y="134683"/>
                  </a:lnTo>
                  <a:close/>
                </a:path>
                <a:path w="1252220" h="476250">
                  <a:moveTo>
                    <a:pt x="1252143" y="188023"/>
                  </a:moveTo>
                  <a:lnTo>
                    <a:pt x="1244523" y="188023"/>
                  </a:lnTo>
                  <a:lnTo>
                    <a:pt x="1244523" y="157543"/>
                  </a:lnTo>
                  <a:lnTo>
                    <a:pt x="1252143" y="157543"/>
                  </a:lnTo>
                  <a:lnTo>
                    <a:pt x="1252143" y="188023"/>
                  </a:lnTo>
                  <a:close/>
                </a:path>
                <a:path w="1252220" h="476250">
                  <a:moveTo>
                    <a:pt x="1252143" y="241363"/>
                  </a:moveTo>
                  <a:lnTo>
                    <a:pt x="1244523" y="241363"/>
                  </a:lnTo>
                  <a:lnTo>
                    <a:pt x="1244523" y="210883"/>
                  </a:lnTo>
                  <a:lnTo>
                    <a:pt x="1252143" y="210883"/>
                  </a:lnTo>
                  <a:lnTo>
                    <a:pt x="1252143" y="241363"/>
                  </a:lnTo>
                  <a:close/>
                </a:path>
                <a:path w="1252220" h="476250">
                  <a:moveTo>
                    <a:pt x="1252143" y="294703"/>
                  </a:moveTo>
                  <a:lnTo>
                    <a:pt x="1244523" y="294703"/>
                  </a:lnTo>
                  <a:lnTo>
                    <a:pt x="1244523" y="264223"/>
                  </a:lnTo>
                  <a:lnTo>
                    <a:pt x="1252143" y="264223"/>
                  </a:lnTo>
                  <a:lnTo>
                    <a:pt x="1252143" y="294703"/>
                  </a:lnTo>
                  <a:close/>
                </a:path>
                <a:path w="1252220" h="476250">
                  <a:moveTo>
                    <a:pt x="1252143" y="348043"/>
                  </a:moveTo>
                  <a:lnTo>
                    <a:pt x="1244523" y="348043"/>
                  </a:lnTo>
                  <a:lnTo>
                    <a:pt x="1244523" y="317563"/>
                  </a:lnTo>
                  <a:lnTo>
                    <a:pt x="1252143" y="317563"/>
                  </a:lnTo>
                  <a:lnTo>
                    <a:pt x="1252143" y="348043"/>
                  </a:lnTo>
                  <a:close/>
                </a:path>
                <a:path w="1252220" h="476250">
                  <a:moveTo>
                    <a:pt x="1252143" y="401383"/>
                  </a:moveTo>
                  <a:lnTo>
                    <a:pt x="1244523" y="401383"/>
                  </a:lnTo>
                  <a:lnTo>
                    <a:pt x="1244523" y="370903"/>
                  </a:lnTo>
                  <a:lnTo>
                    <a:pt x="1252143" y="370903"/>
                  </a:lnTo>
                  <a:lnTo>
                    <a:pt x="1252143" y="401383"/>
                  </a:lnTo>
                  <a:close/>
                </a:path>
                <a:path w="1252220" h="476250">
                  <a:moveTo>
                    <a:pt x="1252143" y="454723"/>
                  </a:moveTo>
                  <a:lnTo>
                    <a:pt x="1244523" y="454723"/>
                  </a:lnTo>
                  <a:lnTo>
                    <a:pt x="1244523" y="424243"/>
                  </a:lnTo>
                  <a:lnTo>
                    <a:pt x="1252143" y="424243"/>
                  </a:lnTo>
                  <a:lnTo>
                    <a:pt x="1252143" y="454723"/>
                  </a:lnTo>
                  <a:close/>
                </a:path>
                <a:path w="1252220" h="476250">
                  <a:moveTo>
                    <a:pt x="1243190" y="476249"/>
                  </a:moveTo>
                  <a:lnTo>
                    <a:pt x="1212697" y="476249"/>
                  </a:lnTo>
                  <a:lnTo>
                    <a:pt x="1212697" y="468629"/>
                  </a:lnTo>
                  <a:lnTo>
                    <a:pt x="1243190" y="468629"/>
                  </a:lnTo>
                  <a:lnTo>
                    <a:pt x="1243190" y="476249"/>
                  </a:lnTo>
                  <a:close/>
                </a:path>
                <a:path w="1252220" h="476250">
                  <a:moveTo>
                    <a:pt x="1189837" y="476249"/>
                  </a:moveTo>
                  <a:lnTo>
                    <a:pt x="1159357" y="476249"/>
                  </a:lnTo>
                  <a:lnTo>
                    <a:pt x="1159357" y="468629"/>
                  </a:lnTo>
                  <a:lnTo>
                    <a:pt x="1189837" y="468629"/>
                  </a:lnTo>
                  <a:lnTo>
                    <a:pt x="1189837" y="476249"/>
                  </a:lnTo>
                  <a:close/>
                </a:path>
                <a:path w="1252220" h="476250">
                  <a:moveTo>
                    <a:pt x="1136497" y="476249"/>
                  </a:moveTo>
                  <a:lnTo>
                    <a:pt x="1106030" y="476249"/>
                  </a:lnTo>
                  <a:lnTo>
                    <a:pt x="1106030" y="468629"/>
                  </a:lnTo>
                  <a:lnTo>
                    <a:pt x="1136497" y="468629"/>
                  </a:lnTo>
                  <a:lnTo>
                    <a:pt x="1136497" y="476249"/>
                  </a:lnTo>
                  <a:close/>
                </a:path>
                <a:path w="1252220" h="476250">
                  <a:moveTo>
                    <a:pt x="1083157" y="476249"/>
                  </a:moveTo>
                  <a:lnTo>
                    <a:pt x="1052690" y="476249"/>
                  </a:lnTo>
                  <a:lnTo>
                    <a:pt x="1052690" y="468629"/>
                  </a:lnTo>
                  <a:lnTo>
                    <a:pt x="1083157" y="468629"/>
                  </a:lnTo>
                  <a:lnTo>
                    <a:pt x="1083157" y="476249"/>
                  </a:lnTo>
                  <a:close/>
                </a:path>
                <a:path w="1252220" h="476250">
                  <a:moveTo>
                    <a:pt x="1029830" y="476249"/>
                  </a:moveTo>
                  <a:lnTo>
                    <a:pt x="999337" y="476249"/>
                  </a:lnTo>
                  <a:lnTo>
                    <a:pt x="999337" y="468629"/>
                  </a:lnTo>
                  <a:lnTo>
                    <a:pt x="1029830" y="468629"/>
                  </a:lnTo>
                  <a:lnTo>
                    <a:pt x="1029830" y="476249"/>
                  </a:lnTo>
                  <a:close/>
                </a:path>
                <a:path w="1252220" h="476250">
                  <a:moveTo>
                    <a:pt x="976490" y="476249"/>
                  </a:moveTo>
                  <a:lnTo>
                    <a:pt x="945997" y="476249"/>
                  </a:lnTo>
                  <a:lnTo>
                    <a:pt x="945997" y="468629"/>
                  </a:lnTo>
                  <a:lnTo>
                    <a:pt x="976490" y="468629"/>
                  </a:lnTo>
                  <a:lnTo>
                    <a:pt x="976490" y="476249"/>
                  </a:lnTo>
                  <a:close/>
                </a:path>
                <a:path w="1252220" h="476250">
                  <a:moveTo>
                    <a:pt x="923137" y="476249"/>
                  </a:moveTo>
                  <a:lnTo>
                    <a:pt x="892657" y="476249"/>
                  </a:lnTo>
                  <a:lnTo>
                    <a:pt x="892657" y="468629"/>
                  </a:lnTo>
                  <a:lnTo>
                    <a:pt x="923137" y="468629"/>
                  </a:lnTo>
                  <a:lnTo>
                    <a:pt x="923137" y="476249"/>
                  </a:lnTo>
                  <a:close/>
                </a:path>
                <a:path w="1252220" h="476250">
                  <a:moveTo>
                    <a:pt x="869797" y="476249"/>
                  </a:moveTo>
                  <a:lnTo>
                    <a:pt x="839330" y="476249"/>
                  </a:lnTo>
                  <a:lnTo>
                    <a:pt x="839330" y="468629"/>
                  </a:lnTo>
                  <a:lnTo>
                    <a:pt x="869797" y="468629"/>
                  </a:lnTo>
                  <a:lnTo>
                    <a:pt x="869797" y="476249"/>
                  </a:lnTo>
                  <a:close/>
                </a:path>
                <a:path w="1252220" h="476250">
                  <a:moveTo>
                    <a:pt x="816470" y="476249"/>
                  </a:moveTo>
                  <a:lnTo>
                    <a:pt x="785990" y="476249"/>
                  </a:lnTo>
                  <a:lnTo>
                    <a:pt x="785990" y="468629"/>
                  </a:lnTo>
                  <a:lnTo>
                    <a:pt x="816470" y="468629"/>
                  </a:lnTo>
                  <a:lnTo>
                    <a:pt x="816470" y="476249"/>
                  </a:lnTo>
                  <a:close/>
                </a:path>
                <a:path w="1252220" h="476250">
                  <a:moveTo>
                    <a:pt x="763130" y="476249"/>
                  </a:moveTo>
                  <a:lnTo>
                    <a:pt x="732637" y="476249"/>
                  </a:lnTo>
                  <a:lnTo>
                    <a:pt x="732637" y="468629"/>
                  </a:lnTo>
                  <a:lnTo>
                    <a:pt x="763130" y="468629"/>
                  </a:lnTo>
                  <a:lnTo>
                    <a:pt x="763130" y="476249"/>
                  </a:lnTo>
                  <a:close/>
                </a:path>
                <a:path w="1252220" h="476250">
                  <a:moveTo>
                    <a:pt x="709790" y="476249"/>
                  </a:moveTo>
                  <a:lnTo>
                    <a:pt x="679297" y="476249"/>
                  </a:lnTo>
                  <a:lnTo>
                    <a:pt x="679297" y="468629"/>
                  </a:lnTo>
                  <a:lnTo>
                    <a:pt x="709790" y="468629"/>
                  </a:lnTo>
                  <a:lnTo>
                    <a:pt x="709790" y="476249"/>
                  </a:lnTo>
                  <a:close/>
                </a:path>
                <a:path w="1252220" h="476250">
                  <a:moveTo>
                    <a:pt x="656437" y="476249"/>
                  </a:moveTo>
                  <a:lnTo>
                    <a:pt x="625957" y="476249"/>
                  </a:lnTo>
                  <a:lnTo>
                    <a:pt x="625957" y="468629"/>
                  </a:lnTo>
                  <a:lnTo>
                    <a:pt x="656437" y="468629"/>
                  </a:lnTo>
                  <a:lnTo>
                    <a:pt x="656437" y="476249"/>
                  </a:lnTo>
                  <a:close/>
                </a:path>
                <a:path w="1252220" h="476250">
                  <a:moveTo>
                    <a:pt x="603097" y="476249"/>
                  </a:moveTo>
                  <a:lnTo>
                    <a:pt x="572630" y="476249"/>
                  </a:lnTo>
                  <a:lnTo>
                    <a:pt x="572630" y="468629"/>
                  </a:lnTo>
                  <a:lnTo>
                    <a:pt x="603097" y="468629"/>
                  </a:lnTo>
                  <a:lnTo>
                    <a:pt x="603097" y="476249"/>
                  </a:lnTo>
                  <a:close/>
                </a:path>
                <a:path w="1252220" h="476250">
                  <a:moveTo>
                    <a:pt x="549757" y="476249"/>
                  </a:moveTo>
                  <a:lnTo>
                    <a:pt x="519290" y="476249"/>
                  </a:lnTo>
                  <a:lnTo>
                    <a:pt x="519290" y="468629"/>
                  </a:lnTo>
                  <a:lnTo>
                    <a:pt x="549757" y="468629"/>
                  </a:lnTo>
                  <a:lnTo>
                    <a:pt x="549757" y="476249"/>
                  </a:lnTo>
                  <a:close/>
                </a:path>
                <a:path w="1252220" h="476250">
                  <a:moveTo>
                    <a:pt x="496430" y="476249"/>
                  </a:moveTo>
                  <a:lnTo>
                    <a:pt x="465937" y="476249"/>
                  </a:lnTo>
                  <a:lnTo>
                    <a:pt x="465937" y="468629"/>
                  </a:lnTo>
                  <a:lnTo>
                    <a:pt x="496430" y="468629"/>
                  </a:lnTo>
                  <a:lnTo>
                    <a:pt x="496430" y="476249"/>
                  </a:lnTo>
                  <a:close/>
                </a:path>
                <a:path w="1252220" h="476250">
                  <a:moveTo>
                    <a:pt x="443090" y="476249"/>
                  </a:moveTo>
                  <a:lnTo>
                    <a:pt x="412597" y="476249"/>
                  </a:lnTo>
                  <a:lnTo>
                    <a:pt x="412597" y="468629"/>
                  </a:lnTo>
                  <a:lnTo>
                    <a:pt x="443090" y="468629"/>
                  </a:lnTo>
                  <a:lnTo>
                    <a:pt x="443090" y="476249"/>
                  </a:lnTo>
                  <a:close/>
                </a:path>
                <a:path w="1252220" h="476250">
                  <a:moveTo>
                    <a:pt x="389737" y="476249"/>
                  </a:moveTo>
                  <a:lnTo>
                    <a:pt x="359270" y="476249"/>
                  </a:lnTo>
                  <a:lnTo>
                    <a:pt x="359270" y="468629"/>
                  </a:lnTo>
                  <a:lnTo>
                    <a:pt x="389737" y="468629"/>
                  </a:lnTo>
                  <a:lnTo>
                    <a:pt x="389737" y="476249"/>
                  </a:lnTo>
                  <a:close/>
                </a:path>
                <a:path w="1252220" h="476250">
                  <a:moveTo>
                    <a:pt x="336397" y="476249"/>
                  </a:moveTo>
                  <a:lnTo>
                    <a:pt x="305930" y="476249"/>
                  </a:lnTo>
                  <a:lnTo>
                    <a:pt x="305930" y="468629"/>
                  </a:lnTo>
                  <a:lnTo>
                    <a:pt x="336397" y="468629"/>
                  </a:lnTo>
                  <a:lnTo>
                    <a:pt x="336397" y="476249"/>
                  </a:lnTo>
                  <a:close/>
                </a:path>
                <a:path w="1252220" h="476250">
                  <a:moveTo>
                    <a:pt x="283070" y="476249"/>
                  </a:moveTo>
                  <a:lnTo>
                    <a:pt x="252590" y="476249"/>
                  </a:lnTo>
                  <a:lnTo>
                    <a:pt x="252590" y="468629"/>
                  </a:lnTo>
                  <a:lnTo>
                    <a:pt x="283070" y="468629"/>
                  </a:lnTo>
                  <a:lnTo>
                    <a:pt x="283070" y="476249"/>
                  </a:lnTo>
                  <a:close/>
                </a:path>
                <a:path w="1252220" h="476250">
                  <a:moveTo>
                    <a:pt x="229730" y="476249"/>
                  </a:moveTo>
                  <a:lnTo>
                    <a:pt x="199237" y="476249"/>
                  </a:lnTo>
                  <a:lnTo>
                    <a:pt x="199237" y="468629"/>
                  </a:lnTo>
                  <a:lnTo>
                    <a:pt x="229730" y="468629"/>
                  </a:lnTo>
                  <a:lnTo>
                    <a:pt x="229730" y="476249"/>
                  </a:lnTo>
                  <a:close/>
                </a:path>
                <a:path w="1252220" h="476250">
                  <a:moveTo>
                    <a:pt x="176390" y="476249"/>
                  </a:moveTo>
                  <a:lnTo>
                    <a:pt x="145910" y="476249"/>
                  </a:lnTo>
                  <a:lnTo>
                    <a:pt x="145910" y="468629"/>
                  </a:lnTo>
                  <a:lnTo>
                    <a:pt x="176390" y="468629"/>
                  </a:lnTo>
                  <a:lnTo>
                    <a:pt x="176390" y="476249"/>
                  </a:lnTo>
                  <a:close/>
                </a:path>
                <a:path w="1252220" h="476250">
                  <a:moveTo>
                    <a:pt x="123037" y="476249"/>
                  </a:moveTo>
                  <a:lnTo>
                    <a:pt x="92570" y="476249"/>
                  </a:lnTo>
                  <a:lnTo>
                    <a:pt x="92570" y="468629"/>
                  </a:lnTo>
                  <a:lnTo>
                    <a:pt x="123037" y="468629"/>
                  </a:lnTo>
                  <a:lnTo>
                    <a:pt x="123037" y="476249"/>
                  </a:lnTo>
                  <a:close/>
                </a:path>
                <a:path w="1252220" h="476250">
                  <a:moveTo>
                    <a:pt x="69710" y="476249"/>
                  </a:moveTo>
                  <a:lnTo>
                    <a:pt x="39230" y="476249"/>
                  </a:lnTo>
                  <a:lnTo>
                    <a:pt x="39230" y="468629"/>
                  </a:lnTo>
                  <a:lnTo>
                    <a:pt x="69710" y="468629"/>
                  </a:lnTo>
                  <a:lnTo>
                    <a:pt x="69710" y="476249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2200" y="2081783"/>
            <a:ext cx="3694429" cy="4699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660"/>
              </a:spcBef>
              <a:tabLst>
                <a:tab pos="1476375" algn="l"/>
                <a:tab pos="2675255" algn="l"/>
              </a:tabLst>
            </a:pPr>
            <a:r>
              <a:rPr sz="1800" spc="-20" dirty="0">
                <a:latin typeface="Times New Roman"/>
                <a:cs typeface="Times New Roman"/>
              </a:rPr>
              <a:t>Read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Retrieve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Generate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3571" y="4299203"/>
            <a:ext cx="1164590" cy="4699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Times New Roman"/>
                <a:cs typeface="Times New Roman"/>
              </a:rPr>
              <a:t>Filter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68688" y="3612984"/>
            <a:ext cx="1018540" cy="468630"/>
          </a:xfrm>
          <a:prstGeom prst="rect">
            <a:avLst/>
          </a:prstGeom>
          <a:solidFill>
            <a:srgbClr val="DEEBF7"/>
          </a:solidFill>
          <a:ln w="7620">
            <a:solidFill>
              <a:srgbClr val="4471C4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Times New Roman"/>
                <a:cs typeface="Times New Roman"/>
              </a:rPr>
              <a:t>Rerank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659877" y="3658704"/>
            <a:ext cx="1177290" cy="587375"/>
            <a:chOff x="1659877" y="3658704"/>
            <a:chExt cx="1177290" cy="587375"/>
          </a:xfrm>
        </p:grpSpPr>
        <p:sp>
          <p:nvSpPr>
            <p:cNvPr id="20" name="object 20"/>
            <p:cNvSpPr/>
            <p:nvPr/>
          </p:nvSpPr>
          <p:spPr>
            <a:xfrm>
              <a:off x="1665732" y="3665220"/>
              <a:ext cx="1164590" cy="574675"/>
            </a:xfrm>
            <a:custGeom>
              <a:avLst/>
              <a:gdLst/>
              <a:ahLst/>
              <a:cxnLst/>
              <a:rect l="l" t="t" r="r" b="b"/>
              <a:pathLst>
                <a:path w="1164589" h="574675">
                  <a:moveTo>
                    <a:pt x="1164336" y="574548"/>
                  </a:moveTo>
                  <a:lnTo>
                    <a:pt x="0" y="574548"/>
                  </a:lnTo>
                  <a:lnTo>
                    <a:pt x="0" y="0"/>
                  </a:lnTo>
                  <a:lnTo>
                    <a:pt x="1164336" y="0"/>
                  </a:lnTo>
                  <a:lnTo>
                    <a:pt x="1164336" y="574548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59877" y="3658704"/>
              <a:ext cx="1177290" cy="587375"/>
            </a:xfrm>
            <a:custGeom>
              <a:avLst/>
              <a:gdLst/>
              <a:ahLst/>
              <a:cxnLst/>
              <a:rect l="l" t="t" r="r" b="b"/>
              <a:pathLst>
                <a:path w="1177289" h="587375">
                  <a:moveTo>
                    <a:pt x="1177289" y="587375"/>
                  </a:moveTo>
                  <a:lnTo>
                    <a:pt x="0" y="587375"/>
                  </a:lnTo>
                  <a:lnTo>
                    <a:pt x="0" y="0"/>
                  </a:lnTo>
                  <a:lnTo>
                    <a:pt x="1177289" y="0"/>
                  </a:lnTo>
                  <a:lnTo>
                    <a:pt x="1177289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574675"/>
                  </a:lnTo>
                  <a:lnTo>
                    <a:pt x="6350" y="574675"/>
                  </a:lnTo>
                  <a:lnTo>
                    <a:pt x="12700" y="581025"/>
                  </a:lnTo>
                  <a:lnTo>
                    <a:pt x="1177289" y="581025"/>
                  </a:lnTo>
                  <a:lnTo>
                    <a:pt x="1177289" y="587375"/>
                  </a:lnTo>
                  <a:close/>
                </a:path>
                <a:path w="1177289" h="58737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177289" h="587375">
                  <a:moveTo>
                    <a:pt x="1164589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164589" y="6350"/>
                  </a:lnTo>
                  <a:lnTo>
                    <a:pt x="1164589" y="12700"/>
                  </a:lnTo>
                  <a:close/>
                </a:path>
                <a:path w="1177289" h="587375">
                  <a:moveTo>
                    <a:pt x="1164589" y="581025"/>
                  </a:moveTo>
                  <a:lnTo>
                    <a:pt x="1164589" y="6350"/>
                  </a:lnTo>
                  <a:lnTo>
                    <a:pt x="1170939" y="12700"/>
                  </a:lnTo>
                  <a:lnTo>
                    <a:pt x="1177289" y="12700"/>
                  </a:lnTo>
                  <a:lnTo>
                    <a:pt x="1177289" y="574675"/>
                  </a:lnTo>
                  <a:lnTo>
                    <a:pt x="1170939" y="574675"/>
                  </a:lnTo>
                  <a:lnTo>
                    <a:pt x="1164589" y="581025"/>
                  </a:lnTo>
                  <a:close/>
                </a:path>
                <a:path w="1177289" h="587375">
                  <a:moveTo>
                    <a:pt x="1177289" y="12700"/>
                  </a:moveTo>
                  <a:lnTo>
                    <a:pt x="1170939" y="12700"/>
                  </a:lnTo>
                  <a:lnTo>
                    <a:pt x="1164589" y="6350"/>
                  </a:lnTo>
                  <a:lnTo>
                    <a:pt x="1177289" y="6350"/>
                  </a:lnTo>
                  <a:lnTo>
                    <a:pt x="1177289" y="12700"/>
                  </a:lnTo>
                  <a:close/>
                </a:path>
                <a:path w="1177289" h="587375">
                  <a:moveTo>
                    <a:pt x="12700" y="581025"/>
                  </a:moveTo>
                  <a:lnTo>
                    <a:pt x="6350" y="574675"/>
                  </a:lnTo>
                  <a:lnTo>
                    <a:pt x="12700" y="574675"/>
                  </a:lnTo>
                  <a:lnTo>
                    <a:pt x="12700" y="581025"/>
                  </a:lnTo>
                  <a:close/>
                </a:path>
                <a:path w="1177289" h="587375">
                  <a:moveTo>
                    <a:pt x="1164589" y="581025"/>
                  </a:moveTo>
                  <a:lnTo>
                    <a:pt x="12700" y="581025"/>
                  </a:lnTo>
                  <a:lnTo>
                    <a:pt x="12700" y="574675"/>
                  </a:lnTo>
                  <a:lnTo>
                    <a:pt x="1164589" y="574675"/>
                  </a:lnTo>
                  <a:lnTo>
                    <a:pt x="1164589" y="581025"/>
                  </a:lnTo>
                  <a:close/>
                </a:path>
                <a:path w="1177289" h="587375">
                  <a:moveTo>
                    <a:pt x="1177289" y="581025"/>
                  </a:moveTo>
                  <a:lnTo>
                    <a:pt x="1164589" y="581025"/>
                  </a:lnTo>
                  <a:lnTo>
                    <a:pt x="1170939" y="574675"/>
                  </a:lnTo>
                  <a:lnTo>
                    <a:pt x="1177289" y="574675"/>
                  </a:lnTo>
                  <a:lnTo>
                    <a:pt x="1177289" y="58102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994522" y="3788879"/>
            <a:ext cx="508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RAG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2908" y="2543695"/>
            <a:ext cx="1744345" cy="1021080"/>
            <a:chOff x="102908" y="2543695"/>
            <a:chExt cx="1744345" cy="1021080"/>
          </a:xfrm>
        </p:grpSpPr>
        <p:sp>
          <p:nvSpPr>
            <p:cNvPr id="24" name="object 24"/>
            <p:cNvSpPr/>
            <p:nvPr/>
          </p:nvSpPr>
          <p:spPr>
            <a:xfrm>
              <a:off x="106679" y="2548128"/>
              <a:ext cx="1559560" cy="467995"/>
            </a:xfrm>
            <a:custGeom>
              <a:avLst/>
              <a:gdLst/>
              <a:ahLst/>
              <a:cxnLst/>
              <a:rect l="l" t="t" r="r" b="b"/>
              <a:pathLst>
                <a:path w="1559560" h="467994">
                  <a:moveTo>
                    <a:pt x="1559052" y="467868"/>
                  </a:moveTo>
                  <a:lnTo>
                    <a:pt x="0" y="467868"/>
                  </a:lnTo>
                  <a:lnTo>
                    <a:pt x="0" y="0"/>
                  </a:lnTo>
                  <a:lnTo>
                    <a:pt x="1559052" y="0"/>
                  </a:lnTo>
                  <a:lnTo>
                    <a:pt x="1559052" y="467868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908" y="2543695"/>
              <a:ext cx="1567180" cy="476250"/>
            </a:xfrm>
            <a:custGeom>
              <a:avLst/>
              <a:gdLst/>
              <a:ahLst/>
              <a:cxnLst/>
              <a:rect l="l" t="t" r="r" b="b"/>
              <a:pathLst>
                <a:path w="1567180" h="476250">
                  <a:moveTo>
                    <a:pt x="3810" y="472440"/>
                  </a:moveTo>
                  <a:lnTo>
                    <a:pt x="0" y="472440"/>
                  </a:lnTo>
                  <a:lnTo>
                    <a:pt x="0" y="441960"/>
                  </a:lnTo>
                  <a:lnTo>
                    <a:pt x="7619" y="441960"/>
                  </a:lnTo>
                  <a:lnTo>
                    <a:pt x="7619" y="468630"/>
                  </a:lnTo>
                  <a:lnTo>
                    <a:pt x="3810" y="468630"/>
                  </a:lnTo>
                  <a:lnTo>
                    <a:pt x="3810" y="472440"/>
                  </a:lnTo>
                  <a:close/>
                </a:path>
                <a:path w="1567180" h="476250">
                  <a:moveTo>
                    <a:pt x="6273" y="476250"/>
                  </a:moveTo>
                  <a:lnTo>
                    <a:pt x="3810" y="476250"/>
                  </a:lnTo>
                  <a:lnTo>
                    <a:pt x="3810" y="468630"/>
                  </a:lnTo>
                  <a:lnTo>
                    <a:pt x="6273" y="468630"/>
                  </a:lnTo>
                  <a:lnTo>
                    <a:pt x="6273" y="476250"/>
                  </a:lnTo>
                  <a:close/>
                </a:path>
                <a:path w="1567180" h="476250">
                  <a:moveTo>
                    <a:pt x="7619" y="472440"/>
                  </a:moveTo>
                  <a:lnTo>
                    <a:pt x="6273" y="472440"/>
                  </a:lnTo>
                  <a:lnTo>
                    <a:pt x="6273" y="468630"/>
                  </a:lnTo>
                  <a:lnTo>
                    <a:pt x="7619" y="468630"/>
                  </a:lnTo>
                  <a:lnTo>
                    <a:pt x="7619" y="472440"/>
                  </a:lnTo>
                  <a:close/>
                </a:path>
                <a:path w="1567180" h="476250">
                  <a:moveTo>
                    <a:pt x="7619" y="419100"/>
                  </a:moveTo>
                  <a:lnTo>
                    <a:pt x="0" y="419100"/>
                  </a:lnTo>
                  <a:lnTo>
                    <a:pt x="0" y="388619"/>
                  </a:lnTo>
                  <a:lnTo>
                    <a:pt x="7619" y="388619"/>
                  </a:lnTo>
                  <a:lnTo>
                    <a:pt x="7619" y="419100"/>
                  </a:lnTo>
                  <a:close/>
                </a:path>
                <a:path w="1567180" h="476250">
                  <a:moveTo>
                    <a:pt x="7619" y="365760"/>
                  </a:moveTo>
                  <a:lnTo>
                    <a:pt x="0" y="365760"/>
                  </a:lnTo>
                  <a:lnTo>
                    <a:pt x="0" y="335280"/>
                  </a:lnTo>
                  <a:lnTo>
                    <a:pt x="7619" y="335280"/>
                  </a:lnTo>
                  <a:lnTo>
                    <a:pt x="7619" y="365760"/>
                  </a:lnTo>
                  <a:close/>
                </a:path>
                <a:path w="1567180" h="476250">
                  <a:moveTo>
                    <a:pt x="7619" y="312419"/>
                  </a:moveTo>
                  <a:lnTo>
                    <a:pt x="0" y="312419"/>
                  </a:lnTo>
                  <a:lnTo>
                    <a:pt x="0" y="281940"/>
                  </a:lnTo>
                  <a:lnTo>
                    <a:pt x="7619" y="281940"/>
                  </a:lnTo>
                  <a:lnTo>
                    <a:pt x="7619" y="312419"/>
                  </a:lnTo>
                  <a:close/>
                </a:path>
                <a:path w="1567180" h="476250">
                  <a:moveTo>
                    <a:pt x="7619" y="259080"/>
                  </a:moveTo>
                  <a:lnTo>
                    <a:pt x="0" y="259080"/>
                  </a:lnTo>
                  <a:lnTo>
                    <a:pt x="0" y="228600"/>
                  </a:lnTo>
                  <a:lnTo>
                    <a:pt x="7619" y="228600"/>
                  </a:lnTo>
                  <a:lnTo>
                    <a:pt x="7619" y="259080"/>
                  </a:lnTo>
                  <a:close/>
                </a:path>
                <a:path w="1567180" h="476250">
                  <a:moveTo>
                    <a:pt x="7619" y="205740"/>
                  </a:moveTo>
                  <a:lnTo>
                    <a:pt x="0" y="205740"/>
                  </a:lnTo>
                  <a:lnTo>
                    <a:pt x="0" y="175260"/>
                  </a:lnTo>
                  <a:lnTo>
                    <a:pt x="7619" y="175260"/>
                  </a:lnTo>
                  <a:lnTo>
                    <a:pt x="7619" y="205740"/>
                  </a:lnTo>
                  <a:close/>
                </a:path>
                <a:path w="1567180" h="476250">
                  <a:moveTo>
                    <a:pt x="7619" y="152400"/>
                  </a:moveTo>
                  <a:lnTo>
                    <a:pt x="0" y="152400"/>
                  </a:lnTo>
                  <a:lnTo>
                    <a:pt x="0" y="121919"/>
                  </a:lnTo>
                  <a:lnTo>
                    <a:pt x="7619" y="121919"/>
                  </a:lnTo>
                  <a:lnTo>
                    <a:pt x="7619" y="152400"/>
                  </a:lnTo>
                  <a:close/>
                </a:path>
                <a:path w="1567180" h="476250">
                  <a:moveTo>
                    <a:pt x="7619" y="99060"/>
                  </a:moveTo>
                  <a:lnTo>
                    <a:pt x="0" y="99060"/>
                  </a:lnTo>
                  <a:lnTo>
                    <a:pt x="0" y="68580"/>
                  </a:lnTo>
                  <a:lnTo>
                    <a:pt x="7619" y="68580"/>
                  </a:lnTo>
                  <a:lnTo>
                    <a:pt x="7619" y="99060"/>
                  </a:lnTo>
                  <a:close/>
                </a:path>
                <a:path w="1567180" h="476250">
                  <a:moveTo>
                    <a:pt x="7619" y="45719"/>
                  </a:moveTo>
                  <a:lnTo>
                    <a:pt x="0" y="45719"/>
                  </a:lnTo>
                  <a:lnTo>
                    <a:pt x="0" y="15240"/>
                  </a:lnTo>
                  <a:lnTo>
                    <a:pt x="7619" y="15240"/>
                  </a:lnTo>
                  <a:lnTo>
                    <a:pt x="7619" y="45719"/>
                  </a:lnTo>
                  <a:close/>
                </a:path>
                <a:path w="1567180" h="476250">
                  <a:moveTo>
                    <a:pt x="45719" y="7619"/>
                  </a:moveTo>
                  <a:lnTo>
                    <a:pt x="15240" y="7619"/>
                  </a:lnTo>
                  <a:lnTo>
                    <a:pt x="15240" y="0"/>
                  </a:lnTo>
                  <a:lnTo>
                    <a:pt x="45719" y="0"/>
                  </a:lnTo>
                  <a:lnTo>
                    <a:pt x="45719" y="7619"/>
                  </a:lnTo>
                  <a:close/>
                </a:path>
                <a:path w="1567180" h="476250">
                  <a:moveTo>
                    <a:pt x="99060" y="7619"/>
                  </a:moveTo>
                  <a:lnTo>
                    <a:pt x="68580" y="7619"/>
                  </a:lnTo>
                  <a:lnTo>
                    <a:pt x="68580" y="0"/>
                  </a:lnTo>
                  <a:lnTo>
                    <a:pt x="99060" y="0"/>
                  </a:lnTo>
                  <a:lnTo>
                    <a:pt x="99060" y="7619"/>
                  </a:lnTo>
                  <a:close/>
                </a:path>
                <a:path w="1567180" h="476250">
                  <a:moveTo>
                    <a:pt x="152400" y="7619"/>
                  </a:moveTo>
                  <a:lnTo>
                    <a:pt x="121920" y="7619"/>
                  </a:lnTo>
                  <a:lnTo>
                    <a:pt x="121920" y="0"/>
                  </a:lnTo>
                  <a:lnTo>
                    <a:pt x="152400" y="0"/>
                  </a:lnTo>
                  <a:lnTo>
                    <a:pt x="152400" y="7619"/>
                  </a:lnTo>
                  <a:close/>
                </a:path>
                <a:path w="1567180" h="476250">
                  <a:moveTo>
                    <a:pt x="205740" y="7619"/>
                  </a:moveTo>
                  <a:lnTo>
                    <a:pt x="175260" y="7619"/>
                  </a:lnTo>
                  <a:lnTo>
                    <a:pt x="175260" y="0"/>
                  </a:lnTo>
                  <a:lnTo>
                    <a:pt x="205740" y="0"/>
                  </a:lnTo>
                  <a:lnTo>
                    <a:pt x="205740" y="7619"/>
                  </a:lnTo>
                  <a:close/>
                </a:path>
                <a:path w="1567180" h="476250">
                  <a:moveTo>
                    <a:pt x="259079" y="7619"/>
                  </a:moveTo>
                  <a:lnTo>
                    <a:pt x="228600" y="7619"/>
                  </a:lnTo>
                  <a:lnTo>
                    <a:pt x="228600" y="0"/>
                  </a:lnTo>
                  <a:lnTo>
                    <a:pt x="259079" y="0"/>
                  </a:lnTo>
                  <a:lnTo>
                    <a:pt x="259079" y="7619"/>
                  </a:lnTo>
                  <a:close/>
                </a:path>
                <a:path w="1567180" h="476250">
                  <a:moveTo>
                    <a:pt x="312420" y="7619"/>
                  </a:moveTo>
                  <a:lnTo>
                    <a:pt x="281940" y="7619"/>
                  </a:lnTo>
                  <a:lnTo>
                    <a:pt x="281940" y="0"/>
                  </a:lnTo>
                  <a:lnTo>
                    <a:pt x="312420" y="0"/>
                  </a:lnTo>
                  <a:lnTo>
                    <a:pt x="312420" y="7619"/>
                  </a:lnTo>
                  <a:close/>
                </a:path>
                <a:path w="1567180" h="476250">
                  <a:moveTo>
                    <a:pt x="365759" y="7619"/>
                  </a:moveTo>
                  <a:lnTo>
                    <a:pt x="335280" y="7619"/>
                  </a:lnTo>
                  <a:lnTo>
                    <a:pt x="335280" y="0"/>
                  </a:lnTo>
                  <a:lnTo>
                    <a:pt x="365759" y="0"/>
                  </a:lnTo>
                  <a:lnTo>
                    <a:pt x="365759" y="7619"/>
                  </a:lnTo>
                  <a:close/>
                </a:path>
                <a:path w="1567180" h="476250">
                  <a:moveTo>
                    <a:pt x="419100" y="7619"/>
                  </a:moveTo>
                  <a:lnTo>
                    <a:pt x="388620" y="7619"/>
                  </a:lnTo>
                  <a:lnTo>
                    <a:pt x="388620" y="0"/>
                  </a:lnTo>
                  <a:lnTo>
                    <a:pt x="419100" y="0"/>
                  </a:lnTo>
                  <a:lnTo>
                    <a:pt x="419100" y="7619"/>
                  </a:lnTo>
                  <a:close/>
                </a:path>
                <a:path w="1567180" h="476250">
                  <a:moveTo>
                    <a:pt x="472439" y="7619"/>
                  </a:moveTo>
                  <a:lnTo>
                    <a:pt x="441959" y="7619"/>
                  </a:lnTo>
                  <a:lnTo>
                    <a:pt x="441959" y="0"/>
                  </a:lnTo>
                  <a:lnTo>
                    <a:pt x="472439" y="0"/>
                  </a:lnTo>
                  <a:lnTo>
                    <a:pt x="472439" y="7619"/>
                  </a:lnTo>
                  <a:close/>
                </a:path>
                <a:path w="1567180" h="476250">
                  <a:moveTo>
                    <a:pt x="525780" y="7619"/>
                  </a:moveTo>
                  <a:lnTo>
                    <a:pt x="495300" y="7619"/>
                  </a:lnTo>
                  <a:lnTo>
                    <a:pt x="495300" y="0"/>
                  </a:lnTo>
                  <a:lnTo>
                    <a:pt x="525780" y="0"/>
                  </a:lnTo>
                  <a:lnTo>
                    <a:pt x="525780" y="7619"/>
                  </a:lnTo>
                  <a:close/>
                </a:path>
                <a:path w="1567180" h="476250">
                  <a:moveTo>
                    <a:pt x="579120" y="7619"/>
                  </a:moveTo>
                  <a:lnTo>
                    <a:pt x="548640" y="7619"/>
                  </a:lnTo>
                  <a:lnTo>
                    <a:pt x="548640" y="0"/>
                  </a:lnTo>
                  <a:lnTo>
                    <a:pt x="579120" y="0"/>
                  </a:lnTo>
                  <a:lnTo>
                    <a:pt x="579120" y="7619"/>
                  </a:lnTo>
                  <a:close/>
                </a:path>
                <a:path w="1567180" h="476250">
                  <a:moveTo>
                    <a:pt x="632460" y="7619"/>
                  </a:moveTo>
                  <a:lnTo>
                    <a:pt x="601980" y="7619"/>
                  </a:lnTo>
                  <a:lnTo>
                    <a:pt x="601980" y="0"/>
                  </a:lnTo>
                  <a:lnTo>
                    <a:pt x="632460" y="0"/>
                  </a:lnTo>
                  <a:lnTo>
                    <a:pt x="632460" y="7619"/>
                  </a:lnTo>
                  <a:close/>
                </a:path>
                <a:path w="1567180" h="476250">
                  <a:moveTo>
                    <a:pt x="685800" y="7619"/>
                  </a:moveTo>
                  <a:lnTo>
                    <a:pt x="655320" y="7619"/>
                  </a:lnTo>
                  <a:lnTo>
                    <a:pt x="655320" y="0"/>
                  </a:lnTo>
                  <a:lnTo>
                    <a:pt x="685800" y="0"/>
                  </a:lnTo>
                  <a:lnTo>
                    <a:pt x="685800" y="7619"/>
                  </a:lnTo>
                  <a:close/>
                </a:path>
                <a:path w="1567180" h="476250">
                  <a:moveTo>
                    <a:pt x="739140" y="7619"/>
                  </a:moveTo>
                  <a:lnTo>
                    <a:pt x="708660" y="7619"/>
                  </a:lnTo>
                  <a:lnTo>
                    <a:pt x="708660" y="0"/>
                  </a:lnTo>
                  <a:lnTo>
                    <a:pt x="739140" y="0"/>
                  </a:lnTo>
                  <a:lnTo>
                    <a:pt x="739140" y="7619"/>
                  </a:lnTo>
                  <a:close/>
                </a:path>
                <a:path w="1567180" h="476250">
                  <a:moveTo>
                    <a:pt x="792480" y="7619"/>
                  </a:moveTo>
                  <a:lnTo>
                    <a:pt x="761999" y="7619"/>
                  </a:lnTo>
                  <a:lnTo>
                    <a:pt x="761999" y="0"/>
                  </a:lnTo>
                  <a:lnTo>
                    <a:pt x="792480" y="0"/>
                  </a:lnTo>
                  <a:lnTo>
                    <a:pt x="792480" y="7619"/>
                  </a:lnTo>
                  <a:close/>
                </a:path>
                <a:path w="1567180" h="476250">
                  <a:moveTo>
                    <a:pt x="845820" y="7619"/>
                  </a:moveTo>
                  <a:lnTo>
                    <a:pt x="815340" y="7619"/>
                  </a:lnTo>
                  <a:lnTo>
                    <a:pt x="815340" y="0"/>
                  </a:lnTo>
                  <a:lnTo>
                    <a:pt x="845820" y="0"/>
                  </a:lnTo>
                  <a:lnTo>
                    <a:pt x="845820" y="7619"/>
                  </a:lnTo>
                  <a:close/>
                </a:path>
                <a:path w="1567180" h="476250">
                  <a:moveTo>
                    <a:pt x="899160" y="7619"/>
                  </a:moveTo>
                  <a:lnTo>
                    <a:pt x="868680" y="7619"/>
                  </a:lnTo>
                  <a:lnTo>
                    <a:pt x="868680" y="0"/>
                  </a:lnTo>
                  <a:lnTo>
                    <a:pt x="899160" y="0"/>
                  </a:lnTo>
                  <a:lnTo>
                    <a:pt x="899160" y="7619"/>
                  </a:lnTo>
                  <a:close/>
                </a:path>
                <a:path w="1567180" h="476250">
                  <a:moveTo>
                    <a:pt x="952500" y="7619"/>
                  </a:moveTo>
                  <a:lnTo>
                    <a:pt x="922020" y="7619"/>
                  </a:lnTo>
                  <a:lnTo>
                    <a:pt x="922020" y="0"/>
                  </a:lnTo>
                  <a:lnTo>
                    <a:pt x="952500" y="0"/>
                  </a:lnTo>
                  <a:lnTo>
                    <a:pt x="952500" y="7619"/>
                  </a:lnTo>
                  <a:close/>
                </a:path>
                <a:path w="1567180" h="476250">
                  <a:moveTo>
                    <a:pt x="1005840" y="7619"/>
                  </a:moveTo>
                  <a:lnTo>
                    <a:pt x="975360" y="7619"/>
                  </a:lnTo>
                  <a:lnTo>
                    <a:pt x="975360" y="0"/>
                  </a:lnTo>
                  <a:lnTo>
                    <a:pt x="1005840" y="0"/>
                  </a:lnTo>
                  <a:lnTo>
                    <a:pt x="1005840" y="7619"/>
                  </a:lnTo>
                  <a:close/>
                </a:path>
                <a:path w="1567180" h="476250">
                  <a:moveTo>
                    <a:pt x="1059180" y="7619"/>
                  </a:moveTo>
                  <a:lnTo>
                    <a:pt x="1028700" y="7619"/>
                  </a:lnTo>
                  <a:lnTo>
                    <a:pt x="1028700" y="0"/>
                  </a:lnTo>
                  <a:lnTo>
                    <a:pt x="1059180" y="0"/>
                  </a:lnTo>
                  <a:lnTo>
                    <a:pt x="1059180" y="7619"/>
                  </a:lnTo>
                  <a:close/>
                </a:path>
                <a:path w="1567180" h="476250">
                  <a:moveTo>
                    <a:pt x="1112520" y="7619"/>
                  </a:moveTo>
                  <a:lnTo>
                    <a:pt x="1082040" y="7619"/>
                  </a:lnTo>
                  <a:lnTo>
                    <a:pt x="1082040" y="0"/>
                  </a:lnTo>
                  <a:lnTo>
                    <a:pt x="1112520" y="0"/>
                  </a:lnTo>
                  <a:lnTo>
                    <a:pt x="1112520" y="7619"/>
                  </a:lnTo>
                  <a:close/>
                </a:path>
                <a:path w="1567180" h="476250">
                  <a:moveTo>
                    <a:pt x="1165860" y="7619"/>
                  </a:moveTo>
                  <a:lnTo>
                    <a:pt x="1135380" y="7619"/>
                  </a:lnTo>
                  <a:lnTo>
                    <a:pt x="1135380" y="0"/>
                  </a:lnTo>
                  <a:lnTo>
                    <a:pt x="1165860" y="0"/>
                  </a:lnTo>
                  <a:lnTo>
                    <a:pt x="1165860" y="7619"/>
                  </a:lnTo>
                  <a:close/>
                </a:path>
                <a:path w="1567180" h="476250">
                  <a:moveTo>
                    <a:pt x="1219200" y="7619"/>
                  </a:moveTo>
                  <a:lnTo>
                    <a:pt x="1188720" y="7619"/>
                  </a:lnTo>
                  <a:lnTo>
                    <a:pt x="1188720" y="0"/>
                  </a:lnTo>
                  <a:lnTo>
                    <a:pt x="1219200" y="0"/>
                  </a:lnTo>
                  <a:lnTo>
                    <a:pt x="1219200" y="7619"/>
                  </a:lnTo>
                  <a:close/>
                </a:path>
                <a:path w="1567180" h="476250">
                  <a:moveTo>
                    <a:pt x="1272540" y="7619"/>
                  </a:moveTo>
                  <a:lnTo>
                    <a:pt x="1242060" y="7619"/>
                  </a:lnTo>
                  <a:lnTo>
                    <a:pt x="1242060" y="0"/>
                  </a:lnTo>
                  <a:lnTo>
                    <a:pt x="1272540" y="0"/>
                  </a:lnTo>
                  <a:lnTo>
                    <a:pt x="1272540" y="7619"/>
                  </a:lnTo>
                  <a:close/>
                </a:path>
                <a:path w="1567180" h="476250">
                  <a:moveTo>
                    <a:pt x="1325880" y="7619"/>
                  </a:moveTo>
                  <a:lnTo>
                    <a:pt x="1295400" y="7619"/>
                  </a:lnTo>
                  <a:lnTo>
                    <a:pt x="1295400" y="0"/>
                  </a:lnTo>
                  <a:lnTo>
                    <a:pt x="1325880" y="0"/>
                  </a:lnTo>
                  <a:lnTo>
                    <a:pt x="1325880" y="7619"/>
                  </a:lnTo>
                  <a:close/>
                </a:path>
                <a:path w="1567180" h="476250">
                  <a:moveTo>
                    <a:pt x="1379220" y="7619"/>
                  </a:moveTo>
                  <a:lnTo>
                    <a:pt x="1348740" y="7619"/>
                  </a:lnTo>
                  <a:lnTo>
                    <a:pt x="1348740" y="0"/>
                  </a:lnTo>
                  <a:lnTo>
                    <a:pt x="1379220" y="0"/>
                  </a:lnTo>
                  <a:lnTo>
                    <a:pt x="1379220" y="7619"/>
                  </a:lnTo>
                  <a:close/>
                </a:path>
                <a:path w="1567180" h="476250">
                  <a:moveTo>
                    <a:pt x="1432560" y="7619"/>
                  </a:moveTo>
                  <a:lnTo>
                    <a:pt x="1402080" y="7619"/>
                  </a:lnTo>
                  <a:lnTo>
                    <a:pt x="1402080" y="0"/>
                  </a:lnTo>
                  <a:lnTo>
                    <a:pt x="1432560" y="0"/>
                  </a:lnTo>
                  <a:lnTo>
                    <a:pt x="1432560" y="7619"/>
                  </a:lnTo>
                  <a:close/>
                </a:path>
                <a:path w="1567180" h="476250">
                  <a:moveTo>
                    <a:pt x="1485900" y="7619"/>
                  </a:moveTo>
                  <a:lnTo>
                    <a:pt x="1455420" y="7619"/>
                  </a:lnTo>
                  <a:lnTo>
                    <a:pt x="1455420" y="0"/>
                  </a:lnTo>
                  <a:lnTo>
                    <a:pt x="1485900" y="0"/>
                  </a:lnTo>
                  <a:lnTo>
                    <a:pt x="1485900" y="7619"/>
                  </a:lnTo>
                  <a:close/>
                </a:path>
                <a:path w="1567180" h="476250">
                  <a:moveTo>
                    <a:pt x="1539240" y="7619"/>
                  </a:moveTo>
                  <a:lnTo>
                    <a:pt x="1508760" y="7619"/>
                  </a:lnTo>
                  <a:lnTo>
                    <a:pt x="1508760" y="0"/>
                  </a:lnTo>
                  <a:lnTo>
                    <a:pt x="1539240" y="0"/>
                  </a:lnTo>
                  <a:lnTo>
                    <a:pt x="1539240" y="7619"/>
                  </a:lnTo>
                  <a:close/>
                </a:path>
                <a:path w="1567180" h="476250">
                  <a:moveTo>
                    <a:pt x="1567141" y="7619"/>
                  </a:moveTo>
                  <a:lnTo>
                    <a:pt x="1563331" y="7619"/>
                  </a:lnTo>
                  <a:lnTo>
                    <a:pt x="1562100" y="6388"/>
                  </a:lnTo>
                  <a:lnTo>
                    <a:pt x="1562100" y="0"/>
                  </a:lnTo>
                  <a:lnTo>
                    <a:pt x="1567141" y="0"/>
                  </a:lnTo>
                  <a:lnTo>
                    <a:pt x="1567141" y="7619"/>
                  </a:lnTo>
                  <a:close/>
                </a:path>
                <a:path w="1567180" h="476250">
                  <a:moveTo>
                    <a:pt x="1567141" y="33058"/>
                  </a:moveTo>
                  <a:lnTo>
                    <a:pt x="1559521" y="33058"/>
                  </a:lnTo>
                  <a:lnTo>
                    <a:pt x="1559521" y="3810"/>
                  </a:lnTo>
                  <a:lnTo>
                    <a:pt x="1562100" y="6388"/>
                  </a:lnTo>
                  <a:lnTo>
                    <a:pt x="1562100" y="7619"/>
                  </a:lnTo>
                  <a:lnTo>
                    <a:pt x="1567141" y="7619"/>
                  </a:lnTo>
                  <a:lnTo>
                    <a:pt x="1567141" y="33058"/>
                  </a:lnTo>
                  <a:close/>
                </a:path>
                <a:path w="1567180" h="476250">
                  <a:moveTo>
                    <a:pt x="1563331" y="7619"/>
                  </a:moveTo>
                  <a:lnTo>
                    <a:pt x="1562100" y="7619"/>
                  </a:lnTo>
                  <a:lnTo>
                    <a:pt x="1562100" y="6388"/>
                  </a:lnTo>
                  <a:lnTo>
                    <a:pt x="1563331" y="7619"/>
                  </a:lnTo>
                  <a:close/>
                </a:path>
                <a:path w="1567180" h="476250">
                  <a:moveTo>
                    <a:pt x="1567141" y="86398"/>
                  </a:moveTo>
                  <a:lnTo>
                    <a:pt x="1559521" y="86398"/>
                  </a:lnTo>
                  <a:lnTo>
                    <a:pt x="1559521" y="55918"/>
                  </a:lnTo>
                  <a:lnTo>
                    <a:pt x="1567141" y="55918"/>
                  </a:lnTo>
                  <a:lnTo>
                    <a:pt x="1567141" y="86398"/>
                  </a:lnTo>
                  <a:close/>
                </a:path>
                <a:path w="1567180" h="476250">
                  <a:moveTo>
                    <a:pt x="1567141" y="139738"/>
                  </a:moveTo>
                  <a:lnTo>
                    <a:pt x="1559521" y="139738"/>
                  </a:lnTo>
                  <a:lnTo>
                    <a:pt x="1559521" y="109258"/>
                  </a:lnTo>
                  <a:lnTo>
                    <a:pt x="1567141" y="109258"/>
                  </a:lnTo>
                  <a:lnTo>
                    <a:pt x="1567141" y="139738"/>
                  </a:lnTo>
                  <a:close/>
                </a:path>
                <a:path w="1567180" h="476250">
                  <a:moveTo>
                    <a:pt x="1567141" y="193078"/>
                  </a:moveTo>
                  <a:lnTo>
                    <a:pt x="1559521" y="193078"/>
                  </a:lnTo>
                  <a:lnTo>
                    <a:pt x="1559521" y="162598"/>
                  </a:lnTo>
                  <a:lnTo>
                    <a:pt x="1567141" y="162598"/>
                  </a:lnTo>
                  <a:lnTo>
                    <a:pt x="1567141" y="193078"/>
                  </a:lnTo>
                  <a:close/>
                </a:path>
                <a:path w="1567180" h="476250">
                  <a:moveTo>
                    <a:pt x="1567141" y="246418"/>
                  </a:moveTo>
                  <a:lnTo>
                    <a:pt x="1559521" y="246418"/>
                  </a:lnTo>
                  <a:lnTo>
                    <a:pt x="1559521" y="215938"/>
                  </a:lnTo>
                  <a:lnTo>
                    <a:pt x="1567141" y="215938"/>
                  </a:lnTo>
                  <a:lnTo>
                    <a:pt x="1567141" y="246418"/>
                  </a:lnTo>
                  <a:close/>
                </a:path>
                <a:path w="1567180" h="476250">
                  <a:moveTo>
                    <a:pt x="1567141" y="299758"/>
                  </a:moveTo>
                  <a:lnTo>
                    <a:pt x="1559521" y="299758"/>
                  </a:lnTo>
                  <a:lnTo>
                    <a:pt x="1559521" y="269278"/>
                  </a:lnTo>
                  <a:lnTo>
                    <a:pt x="1567141" y="269278"/>
                  </a:lnTo>
                  <a:lnTo>
                    <a:pt x="1567141" y="299758"/>
                  </a:lnTo>
                  <a:close/>
                </a:path>
                <a:path w="1567180" h="476250">
                  <a:moveTo>
                    <a:pt x="1567141" y="353098"/>
                  </a:moveTo>
                  <a:lnTo>
                    <a:pt x="1559521" y="353098"/>
                  </a:lnTo>
                  <a:lnTo>
                    <a:pt x="1559521" y="322618"/>
                  </a:lnTo>
                  <a:lnTo>
                    <a:pt x="1567141" y="322618"/>
                  </a:lnTo>
                  <a:lnTo>
                    <a:pt x="1567141" y="353098"/>
                  </a:lnTo>
                  <a:close/>
                </a:path>
                <a:path w="1567180" h="476250">
                  <a:moveTo>
                    <a:pt x="1567141" y="406438"/>
                  </a:moveTo>
                  <a:lnTo>
                    <a:pt x="1559521" y="406438"/>
                  </a:lnTo>
                  <a:lnTo>
                    <a:pt x="1559521" y="375958"/>
                  </a:lnTo>
                  <a:lnTo>
                    <a:pt x="1567141" y="375958"/>
                  </a:lnTo>
                  <a:lnTo>
                    <a:pt x="1567141" y="406438"/>
                  </a:lnTo>
                  <a:close/>
                </a:path>
                <a:path w="1567180" h="476250">
                  <a:moveTo>
                    <a:pt x="1567141" y="459778"/>
                  </a:moveTo>
                  <a:lnTo>
                    <a:pt x="1559521" y="459778"/>
                  </a:lnTo>
                  <a:lnTo>
                    <a:pt x="1559521" y="429298"/>
                  </a:lnTo>
                  <a:lnTo>
                    <a:pt x="1567141" y="429298"/>
                  </a:lnTo>
                  <a:lnTo>
                    <a:pt x="1567141" y="459778"/>
                  </a:lnTo>
                  <a:close/>
                </a:path>
                <a:path w="1567180" h="476250">
                  <a:moveTo>
                    <a:pt x="1553133" y="476250"/>
                  </a:moveTo>
                  <a:lnTo>
                    <a:pt x="1522653" y="476250"/>
                  </a:lnTo>
                  <a:lnTo>
                    <a:pt x="1522653" y="468630"/>
                  </a:lnTo>
                  <a:lnTo>
                    <a:pt x="1553133" y="468630"/>
                  </a:lnTo>
                  <a:lnTo>
                    <a:pt x="1553133" y="476250"/>
                  </a:lnTo>
                  <a:close/>
                </a:path>
                <a:path w="1567180" h="476250">
                  <a:moveTo>
                    <a:pt x="1499793" y="476250"/>
                  </a:moveTo>
                  <a:lnTo>
                    <a:pt x="1469313" y="476250"/>
                  </a:lnTo>
                  <a:lnTo>
                    <a:pt x="1469313" y="468630"/>
                  </a:lnTo>
                  <a:lnTo>
                    <a:pt x="1499793" y="468630"/>
                  </a:lnTo>
                  <a:lnTo>
                    <a:pt x="1499793" y="476250"/>
                  </a:lnTo>
                  <a:close/>
                </a:path>
                <a:path w="1567180" h="476250">
                  <a:moveTo>
                    <a:pt x="1446453" y="476250"/>
                  </a:moveTo>
                  <a:lnTo>
                    <a:pt x="1415973" y="476250"/>
                  </a:lnTo>
                  <a:lnTo>
                    <a:pt x="1415973" y="468630"/>
                  </a:lnTo>
                  <a:lnTo>
                    <a:pt x="1446453" y="468630"/>
                  </a:lnTo>
                  <a:lnTo>
                    <a:pt x="1446453" y="476250"/>
                  </a:lnTo>
                  <a:close/>
                </a:path>
                <a:path w="1567180" h="476250">
                  <a:moveTo>
                    <a:pt x="1393113" y="476250"/>
                  </a:moveTo>
                  <a:lnTo>
                    <a:pt x="1362633" y="476250"/>
                  </a:lnTo>
                  <a:lnTo>
                    <a:pt x="1362633" y="468630"/>
                  </a:lnTo>
                  <a:lnTo>
                    <a:pt x="1393113" y="468630"/>
                  </a:lnTo>
                  <a:lnTo>
                    <a:pt x="1393113" y="476250"/>
                  </a:lnTo>
                  <a:close/>
                </a:path>
                <a:path w="1567180" h="476250">
                  <a:moveTo>
                    <a:pt x="1339773" y="476250"/>
                  </a:moveTo>
                  <a:lnTo>
                    <a:pt x="1309293" y="476250"/>
                  </a:lnTo>
                  <a:lnTo>
                    <a:pt x="1309293" y="468630"/>
                  </a:lnTo>
                  <a:lnTo>
                    <a:pt x="1339773" y="468630"/>
                  </a:lnTo>
                  <a:lnTo>
                    <a:pt x="1339773" y="476250"/>
                  </a:lnTo>
                  <a:close/>
                </a:path>
                <a:path w="1567180" h="476250">
                  <a:moveTo>
                    <a:pt x="1286433" y="476250"/>
                  </a:moveTo>
                  <a:lnTo>
                    <a:pt x="1255953" y="476250"/>
                  </a:lnTo>
                  <a:lnTo>
                    <a:pt x="1255953" y="468630"/>
                  </a:lnTo>
                  <a:lnTo>
                    <a:pt x="1286433" y="468630"/>
                  </a:lnTo>
                  <a:lnTo>
                    <a:pt x="1286433" y="476250"/>
                  </a:lnTo>
                  <a:close/>
                </a:path>
                <a:path w="1567180" h="476250">
                  <a:moveTo>
                    <a:pt x="1233093" y="476250"/>
                  </a:moveTo>
                  <a:lnTo>
                    <a:pt x="1202613" y="476250"/>
                  </a:lnTo>
                  <a:lnTo>
                    <a:pt x="1202613" y="468630"/>
                  </a:lnTo>
                  <a:lnTo>
                    <a:pt x="1233093" y="468630"/>
                  </a:lnTo>
                  <a:lnTo>
                    <a:pt x="1233093" y="476250"/>
                  </a:lnTo>
                  <a:close/>
                </a:path>
                <a:path w="1567180" h="476250">
                  <a:moveTo>
                    <a:pt x="1179753" y="476250"/>
                  </a:moveTo>
                  <a:lnTo>
                    <a:pt x="1149273" y="476250"/>
                  </a:lnTo>
                  <a:lnTo>
                    <a:pt x="1149273" y="468630"/>
                  </a:lnTo>
                  <a:lnTo>
                    <a:pt x="1179753" y="468630"/>
                  </a:lnTo>
                  <a:lnTo>
                    <a:pt x="1179753" y="476250"/>
                  </a:lnTo>
                  <a:close/>
                </a:path>
                <a:path w="1567180" h="476250">
                  <a:moveTo>
                    <a:pt x="1126413" y="476250"/>
                  </a:moveTo>
                  <a:lnTo>
                    <a:pt x="1095933" y="476250"/>
                  </a:lnTo>
                  <a:lnTo>
                    <a:pt x="1095933" y="468630"/>
                  </a:lnTo>
                  <a:lnTo>
                    <a:pt x="1126413" y="468630"/>
                  </a:lnTo>
                  <a:lnTo>
                    <a:pt x="1126413" y="476250"/>
                  </a:lnTo>
                  <a:close/>
                </a:path>
                <a:path w="1567180" h="476250">
                  <a:moveTo>
                    <a:pt x="1073073" y="476250"/>
                  </a:moveTo>
                  <a:lnTo>
                    <a:pt x="1042593" y="476250"/>
                  </a:lnTo>
                  <a:lnTo>
                    <a:pt x="1042593" y="468630"/>
                  </a:lnTo>
                  <a:lnTo>
                    <a:pt x="1073073" y="468630"/>
                  </a:lnTo>
                  <a:lnTo>
                    <a:pt x="1073073" y="476250"/>
                  </a:lnTo>
                  <a:close/>
                </a:path>
                <a:path w="1567180" h="476250">
                  <a:moveTo>
                    <a:pt x="1019733" y="476250"/>
                  </a:moveTo>
                  <a:lnTo>
                    <a:pt x="989253" y="476250"/>
                  </a:lnTo>
                  <a:lnTo>
                    <a:pt x="989253" y="468630"/>
                  </a:lnTo>
                  <a:lnTo>
                    <a:pt x="1019733" y="468630"/>
                  </a:lnTo>
                  <a:lnTo>
                    <a:pt x="1019733" y="476250"/>
                  </a:lnTo>
                  <a:close/>
                </a:path>
                <a:path w="1567180" h="476250">
                  <a:moveTo>
                    <a:pt x="966393" y="476250"/>
                  </a:moveTo>
                  <a:lnTo>
                    <a:pt x="935913" y="476250"/>
                  </a:lnTo>
                  <a:lnTo>
                    <a:pt x="935913" y="468630"/>
                  </a:lnTo>
                  <a:lnTo>
                    <a:pt x="966393" y="468630"/>
                  </a:lnTo>
                  <a:lnTo>
                    <a:pt x="966393" y="476250"/>
                  </a:lnTo>
                  <a:close/>
                </a:path>
                <a:path w="1567180" h="476250">
                  <a:moveTo>
                    <a:pt x="913053" y="476250"/>
                  </a:moveTo>
                  <a:lnTo>
                    <a:pt x="882573" y="476250"/>
                  </a:lnTo>
                  <a:lnTo>
                    <a:pt x="882573" y="468630"/>
                  </a:lnTo>
                  <a:lnTo>
                    <a:pt x="913053" y="468630"/>
                  </a:lnTo>
                  <a:lnTo>
                    <a:pt x="913053" y="476250"/>
                  </a:lnTo>
                  <a:close/>
                </a:path>
                <a:path w="1567180" h="476250">
                  <a:moveTo>
                    <a:pt x="859713" y="476250"/>
                  </a:moveTo>
                  <a:lnTo>
                    <a:pt x="829233" y="476250"/>
                  </a:lnTo>
                  <a:lnTo>
                    <a:pt x="829233" y="468630"/>
                  </a:lnTo>
                  <a:lnTo>
                    <a:pt x="859713" y="468630"/>
                  </a:lnTo>
                  <a:lnTo>
                    <a:pt x="859713" y="476250"/>
                  </a:lnTo>
                  <a:close/>
                </a:path>
                <a:path w="1567180" h="476250">
                  <a:moveTo>
                    <a:pt x="806373" y="476250"/>
                  </a:moveTo>
                  <a:lnTo>
                    <a:pt x="775893" y="476250"/>
                  </a:lnTo>
                  <a:lnTo>
                    <a:pt x="775893" y="468630"/>
                  </a:lnTo>
                  <a:lnTo>
                    <a:pt x="806373" y="468630"/>
                  </a:lnTo>
                  <a:lnTo>
                    <a:pt x="806373" y="476250"/>
                  </a:lnTo>
                  <a:close/>
                </a:path>
                <a:path w="1567180" h="476250">
                  <a:moveTo>
                    <a:pt x="753033" y="476250"/>
                  </a:moveTo>
                  <a:lnTo>
                    <a:pt x="722553" y="476250"/>
                  </a:lnTo>
                  <a:lnTo>
                    <a:pt x="722553" y="468630"/>
                  </a:lnTo>
                  <a:lnTo>
                    <a:pt x="753033" y="468630"/>
                  </a:lnTo>
                  <a:lnTo>
                    <a:pt x="753033" y="476250"/>
                  </a:lnTo>
                  <a:close/>
                </a:path>
                <a:path w="1567180" h="476250">
                  <a:moveTo>
                    <a:pt x="699693" y="476250"/>
                  </a:moveTo>
                  <a:lnTo>
                    <a:pt x="669213" y="476250"/>
                  </a:lnTo>
                  <a:lnTo>
                    <a:pt x="669213" y="468630"/>
                  </a:lnTo>
                  <a:lnTo>
                    <a:pt x="699693" y="468630"/>
                  </a:lnTo>
                  <a:lnTo>
                    <a:pt x="699693" y="476250"/>
                  </a:lnTo>
                  <a:close/>
                </a:path>
                <a:path w="1567180" h="476250">
                  <a:moveTo>
                    <a:pt x="646353" y="476250"/>
                  </a:moveTo>
                  <a:lnTo>
                    <a:pt x="615873" y="476250"/>
                  </a:lnTo>
                  <a:lnTo>
                    <a:pt x="615873" y="468630"/>
                  </a:lnTo>
                  <a:lnTo>
                    <a:pt x="646353" y="468630"/>
                  </a:lnTo>
                  <a:lnTo>
                    <a:pt x="646353" y="476250"/>
                  </a:lnTo>
                  <a:close/>
                </a:path>
                <a:path w="1567180" h="476250">
                  <a:moveTo>
                    <a:pt x="593013" y="476250"/>
                  </a:moveTo>
                  <a:lnTo>
                    <a:pt x="562533" y="476250"/>
                  </a:lnTo>
                  <a:lnTo>
                    <a:pt x="562533" y="468630"/>
                  </a:lnTo>
                  <a:lnTo>
                    <a:pt x="593013" y="468630"/>
                  </a:lnTo>
                  <a:lnTo>
                    <a:pt x="593013" y="476250"/>
                  </a:lnTo>
                  <a:close/>
                </a:path>
                <a:path w="1567180" h="476250">
                  <a:moveTo>
                    <a:pt x="539673" y="476250"/>
                  </a:moveTo>
                  <a:lnTo>
                    <a:pt x="509193" y="476250"/>
                  </a:lnTo>
                  <a:lnTo>
                    <a:pt x="509193" y="468630"/>
                  </a:lnTo>
                  <a:lnTo>
                    <a:pt x="539673" y="468630"/>
                  </a:lnTo>
                  <a:lnTo>
                    <a:pt x="539673" y="476250"/>
                  </a:lnTo>
                  <a:close/>
                </a:path>
                <a:path w="1567180" h="476250">
                  <a:moveTo>
                    <a:pt x="486333" y="476250"/>
                  </a:moveTo>
                  <a:lnTo>
                    <a:pt x="455853" y="476250"/>
                  </a:lnTo>
                  <a:lnTo>
                    <a:pt x="455853" y="468630"/>
                  </a:lnTo>
                  <a:lnTo>
                    <a:pt x="486333" y="468630"/>
                  </a:lnTo>
                  <a:lnTo>
                    <a:pt x="486333" y="476250"/>
                  </a:lnTo>
                  <a:close/>
                </a:path>
                <a:path w="1567180" h="476250">
                  <a:moveTo>
                    <a:pt x="432993" y="476250"/>
                  </a:moveTo>
                  <a:lnTo>
                    <a:pt x="402513" y="476250"/>
                  </a:lnTo>
                  <a:lnTo>
                    <a:pt x="402513" y="468630"/>
                  </a:lnTo>
                  <a:lnTo>
                    <a:pt x="432993" y="468630"/>
                  </a:lnTo>
                  <a:lnTo>
                    <a:pt x="432993" y="476250"/>
                  </a:lnTo>
                  <a:close/>
                </a:path>
                <a:path w="1567180" h="476250">
                  <a:moveTo>
                    <a:pt x="379653" y="476250"/>
                  </a:moveTo>
                  <a:lnTo>
                    <a:pt x="349173" y="476250"/>
                  </a:lnTo>
                  <a:lnTo>
                    <a:pt x="349173" y="468630"/>
                  </a:lnTo>
                  <a:lnTo>
                    <a:pt x="379653" y="468630"/>
                  </a:lnTo>
                  <a:lnTo>
                    <a:pt x="379653" y="476250"/>
                  </a:lnTo>
                  <a:close/>
                </a:path>
                <a:path w="1567180" h="476250">
                  <a:moveTo>
                    <a:pt x="326313" y="476250"/>
                  </a:moveTo>
                  <a:lnTo>
                    <a:pt x="295833" y="476250"/>
                  </a:lnTo>
                  <a:lnTo>
                    <a:pt x="295833" y="468630"/>
                  </a:lnTo>
                  <a:lnTo>
                    <a:pt x="326313" y="468630"/>
                  </a:lnTo>
                  <a:lnTo>
                    <a:pt x="326313" y="476250"/>
                  </a:lnTo>
                  <a:close/>
                </a:path>
                <a:path w="1567180" h="476250">
                  <a:moveTo>
                    <a:pt x="272973" y="476250"/>
                  </a:moveTo>
                  <a:lnTo>
                    <a:pt x="242493" y="476250"/>
                  </a:lnTo>
                  <a:lnTo>
                    <a:pt x="242493" y="468630"/>
                  </a:lnTo>
                  <a:lnTo>
                    <a:pt x="272973" y="468630"/>
                  </a:lnTo>
                  <a:lnTo>
                    <a:pt x="272973" y="476250"/>
                  </a:lnTo>
                  <a:close/>
                </a:path>
                <a:path w="1567180" h="476250">
                  <a:moveTo>
                    <a:pt x="219633" y="476250"/>
                  </a:moveTo>
                  <a:lnTo>
                    <a:pt x="189153" y="476250"/>
                  </a:lnTo>
                  <a:lnTo>
                    <a:pt x="189153" y="468630"/>
                  </a:lnTo>
                  <a:lnTo>
                    <a:pt x="219633" y="468630"/>
                  </a:lnTo>
                  <a:lnTo>
                    <a:pt x="219633" y="476250"/>
                  </a:lnTo>
                  <a:close/>
                </a:path>
                <a:path w="1567180" h="476250">
                  <a:moveTo>
                    <a:pt x="166293" y="476250"/>
                  </a:moveTo>
                  <a:lnTo>
                    <a:pt x="135813" y="476250"/>
                  </a:lnTo>
                  <a:lnTo>
                    <a:pt x="135813" y="468630"/>
                  </a:lnTo>
                  <a:lnTo>
                    <a:pt x="166293" y="468630"/>
                  </a:lnTo>
                  <a:lnTo>
                    <a:pt x="166293" y="476250"/>
                  </a:lnTo>
                  <a:close/>
                </a:path>
                <a:path w="1567180" h="476250">
                  <a:moveTo>
                    <a:pt x="112953" y="476250"/>
                  </a:moveTo>
                  <a:lnTo>
                    <a:pt x="82473" y="476250"/>
                  </a:lnTo>
                  <a:lnTo>
                    <a:pt x="82473" y="468630"/>
                  </a:lnTo>
                  <a:lnTo>
                    <a:pt x="112953" y="468630"/>
                  </a:lnTo>
                  <a:lnTo>
                    <a:pt x="112953" y="476250"/>
                  </a:lnTo>
                  <a:close/>
                </a:path>
                <a:path w="1567180" h="476250">
                  <a:moveTo>
                    <a:pt x="59613" y="476250"/>
                  </a:moveTo>
                  <a:lnTo>
                    <a:pt x="29133" y="476250"/>
                  </a:lnTo>
                  <a:lnTo>
                    <a:pt x="29133" y="468630"/>
                  </a:lnTo>
                  <a:lnTo>
                    <a:pt x="59613" y="468630"/>
                  </a:lnTo>
                  <a:lnTo>
                    <a:pt x="59613" y="4762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8180" y="3092195"/>
              <a:ext cx="1164590" cy="469900"/>
            </a:xfrm>
            <a:custGeom>
              <a:avLst/>
              <a:gdLst/>
              <a:ahLst/>
              <a:cxnLst/>
              <a:rect l="l" t="t" r="r" b="b"/>
              <a:pathLst>
                <a:path w="1164589" h="469900">
                  <a:moveTo>
                    <a:pt x="1164336" y="469391"/>
                  </a:moveTo>
                  <a:lnTo>
                    <a:pt x="0" y="469391"/>
                  </a:lnTo>
                  <a:lnTo>
                    <a:pt x="0" y="0"/>
                  </a:lnTo>
                  <a:lnTo>
                    <a:pt x="1164336" y="0"/>
                  </a:lnTo>
                  <a:lnTo>
                    <a:pt x="1164336" y="469391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4662" y="3088525"/>
              <a:ext cx="1172210" cy="476250"/>
            </a:xfrm>
            <a:custGeom>
              <a:avLst/>
              <a:gdLst/>
              <a:ahLst/>
              <a:cxnLst/>
              <a:rect l="l" t="t" r="r" b="b"/>
              <a:pathLst>
                <a:path w="1172210" h="476250">
                  <a:moveTo>
                    <a:pt x="3810" y="472452"/>
                  </a:moveTo>
                  <a:lnTo>
                    <a:pt x="0" y="472452"/>
                  </a:lnTo>
                  <a:lnTo>
                    <a:pt x="0" y="441959"/>
                  </a:lnTo>
                  <a:lnTo>
                    <a:pt x="7620" y="441959"/>
                  </a:lnTo>
                  <a:lnTo>
                    <a:pt x="7620" y="468629"/>
                  </a:lnTo>
                  <a:lnTo>
                    <a:pt x="3810" y="468629"/>
                  </a:lnTo>
                  <a:lnTo>
                    <a:pt x="3810" y="472452"/>
                  </a:lnTo>
                  <a:close/>
                </a:path>
                <a:path w="1172210" h="476250">
                  <a:moveTo>
                    <a:pt x="16510" y="476249"/>
                  </a:moveTo>
                  <a:lnTo>
                    <a:pt x="3810" y="476249"/>
                  </a:lnTo>
                  <a:lnTo>
                    <a:pt x="3810" y="468629"/>
                  </a:lnTo>
                  <a:lnTo>
                    <a:pt x="7620" y="468629"/>
                  </a:lnTo>
                  <a:lnTo>
                    <a:pt x="7620" y="472452"/>
                  </a:lnTo>
                  <a:lnTo>
                    <a:pt x="16510" y="472452"/>
                  </a:lnTo>
                  <a:lnTo>
                    <a:pt x="16510" y="476249"/>
                  </a:lnTo>
                  <a:close/>
                </a:path>
                <a:path w="1172210" h="476250">
                  <a:moveTo>
                    <a:pt x="16510" y="472452"/>
                  </a:moveTo>
                  <a:lnTo>
                    <a:pt x="7620" y="472452"/>
                  </a:lnTo>
                  <a:lnTo>
                    <a:pt x="7620" y="468629"/>
                  </a:lnTo>
                  <a:lnTo>
                    <a:pt x="16510" y="468629"/>
                  </a:lnTo>
                  <a:lnTo>
                    <a:pt x="16510" y="472452"/>
                  </a:lnTo>
                  <a:close/>
                </a:path>
                <a:path w="1172210" h="476250">
                  <a:moveTo>
                    <a:pt x="7620" y="419099"/>
                  </a:moveTo>
                  <a:lnTo>
                    <a:pt x="0" y="419099"/>
                  </a:lnTo>
                  <a:lnTo>
                    <a:pt x="0" y="388632"/>
                  </a:lnTo>
                  <a:lnTo>
                    <a:pt x="7620" y="388632"/>
                  </a:lnTo>
                  <a:lnTo>
                    <a:pt x="7620" y="419099"/>
                  </a:lnTo>
                  <a:close/>
                </a:path>
                <a:path w="1172210" h="476250">
                  <a:moveTo>
                    <a:pt x="7620" y="365759"/>
                  </a:moveTo>
                  <a:lnTo>
                    <a:pt x="0" y="365759"/>
                  </a:lnTo>
                  <a:lnTo>
                    <a:pt x="0" y="335279"/>
                  </a:lnTo>
                  <a:lnTo>
                    <a:pt x="7620" y="335279"/>
                  </a:lnTo>
                  <a:lnTo>
                    <a:pt x="7620" y="365759"/>
                  </a:lnTo>
                  <a:close/>
                </a:path>
                <a:path w="1172210" h="476250">
                  <a:moveTo>
                    <a:pt x="7620" y="312432"/>
                  </a:moveTo>
                  <a:lnTo>
                    <a:pt x="0" y="312432"/>
                  </a:lnTo>
                  <a:lnTo>
                    <a:pt x="0" y="281952"/>
                  </a:lnTo>
                  <a:lnTo>
                    <a:pt x="7620" y="281952"/>
                  </a:lnTo>
                  <a:lnTo>
                    <a:pt x="7620" y="312432"/>
                  </a:lnTo>
                  <a:close/>
                </a:path>
                <a:path w="1172210" h="476250">
                  <a:moveTo>
                    <a:pt x="7620" y="259079"/>
                  </a:moveTo>
                  <a:lnTo>
                    <a:pt x="0" y="259079"/>
                  </a:lnTo>
                  <a:lnTo>
                    <a:pt x="0" y="228599"/>
                  </a:lnTo>
                  <a:lnTo>
                    <a:pt x="7620" y="228599"/>
                  </a:lnTo>
                  <a:lnTo>
                    <a:pt x="7620" y="259079"/>
                  </a:lnTo>
                  <a:close/>
                </a:path>
                <a:path w="1172210" h="476250">
                  <a:moveTo>
                    <a:pt x="7620" y="205752"/>
                  </a:moveTo>
                  <a:lnTo>
                    <a:pt x="0" y="205752"/>
                  </a:lnTo>
                  <a:lnTo>
                    <a:pt x="0" y="175259"/>
                  </a:lnTo>
                  <a:lnTo>
                    <a:pt x="7620" y="175259"/>
                  </a:lnTo>
                  <a:lnTo>
                    <a:pt x="7620" y="205752"/>
                  </a:lnTo>
                  <a:close/>
                </a:path>
                <a:path w="1172210" h="476250">
                  <a:moveTo>
                    <a:pt x="7620" y="152399"/>
                  </a:moveTo>
                  <a:lnTo>
                    <a:pt x="0" y="152399"/>
                  </a:lnTo>
                  <a:lnTo>
                    <a:pt x="0" y="121932"/>
                  </a:lnTo>
                  <a:lnTo>
                    <a:pt x="7620" y="121932"/>
                  </a:lnTo>
                  <a:lnTo>
                    <a:pt x="7620" y="152399"/>
                  </a:lnTo>
                  <a:close/>
                </a:path>
                <a:path w="1172210" h="476250">
                  <a:moveTo>
                    <a:pt x="7620" y="99072"/>
                  </a:moveTo>
                  <a:lnTo>
                    <a:pt x="0" y="99072"/>
                  </a:lnTo>
                  <a:lnTo>
                    <a:pt x="0" y="68592"/>
                  </a:lnTo>
                  <a:lnTo>
                    <a:pt x="7620" y="68592"/>
                  </a:lnTo>
                  <a:lnTo>
                    <a:pt x="7620" y="99072"/>
                  </a:lnTo>
                  <a:close/>
                </a:path>
                <a:path w="1172210" h="476250">
                  <a:moveTo>
                    <a:pt x="7620" y="45732"/>
                  </a:moveTo>
                  <a:lnTo>
                    <a:pt x="0" y="45732"/>
                  </a:lnTo>
                  <a:lnTo>
                    <a:pt x="0" y="15239"/>
                  </a:lnTo>
                  <a:lnTo>
                    <a:pt x="7620" y="15239"/>
                  </a:lnTo>
                  <a:lnTo>
                    <a:pt x="7620" y="45732"/>
                  </a:lnTo>
                  <a:close/>
                </a:path>
                <a:path w="1172210" h="476250">
                  <a:moveTo>
                    <a:pt x="45720" y="7632"/>
                  </a:moveTo>
                  <a:lnTo>
                    <a:pt x="15240" y="7632"/>
                  </a:lnTo>
                  <a:lnTo>
                    <a:pt x="15240" y="0"/>
                  </a:lnTo>
                  <a:lnTo>
                    <a:pt x="45720" y="0"/>
                  </a:lnTo>
                  <a:lnTo>
                    <a:pt x="45720" y="7632"/>
                  </a:lnTo>
                  <a:close/>
                </a:path>
                <a:path w="1172210" h="476250">
                  <a:moveTo>
                    <a:pt x="99060" y="7632"/>
                  </a:moveTo>
                  <a:lnTo>
                    <a:pt x="68580" y="7632"/>
                  </a:lnTo>
                  <a:lnTo>
                    <a:pt x="68580" y="0"/>
                  </a:lnTo>
                  <a:lnTo>
                    <a:pt x="99060" y="0"/>
                  </a:lnTo>
                  <a:lnTo>
                    <a:pt x="99060" y="7632"/>
                  </a:lnTo>
                  <a:close/>
                </a:path>
                <a:path w="1172210" h="476250">
                  <a:moveTo>
                    <a:pt x="152400" y="7632"/>
                  </a:moveTo>
                  <a:lnTo>
                    <a:pt x="121920" y="7632"/>
                  </a:lnTo>
                  <a:lnTo>
                    <a:pt x="121920" y="0"/>
                  </a:lnTo>
                  <a:lnTo>
                    <a:pt x="152400" y="0"/>
                  </a:lnTo>
                  <a:lnTo>
                    <a:pt x="152400" y="7632"/>
                  </a:lnTo>
                  <a:close/>
                </a:path>
                <a:path w="1172210" h="476250">
                  <a:moveTo>
                    <a:pt x="205739" y="7632"/>
                  </a:moveTo>
                  <a:lnTo>
                    <a:pt x="175260" y="7632"/>
                  </a:lnTo>
                  <a:lnTo>
                    <a:pt x="175260" y="0"/>
                  </a:lnTo>
                  <a:lnTo>
                    <a:pt x="205739" y="0"/>
                  </a:lnTo>
                  <a:lnTo>
                    <a:pt x="205739" y="7632"/>
                  </a:lnTo>
                  <a:close/>
                </a:path>
                <a:path w="1172210" h="476250">
                  <a:moveTo>
                    <a:pt x="259079" y="7632"/>
                  </a:moveTo>
                  <a:lnTo>
                    <a:pt x="228600" y="7632"/>
                  </a:lnTo>
                  <a:lnTo>
                    <a:pt x="228600" y="0"/>
                  </a:lnTo>
                  <a:lnTo>
                    <a:pt x="259079" y="0"/>
                  </a:lnTo>
                  <a:lnTo>
                    <a:pt x="259079" y="7632"/>
                  </a:lnTo>
                  <a:close/>
                </a:path>
                <a:path w="1172210" h="476250">
                  <a:moveTo>
                    <a:pt x="312420" y="7632"/>
                  </a:moveTo>
                  <a:lnTo>
                    <a:pt x="281939" y="7632"/>
                  </a:lnTo>
                  <a:lnTo>
                    <a:pt x="281939" y="0"/>
                  </a:lnTo>
                  <a:lnTo>
                    <a:pt x="312420" y="0"/>
                  </a:lnTo>
                  <a:lnTo>
                    <a:pt x="312420" y="7632"/>
                  </a:lnTo>
                  <a:close/>
                </a:path>
                <a:path w="1172210" h="476250">
                  <a:moveTo>
                    <a:pt x="365760" y="7632"/>
                  </a:moveTo>
                  <a:lnTo>
                    <a:pt x="335280" y="7632"/>
                  </a:lnTo>
                  <a:lnTo>
                    <a:pt x="335280" y="0"/>
                  </a:lnTo>
                  <a:lnTo>
                    <a:pt x="365760" y="0"/>
                  </a:lnTo>
                  <a:lnTo>
                    <a:pt x="365760" y="7632"/>
                  </a:lnTo>
                  <a:close/>
                </a:path>
                <a:path w="1172210" h="476250">
                  <a:moveTo>
                    <a:pt x="419100" y="7632"/>
                  </a:moveTo>
                  <a:lnTo>
                    <a:pt x="388620" y="7632"/>
                  </a:lnTo>
                  <a:lnTo>
                    <a:pt x="388620" y="0"/>
                  </a:lnTo>
                  <a:lnTo>
                    <a:pt x="419100" y="0"/>
                  </a:lnTo>
                  <a:lnTo>
                    <a:pt x="419100" y="7632"/>
                  </a:lnTo>
                  <a:close/>
                </a:path>
                <a:path w="1172210" h="476250">
                  <a:moveTo>
                    <a:pt x="472439" y="7632"/>
                  </a:moveTo>
                  <a:lnTo>
                    <a:pt x="441960" y="7632"/>
                  </a:lnTo>
                  <a:lnTo>
                    <a:pt x="441960" y="0"/>
                  </a:lnTo>
                  <a:lnTo>
                    <a:pt x="472439" y="0"/>
                  </a:lnTo>
                  <a:lnTo>
                    <a:pt x="472439" y="7632"/>
                  </a:lnTo>
                  <a:close/>
                </a:path>
                <a:path w="1172210" h="476250">
                  <a:moveTo>
                    <a:pt x="525780" y="7632"/>
                  </a:moveTo>
                  <a:lnTo>
                    <a:pt x="495300" y="7632"/>
                  </a:lnTo>
                  <a:lnTo>
                    <a:pt x="495300" y="0"/>
                  </a:lnTo>
                  <a:lnTo>
                    <a:pt x="525780" y="0"/>
                  </a:lnTo>
                  <a:lnTo>
                    <a:pt x="525780" y="7632"/>
                  </a:lnTo>
                  <a:close/>
                </a:path>
                <a:path w="1172210" h="476250">
                  <a:moveTo>
                    <a:pt x="579120" y="7632"/>
                  </a:moveTo>
                  <a:lnTo>
                    <a:pt x="548640" y="7632"/>
                  </a:lnTo>
                  <a:lnTo>
                    <a:pt x="548640" y="0"/>
                  </a:lnTo>
                  <a:lnTo>
                    <a:pt x="579120" y="0"/>
                  </a:lnTo>
                  <a:lnTo>
                    <a:pt x="579120" y="7632"/>
                  </a:lnTo>
                  <a:close/>
                </a:path>
                <a:path w="1172210" h="476250">
                  <a:moveTo>
                    <a:pt x="632460" y="7632"/>
                  </a:moveTo>
                  <a:lnTo>
                    <a:pt x="601980" y="7632"/>
                  </a:lnTo>
                  <a:lnTo>
                    <a:pt x="601980" y="0"/>
                  </a:lnTo>
                  <a:lnTo>
                    <a:pt x="632460" y="0"/>
                  </a:lnTo>
                  <a:lnTo>
                    <a:pt x="632460" y="7632"/>
                  </a:lnTo>
                  <a:close/>
                </a:path>
                <a:path w="1172210" h="476250">
                  <a:moveTo>
                    <a:pt x="685800" y="7632"/>
                  </a:moveTo>
                  <a:lnTo>
                    <a:pt x="655320" y="7632"/>
                  </a:lnTo>
                  <a:lnTo>
                    <a:pt x="655320" y="0"/>
                  </a:lnTo>
                  <a:lnTo>
                    <a:pt x="685800" y="0"/>
                  </a:lnTo>
                  <a:lnTo>
                    <a:pt x="685800" y="7632"/>
                  </a:lnTo>
                  <a:close/>
                </a:path>
                <a:path w="1172210" h="476250">
                  <a:moveTo>
                    <a:pt x="739140" y="7632"/>
                  </a:moveTo>
                  <a:lnTo>
                    <a:pt x="708660" y="7632"/>
                  </a:lnTo>
                  <a:lnTo>
                    <a:pt x="708660" y="0"/>
                  </a:lnTo>
                  <a:lnTo>
                    <a:pt x="739140" y="0"/>
                  </a:lnTo>
                  <a:lnTo>
                    <a:pt x="739140" y="7632"/>
                  </a:lnTo>
                  <a:close/>
                </a:path>
                <a:path w="1172210" h="476250">
                  <a:moveTo>
                    <a:pt x="792480" y="7632"/>
                  </a:moveTo>
                  <a:lnTo>
                    <a:pt x="762000" y="7632"/>
                  </a:lnTo>
                  <a:lnTo>
                    <a:pt x="762000" y="0"/>
                  </a:lnTo>
                  <a:lnTo>
                    <a:pt x="792480" y="0"/>
                  </a:lnTo>
                  <a:lnTo>
                    <a:pt x="792480" y="7632"/>
                  </a:lnTo>
                  <a:close/>
                </a:path>
                <a:path w="1172210" h="476250">
                  <a:moveTo>
                    <a:pt x="845819" y="7632"/>
                  </a:moveTo>
                  <a:lnTo>
                    <a:pt x="815339" y="7632"/>
                  </a:lnTo>
                  <a:lnTo>
                    <a:pt x="815339" y="0"/>
                  </a:lnTo>
                  <a:lnTo>
                    <a:pt x="845819" y="0"/>
                  </a:lnTo>
                  <a:lnTo>
                    <a:pt x="845819" y="7632"/>
                  </a:lnTo>
                  <a:close/>
                </a:path>
                <a:path w="1172210" h="476250">
                  <a:moveTo>
                    <a:pt x="899160" y="7632"/>
                  </a:moveTo>
                  <a:lnTo>
                    <a:pt x="868680" y="7632"/>
                  </a:lnTo>
                  <a:lnTo>
                    <a:pt x="868680" y="0"/>
                  </a:lnTo>
                  <a:lnTo>
                    <a:pt x="899160" y="0"/>
                  </a:lnTo>
                  <a:lnTo>
                    <a:pt x="899160" y="7632"/>
                  </a:lnTo>
                  <a:close/>
                </a:path>
                <a:path w="1172210" h="476250">
                  <a:moveTo>
                    <a:pt x="952500" y="7632"/>
                  </a:moveTo>
                  <a:lnTo>
                    <a:pt x="922019" y="7632"/>
                  </a:lnTo>
                  <a:lnTo>
                    <a:pt x="922019" y="0"/>
                  </a:lnTo>
                  <a:lnTo>
                    <a:pt x="952500" y="0"/>
                  </a:lnTo>
                  <a:lnTo>
                    <a:pt x="952500" y="7632"/>
                  </a:lnTo>
                  <a:close/>
                </a:path>
                <a:path w="1172210" h="476250">
                  <a:moveTo>
                    <a:pt x="1005840" y="7632"/>
                  </a:moveTo>
                  <a:lnTo>
                    <a:pt x="975360" y="7632"/>
                  </a:lnTo>
                  <a:lnTo>
                    <a:pt x="975360" y="0"/>
                  </a:lnTo>
                  <a:lnTo>
                    <a:pt x="1005840" y="0"/>
                  </a:lnTo>
                  <a:lnTo>
                    <a:pt x="1005840" y="7632"/>
                  </a:lnTo>
                  <a:close/>
                </a:path>
                <a:path w="1172210" h="476250">
                  <a:moveTo>
                    <a:pt x="1059180" y="7632"/>
                  </a:moveTo>
                  <a:lnTo>
                    <a:pt x="1028700" y="7632"/>
                  </a:lnTo>
                  <a:lnTo>
                    <a:pt x="1028700" y="0"/>
                  </a:lnTo>
                  <a:lnTo>
                    <a:pt x="1059180" y="0"/>
                  </a:lnTo>
                  <a:lnTo>
                    <a:pt x="1059180" y="7632"/>
                  </a:lnTo>
                  <a:close/>
                </a:path>
                <a:path w="1172210" h="476250">
                  <a:moveTo>
                    <a:pt x="1112520" y="7632"/>
                  </a:moveTo>
                  <a:lnTo>
                    <a:pt x="1082040" y="7632"/>
                  </a:lnTo>
                  <a:lnTo>
                    <a:pt x="1082040" y="0"/>
                  </a:lnTo>
                  <a:lnTo>
                    <a:pt x="1112520" y="0"/>
                  </a:lnTo>
                  <a:lnTo>
                    <a:pt x="1112520" y="7632"/>
                  </a:lnTo>
                  <a:close/>
                </a:path>
                <a:path w="1172210" h="476250">
                  <a:moveTo>
                    <a:pt x="1165860" y="7632"/>
                  </a:moveTo>
                  <a:lnTo>
                    <a:pt x="1135380" y="7632"/>
                  </a:lnTo>
                  <a:lnTo>
                    <a:pt x="1135380" y="0"/>
                  </a:lnTo>
                  <a:lnTo>
                    <a:pt x="1165860" y="0"/>
                  </a:lnTo>
                  <a:lnTo>
                    <a:pt x="1165860" y="7632"/>
                  </a:lnTo>
                  <a:close/>
                </a:path>
                <a:path w="1172210" h="476250">
                  <a:moveTo>
                    <a:pt x="1172210" y="54622"/>
                  </a:moveTo>
                  <a:lnTo>
                    <a:pt x="1164590" y="54622"/>
                  </a:lnTo>
                  <a:lnTo>
                    <a:pt x="1164590" y="24142"/>
                  </a:lnTo>
                  <a:lnTo>
                    <a:pt x="1172210" y="24142"/>
                  </a:lnTo>
                  <a:lnTo>
                    <a:pt x="1172210" y="54622"/>
                  </a:lnTo>
                  <a:close/>
                </a:path>
                <a:path w="1172210" h="476250">
                  <a:moveTo>
                    <a:pt x="1172210" y="107949"/>
                  </a:moveTo>
                  <a:lnTo>
                    <a:pt x="1164590" y="107949"/>
                  </a:lnTo>
                  <a:lnTo>
                    <a:pt x="1164590" y="77482"/>
                  </a:lnTo>
                  <a:lnTo>
                    <a:pt x="1172210" y="77482"/>
                  </a:lnTo>
                  <a:lnTo>
                    <a:pt x="1172210" y="107949"/>
                  </a:lnTo>
                  <a:close/>
                </a:path>
                <a:path w="1172210" h="476250">
                  <a:moveTo>
                    <a:pt x="1172210" y="161289"/>
                  </a:moveTo>
                  <a:lnTo>
                    <a:pt x="1164590" y="161289"/>
                  </a:lnTo>
                  <a:lnTo>
                    <a:pt x="1164590" y="130822"/>
                  </a:lnTo>
                  <a:lnTo>
                    <a:pt x="1172210" y="130822"/>
                  </a:lnTo>
                  <a:lnTo>
                    <a:pt x="1172210" y="161289"/>
                  </a:lnTo>
                  <a:close/>
                </a:path>
                <a:path w="1172210" h="476250">
                  <a:moveTo>
                    <a:pt x="1172210" y="214629"/>
                  </a:moveTo>
                  <a:lnTo>
                    <a:pt x="1164590" y="214629"/>
                  </a:lnTo>
                  <a:lnTo>
                    <a:pt x="1164590" y="184149"/>
                  </a:lnTo>
                  <a:lnTo>
                    <a:pt x="1172210" y="184149"/>
                  </a:lnTo>
                  <a:lnTo>
                    <a:pt x="1172210" y="214629"/>
                  </a:lnTo>
                  <a:close/>
                </a:path>
                <a:path w="1172210" h="476250">
                  <a:moveTo>
                    <a:pt x="1172210" y="267982"/>
                  </a:moveTo>
                  <a:lnTo>
                    <a:pt x="1164590" y="267982"/>
                  </a:lnTo>
                  <a:lnTo>
                    <a:pt x="1164590" y="237502"/>
                  </a:lnTo>
                  <a:lnTo>
                    <a:pt x="1172210" y="237502"/>
                  </a:lnTo>
                  <a:lnTo>
                    <a:pt x="1172210" y="267982"/>
                  </a:lnTo>
                  <a:close/>
                </a:path>
                <a:path w="1172210" h="476250">
                  <a:moveTo>
                    <a:pt x="1172210" y="321309"/>
                  </a:moveTo>
                  <a:lnTo>
                    <a:pt x="1164590" y="321309"/>
                  </a:lnTo>
                  <a:lnTo>
                    <a:pt x="1164590" y="290829"/>
                  </a:lnTo>
                  <a:lnTo>
                    <a:pt x="1172210" y="290829"/>
                  </a:lnTo>
                  <a:lnTo>
                    <a:pt x="1172210" y="321309"/>
                  </a:lnTo>
                  <a:close/>
                </a:path>
                <a:path w="1172210" h="476250">
                  <a:moveTo>
                    <a:pt x="1172210" y="374649"/>
                  </a:moveTo>
                  <a:lnTo>
                    <a:pt x="1164590" y="374649"/>
                  </a:lnTo>
                  <a:lnTo>
                    <a:pt x="1164590" y="344182"/>
                  </a:lnTo>
                  <a:lnTo>
                    <a:pt x="1172210" y="344182"/>
                  </a:lnTo>
                  <a:lnTo>
                    <a:pt x="1172210" y="374649"/>
                  </a:lnTo>
                  <a:close/>
                </a:path>
                <a:path w="1172210" h="476250">
                  <a:moveTo>
                    <a:pt x="1172210" y="428002"/>
                  </a:moveTo>
                  <a:lnTo>
                    <a:pt x="1164590" y="428002"/>
                  </a:lnTo>
                  <a:lnTo>
                    <a:pt x="1164590" y="397509"/>
                  </a:lnTo>
                  <a:lnTo>
                    <a:pt x="1172210" y="397509"/>
                  </a:lnTo>
                  <a:lnTo>
                    <a:pt x="1172210" y="428002"/>
                  </a:lnTo>
                  <a:close/>
                </a:path>
                <a:path w="1172210" h="476250">
                  <a:moveTo>
                    <a:pt x="1164590" y="472452"/>
                  </a:moveTo>
                  <a:lnTo>
                    <a:pt x="1164590" y="450849"/>
                  </a:lnTo>
                  <a:lnTo>
                    <a:pt x="1172210" y="450849"/>
                  </a:lnTo>
                  <a:lnTo>
                    <a:pt x="1172210" y="468629"/>
                  </a:lnTo>
                  <a:lnTo>
                    <a:pt x="1168400" y="468629"/>
                  </a:lnTo>
                  <a:lnTo>
                    <a:pt x="1164590" y="472452"/>
                  </a:lnTo>
                  <a:close/>
                </a:path>
                <a:path w="1172210" h="476250">
                  <a:moveTo>
                    <a:pt x="1172210" y="476249"/>
                  </a:moveTo>
                  <a:lnTo>
                    <a:pt x="1159510" y="476249"/>
                  </a:lnTo>
                  <a:lnTo>
                    <a:pt x="1159510" y="468629"/>
                  </a:lnTo>
                  <a:lnTo>
                    <a:pt x="1164590" y="468629"/>
                  </a:lnTo>
                  <a:lnTo>
                    <a:pt x="1164590" y="472452"/>
                  </a:lnTo>
                  <a:lnTo>
                    <a:pt x="1172210" y="472452"/>
                  </a:lnTo>
                  <a:lnTo>
                    <a:pt x="1172210" y="476249"/>
                  </a:lnTo>
                  <a:close/>
                </a:path>
                <a:path w="1172210" h="476250">
                  <a:moveTo>
                    <a:pt x="1172210" y="472452"/>
                  </a:moveTo>
                  <a:lnTo>
                    <a:pt x="1164590" y="472452"/>
                  </a:lnTo>
                  <a:lnTo>
                    <a:pt x="1168400" y="468629"/>
                  </a:lnTo>
                  <a:lnTo>
                    <a:pt x="1172210" y="468629"/>
                  </a:lnTo>
                  <a:lnTo>
                    <a:pt x="1172210" y="472452"/>
                  </a:lnTo>
                  <a:close/>
                </a:path>
                <a:path w="1172210" h="476250">
                  <a:moveTo>
                    <a:pt x="1136650" y="476249"/>
                  </a:moveTo>
                  <a:lnTo>
                    <a:pt x="1106170" y="476249"/>
                  </a:lnTo>
                  <a:lnTo>
                    <a:pt x="1106170" y="468629"/>
                  </a:lnTo>
                  <a:lnTo>
                    <a:pt x="1136650" y="468629"/>
                  </a:lnTo>
                  <a:lnTo>
                    <a:pt x="1136650" y="476249"/>
                  </a:lnTo>
                  <a:close/>
                </a:path>
                <a:path w="1172210" h="476250">
                  <a:moveTo>
                    <a:pt x="1083310" y="476249"/>
                  </a:moveTo>
                  <a:lnTo>
                    <a:pt x="1052830" y="476249"/>
                  </a:lnTo>
                  <a:lnTo>
                    <a:pt x="1052830" y="468629"/>
                  </a:lnTo>
                  <a:lnTo>
                    <a:pt x="1083310" y="468629"/>
                  </a:lnTo>
                  <a:lnTo>
                    <a:pt x="1083310" y="476249"/>
                  </a:lnTo>
                  <a:close/>
                </a:path>
                <a:path w="1172210" h="476250">
                  <a:moveTo>
                    <a:pt x="1029970" y="476249"/>
                  </a:moveTo>
                  <a:lnTo>
                    <a:pt x="999490" y="476249"/>
                  </a:lnTo>
                  <a:lnTo>
                    <a:pt x="999490" y="468629"/>
                  </a:lnTo>
                  <a:lnTo>
                    <a:pt x="1029970" y="468629"/>
                  </a:lnTo>
                  <a:lnTo>
                    <a:pt x="1029970" y="476249"/>
                  </a:lnTo>
                  <a:close/>
                </a:path>
                <a:path w="1172210" h="476250">
                  <a:moveTo>
                    <a:pt x="976630" y="476249"/>
                  </a:moveTo>
                  <a:lnTo>
                    <a:pt x="946150" y="476249"/>
                  </a:lnTo>
                  <a:lnTo>
                    <a:pt x="946150" y="468629"/>
                  </a:lnTo>
                  <a:lnTo>
                    <a:pt x="976630" y="468629"/>
                  </a:lnTo>
                  <a:lnTo>
                    <a:pt x="976630" y="476249"/>
                  </a:lnTo>
                  <a:close/>
                </a:path>
                <a:path w="1172210" h="476250">
                  <a:moveTo>
                    <a:pt x="923289" y="476249"/>
                  </a:moveTo>
                  <a:lnTo>
                    <a:pt x="892810" y="476249"/>
                  </a:lnTo>
                  <a:lnTo>
                    <a:pt x="892810" y="468629"/>
                  </a:lnTo>
                  <a:lnTo>
                    <a:pt x="923289" y="468629"/>
                  </a:lnTo>
                  <a:lnTo>
                    <a:pt x="923289" y="476249"/>
                  </a:lnTo>
                  <a:close/>
                </a:path>
                <a:path w="1172210" h="476250">
                  <a:moveTo>
                    <a:pt x="869950" y="476249"/>
                  </a:moveTo>
                  <a:lnTo>
                    <a:pt x="839469" y="476249"/>
                  </a:lnTo>
                  <a:lnTo>
                    <a:pt x="839469" y="468629"/>
                  </a:lnTo>
                  <a:lnTo>
                    <a:pt x="869950" y="468629"/>
                  </a:lnTo>
                  <a:lnTo>
                    <a:pt x="869950" y="476249"/>
                  </a:lnTo>
                  <a:close/>
                </a:path>
                <a:path w="1172210" h="476250">
                  <a:moveTo>
                    <a:pt x="816610" y="476249"/>
                  </a:moveTo>
                  <a:lnTo>
                    <a:pt x="786130" y="476249"/>
                  </a:lnTo>
                  <a:lnTo>
                    <a:pt x="786130" y="468629"/>
                  </a:lnTo>
                  <a:lnTo>
                    <a:pt x="816610" y="468629"/>
                  </a:lnTo>
                  <a:lnTo>
                    <a:pt x="816610" y="476249"/>
                  </a:lnTo>
                  <a:close/>
                </a:path>
                <a:path w="1172210" h="476250">
                  <a:moveTo>
                    <a:pt x="763270" y="476249"/>
                  </a:moveTo>
                  <a:lnTo>
                    <a:pt x="732790" y="476249"/>
                  </a:lnTo>
                  <a:lnTo>
                    <a:pt x="732790" y="468629"/>
                  </a:lnTo>
                  <a:lnTo>
                    <a:pt x="763270" y="468629"/>
                  </a:lnTo>
                  <a:lnTo>
                    <a:pt x="763270" y="476249"/>
                  </a:lnTo>
                  <a:close/>
                </a:path>
                <a:path w="1172210" h="476250">
                  <a:moveTo>
                    <a:pt x="709930" y="476249"/>
                  </a:moveTo>
                  <a:lnTo>
                    <a:pt x="679450" y="476249"/>
                  </a:lnTo>
                  <a:lnTo>
                    <a:pt x="679450" y="468629"/>
                  </a:lnTo>
                  <a:lnTo>
                    <a:pt x="709930" y="468629"/>
                  </a:lnTo>
                  <a:lnTo>
                    <a:pt x="709930" y="476249"/>
                  </a:lnTo>
                  <a:close/>
                </a:path>
                <a:path w="1172210" h="476250">
                  <a:moveTo>
                    <a:pt x="656590" y="476249"/>
                  </a:moveTo>
                  <a:lnTo>
                    <a:pt x="626110" y="476249"/>
                  </a:lnTo>
                  <a:lnTo>
                    <a:pt x="626110" y="468629"/>
                  </a:lnTo>
                  <a:lnTo>
                    <a:pt x="656590" y="468629"/>
                  </a:lnTo>
                  <a:lnTo>
                    <a:pt x="656590" y="476249"/>
                  </a:lnTo>
                  <a:close/>
                </a:path>
                <a:path w="1172210" h="476250">
                  <a:moveTo>
                    <a:pt x="603250" y="476249"/>
                  </a:moveTo>
                  <a:lnTo>
                    <a:pt x="572770" y="476249"/>
                  </a:lnTo>
                  <a:lnTo>
                    <a:pt x="572770" y="468629"/>
                  </a:lnTo>
                  <a:lnTo>
                    <a:pt x="603250" y="468629"/>
                  </a:lnTo>
                  <a:lnTo>
                    <a:pt x="603250" y="476249"/>
                  </a:lnTo>
                  <a:close/>
                </a:path>
                <a:path w="1172210" h="476250">
                  <a:moveTo>
                    <a:pt x="549910" y="476249"/>
                  </a:moveTo>
                  <a:lnTo>
                    <a:pt x="519430" y="476249"/>
                  </a:lnTo>
                  <a:lnTo>
                    <a:pt x="519430" y="468629"/>
                  </a:lnTo>
                  <a:lnTo>
                    <a:pt x="549910" y="468629"/>
                  </a:lnTo>
                  <a:lnTo>
                    <a:pt x="549910" y="476249"/>
                  </a:lnTo>
                  <a:close/>
                </a:path>
                <a:path w="1172210" h="476250">
                  <a:moveTo>
                    <a:pt x="496570" y="476249"/>
                  </a:moveTo>
                  <a:lnTo>
                    <a:pt x="466089" y="476249"/>
                  </a:lnTo>
                  <a:lnTo>
                    <a:pt x="466089" y="468629"/>
                  </a:lnTo>
                  <a:lnTo>
                    <a:pt x="496570" y="468629"/>
                  </a:lnTo>
                  <a:lnTo>
                    <a:pt x="496570" y="476249"/>
                  </a:lnTo>
                  <a:close/>
                </a:path>
                <a:path w="1172210" h="476250">
                  <a:moveTo>
                    <a:pt x="443230" y="476249"/>
                  </a:moveTo>
                  <a:lnTo>
                    <a:pt x="412750" y="476249"/>
                  </a:lnTo>
                  <a:lnTo>
                    <a:pt x="412750" y="468629"/>
                  </a:lnTo>
                  <a:lnTo>
                    <a:pt x="443230" y="468629"/>
                  </a:lnTo>
                  <a:lnTo>
                    <a:pt x="443230" y="476249"/>
                  </a:lnTo>
                  <a:close/>
                </a:path>
                <a:path w="1172210" h="476250">
                  <a:moveTo>
                    <a:pt x="389889" y="476249"/>
                  </a:moveTo>
                  <a:lnTo>
                    <a:pt x="359410" y="476249"/>
                  </a:lnTo>
                  <a:lnTo>
                    <a:pt x="359410" y="468629"/>
                  </a:lnTo>
                  <a:lnTo>
                    <a:pt x="389889" y="468629"/>
                  </a:lnTo>
                  <a:lnTo>
                    <a:pt x="389889" y="476249"/>
                  </a:lnTo>
                  <a:close/>
                </a:path>
                <a:path w="1172210" h="476250">
                  <a:moveTo>
                    <a:pt x="336550" y="476249"/>
                  </a:moveTo>
                  <a:lnTo>
                    <a:pt x="306070" y="476249"/>
                  </a:lnTo>
                  <a:lnTo>
                    <a:pt x="306070" y="468629"/>
                  </a:lnTo>
                  <a:lnTo>
                    <a:pt x="336550" y="468629"/>
                  </a:lnTo>
                  <a:lnTo>
                    <a:pt x="336550" y="476249"/>
                  </a:lnTo>
                  <a:close/>
                </a:path>
                <a:path w="1172210" h="476250">
                  <a:moveTo>
                    <a:pt x="283210" y="476249"/>
                  </a:moveTo>
                  <a:lnTo>
                    <a:pt x="252729" y="476249"/>
                  </a:lnTo>
                  <a:lnTo>
                    <a:pt x="252729" y="468629"/>
                  </a:lnTo>
                  <a:lnTo>
                    <a:pt x="283210" y="468629"/>
                  </a:lnTo>
                  <a:lnTo>
                    <a:pt x="283210" y="476249"/>
                  </a:lnTo>
                  <a:close/>
                </a:path>
                <a:path w="1172210" h="476250">
                  <a:moveTo>
                    <a:pt x="229870" y="476249"/>
                  </a:moveTo>
                  <a:lnTo>
                    <a:pt x="199389" y="476249"/>
                  </a:lnTo>
                  <a:lnTo>
                    <a:pt x="199389" y="468629"/>
                  </a:lnTo>
                  <a:lnTo>
                    <a:pt x="229870" y="468629"/>
                  </a:lnTo>
                  <a:lnTo>
                    <a:pt x="229870" y="476249"/>
                  </a:lnTo>
                  <a:close/>
                </a:path>
                <a:path w="1172210" h="476250">
                  <a:moveTo>
                    <a:pt x="176529" y="476249"/>
                  </a:moveTo>
                  <a:lnTo>
                    <a:pt x="146050" y="476249"/>
                  </a:lnTo>
                  <a:lnTo>
                    <a:pt x="146050" y="468629"/>
                  </a:lnTo>
                  <a:lnTo>
                    <a:pt x="176529" y="468629"/>
                  </a:lnTo>
                  <a:lnTo>
                    <a:pt x="176529" y="476249"/>
                  </a:lnTo>
                  <a:close/>
                </a:path>
                <a:path w="1172210" h="476250">
                  <a:moveTo>
                    <a:pt x="123190" y="476249"/>
                  </a:moveTo>
                  <a:lnTo>
                    <a:pt x="92710" y="476249"/>
                  </a:lnTo>
                  <a:lnTo>
                    <a:pt x="92710" y="468629"/>
                  </a:lnTo>
                  <a:lnTo>
                    <a:pt x="123190" y="468629"/>
                  </a:lnTo>
                  <a:lnTo>
                    <a:pt x="123190" y="476249"/>
                  </a:lnTo>
                  <a:close/>
                </a:path>
                <a:path w="1172210" h="476250">
                  <a:moveTo>
                    <a:pt x="69850" y="476249"/>
                  </a:moveTo>
                  <a:lnTo>
                    <a:pt x="39370" y="476249"/>
                  </a:lnTo>
                  <a:lnTo>
                    <a:pt x="39370" y="468629"/>
                  </a:lnTo>
                  <a:lnTo>
                    <a:pt x="69850" y="468629"/>
                  </a:lnTo>
                  <a:lnTo>
                    <a:pt x="69850" y="4762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6679" y="2618625"/>
            <a:ext cx="2862580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00"/>
              </a:spcBef>
              <a:tabLst>
                <a:tab pos="2044700" algn="l"/>
              </a:tabLst>
            </a:pPr>
            <a:r>
              <a:rPr sz="1800" spc="-10" dirty="0">
                <a:latin typeface="Times New Roman"/>
                <a:cs typeface="Times New Roman"/>
              </a:rPr>
              <a:t>Aggregation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Read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 marL="791845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Rewrite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240189" y="2719628"/>
            <a:ext cx="1172210" cy="476250"/>
            <a:chOff x="3240189" y="2719628"/>
            <a:chExt cx="1172210" cy="476250"/>
          </a:xfrm>
        </p:grpSpPr>
        <p:sp>
          <p:nvSpPr>
            <p:cNvPr id="30" name="object 30"/>
            <p:cNvSpPr/>
            <p:nvPr/>
          </p:nvSpPr>
          <p:spPr>
            <a:xfrm>
              <a:off x="3244595" y="2723387"/>
              <a:ext cx="1164590" cy="469900"/>
            </a:xfrm>
            <a:custGeom>
              <a:avLst/>
              <a:gdLst/>
              <a:ahLst/>
              <a:cxnLst/>
              <a:rect l="l" t="t" r="r" b="b"/>
              <a:pathLst>
                <a:path w="1164589" h="469900">
                  <a:moveTo>
                    <a:pt x="1164335" y="469392"/>
                  </a:moveTo>
                  <a:lnTo>
                    <a:pt x="0" y="469392"/>
                  </a:lnTo>
                  <a:lnTo>
                    <a:pt x="0" y="0"/>
                  </a:lnTo>
                  <a:lnTo>
                    <a:pt x="1164335" y="0"/>
                  </a:lnTo>
                  <a:lnTo>
                    <a:pt x="1164335" y="469392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40189" y="2719628"/>
              <a:ext cx="1172210" cy="476250"/>
            </a:xfrm>
            <a:custGeom>
              <a:avLst/>
              <a:gdLst/>
              <a:ahLst/>
              <a:cxnLst/>
              <a:rect l="l" t="t" r="r" b="b"/>
              <a:pathLst>
                <a:path w="1172210" h="476250">
                  <a:moveTo>
                    <a:pt x="3809" y="472439"/>
                  </a:moveTo>
                  <a:lnTo>
                    <a:pt x="0" y="472439"/>
                  </a:lnTo>
                  <a:lnTo>
                    <a:pt x="0" y="441959"/>
                  </a:lnTo>
                  <a:lnTo>
                    <a:pt x="7619" y="441959"/>
                  </a:lnTo>
                  <a:lnTo>
                    <a:pt x="7619" y="468630"/>
                  </a:lnTo>
                  <a:lnTo>
                    <a:pt x="3809" y="468630"/>
                  </a:lnTo>
                  <a:lnTo>
                    <a:pt x="3809" y="472439"/>
                  </a:lnTo>
                  <a:close/>
                </a:path>
                <a:path w="1172210" h="476250">
                  <a:moveTo>
                    <a:pt x="16497" y="476250"/>
                  </a:moveTo>
                  <a:lnTo>
                    <a:pt x="3809" y="476250"/>
                  </a:lnTo>
                  <a:lnTo>
                    <a:pt x="3809" y="468630"/>
                  </a:lnTo>
                  <a:lnTo>
                    <a:pt x="7619" y="468630"/>
                  </a:lnTo>
                  <a:lnTo>
                    <a:pt x="7619" y="472439"/>
                  </a:lnTo>
                  <a:lnTo>
                    <a:pt x="16497" y="472439"/>
                  </a:lnTo>
                  <a:lnTo>
                    <a:pt x="16497" y="476250"/>
                  </a:lnTo>
                  <a:close/>
                </a:path>
                <a:path w="1172210" h="476250">
                  <a:moveTo>
                    <a:pt x="16497" y="472439"/>
                  </a:moveTo>
                  <a:lnTo>
                    <a:pt x="7619" y="472439"/>
                  </a:lnTo>
                  <a:lnTo>
                    <a:pt x="7619" y="468630"/>
                  </a:lnTo>
                  <a:lnTo>
                    <a:pt x="16497" y="468630"/>
                  </a:lnTo>
                  <a:lnTo>
                    <a:pt x="16497" y="472439"/>
                  </a:lnTo>
                  <a:close/>
                </a:path>
                <a:path w="1172210" h="476250">
                  <a:moveTo>
                    <a:pt x="7619" y="419100"/>
                  </a:moveTo>
                  <a:lnTo>
                    <a:pt x="0" y="419100"/>
                  </a:lnTo>
                  <a:lnTo>
                    <a:pt x="0" y="388619"/>
                  </a:lnTo>
                  <a:lnTo>
                    <a:pt x="7619" y="388619"/>
                  </a:lnTo>
                  <a:lnTo>
                    <a:pt x="7619" y="419100"/>
                  </a:lnTo>
                  <a:close/>
                </a:path>
                <a:path w="1172210" h="476250">
                  <a:moveTo>
                    <a:pt x="7619" y="365759"/>
                  </a:moveTo>
                  <a:lnTo>
                    <a:pt x="0" y="365759"/>
                  </a:lnTo>
                  <a:lnTo>
                    <a:pt x="0" y="335280"/>
                  </a:lnTo>
                  <a:lnTo>
                    <a:pt x="7619" y="335280"/>
                  </a:lnTo>
                  <a:lnTo>
                    <a:pt x="7619" y="365759"/>
                  </a:lnTo>
                  <a:close/>
                </a:path>
                <a:path w="1172210" h="476250">
                  <a:moveTo>
                    <a:pt x="7619" y="312419"/>
                  </a:moveTo>
                  <a:lnTo>
                    <a:pt x="0" y="312419"/>
                  </a:lnTo>
                  <a:lnTo>
                    <a:pt x="0" y="281939"/>
                  </a:lnTo>
                  <a:lnTo>
                    <a:pt x="7619" y="281939"/>
                  </a:lnTo>
                  <a:lnTo>
                    <a:pt x="7619" y="312419"/>
                  </a:lnTo>
                  <a:close/>
                </a:path>
                <a:path w="1172210" h="476250">
                  <a:moveTo>
                    <a:pt x="7619" y="259080"/>
                  </a:moveTo>
                  <a:lnTo>
                    <a:pt x="0" y="259080"/>
                  </a:lnTo>
                  <a:lnTo>
                    <a:pt x="0" y="228600"/>
                  </a:lnTo>
                  <a:lnTo>
                    <a:pt x="7619" y="228600"/>
                  </a:lnTo>
                  <a:lnTo>
                    <a:pt x="7619" y="259080"/>
                  </a:lnTo>
                  <a:close/>
                </a:path>
                <a:path w="1172210" h="476250">
                  <a:moveTo>
                    <a:pt x="7619" y="205739"/>
                  </a:moveTo>
                  <a:lnTo>
                    <a:pt x="0" y="205739"/>
                  </a:lnTo>
                  <a:lnTo>
                    <a:pt x="0" y="175259"/>
                  </a:lnTo>
                  <a:lnTo>
                    <a:pt x="7619" y="175259"/>
                  </a:lnTo>
                  <a:lnTo>
                    <a:pt x="7619" y="205739"/>
                  </a:lnTo>
                  <a:close/>
                </a:path>
                <a:path w="1172210" h="476250">
                  <a:moveTo>
                    <a:pt x="7619" y="152400"/>
                  </a:moveTo>
                  <a:lnTo>
                    <a:pt x="0" y="152400"/>
                  </a:lnTo>
                  <a:lnTo>
                    <a:pt x="0" y="121919"/>
                  </a:lnTo>
                  <a:lnTo>
                    <a:pt x="7619" y="121919"/>
                  </a:lnTo>
                  <a:lnTo>
                    <a:pt x="7619" y="152400"/>
                  </a:lnTo>
                  <a:close/>
                </a:path>
                <a:path w="1172210" h="476250">
                  <a:moveTo>
                    <a:pt x="7619" y="99059"/>
                  </a:moveTo>
                  <a:lnTo>
                    <a:pt x="0" y="99059"/>
                  </a:lnTo>
                  <a:lnTo>
                    <a:pt x="0" y="68580"/>
                  </a:lnTo>
                  <a:lnTo>
                    <a:pt x="7619" y="68580"/>
                  </a:lnTo>
                  <a:lnTo>
                    <a:pt x="7619" y="99059"/>
                  </a:lnTo>
                  <a:close/>
                </a:path>
                <a:path w="1172210" h="476250">
                  <a:moveTo>
                    <a:pt x="7619" y="45719"/>
                  </a:moveTo>
                  <a:lnTo>
                    <a:pt x="0" y="45719"/>
                  </a:lnTo>
                  <a:lnTo>
                    <a:pt x="0" y="15239"/>
                  </a:lnTo>
                  <a:lnTo>
                    <a:pt x="7619" y="15239"/>
                  </a:lnTo>
                  <a:lnTo>
                    <a:pt x="7619" y="45719"/>
                  </a:lnTo>
                  <a:close/>
                </a:path>
                <a:path w="1172210" h="476250">
                  <a:moveTo>
                    <a:pt x="45719" y="7619"/>
                  </a:moveTo>
                  <a:lnTo>
                    <a:pt x="15240" y="7619"/>
                  </a:lnTo>
                  <a:lnTo>
                    <a:pt x="15240" y="0"/>
                  </a:lnTo>
                  <a:lnTo>
                    <a:pt x="45719" y="0"/>
                  </a:lnTo>
                  <a:lnTo>
                    <a:pt x="45719" y="7619"/>
                  </a:lnTo>
                  <a:close/>
                </a:path>
                <a:path w="1172210" h="476250">
                  <a:moveTo>
                    <a:pt x="99047" y="7619"/>
                  </a:moveTo>
                  <a:lnTo>
                    <a:pt x="68580" y="7619"/>
                  </a:lnTo>
                  <a:lnTo>
                    <a:pt x="68580" y="0"/>
                  </a:lnTo>
                  <a:lnTo>
                    <a:pt x="99047" y="0"/>
                  </a:lnTo>
                  <a:lnTo>
                    <a:pt x="99047" y="7619"/>
                  </a:lnTo>
                  <a:close/>
                </a:path>
                <a:path w="1172210" h="476250">
                  <a:moveTo>
                    <a:pt x="152399" y="7619"/>
                  </a:moveTo>
                  <a:lnTo>
                    <a:pt x="121919" y="7619"/>
                  </a:lnTo>
                  <a:lnTo>
                    <a:pt x="121919" y="0"/>
                  </a:lnTo>
                  <a:lnTo>
                    <a:pt x="152399" y="0"/>
                  </a:lnTo>
                  <a:lnTo>
                    <a:pt x="152399" y="7619"/>
                  </a:lnTo>
                  <a:close/>
                </a:path>
                <a:path w="1172210" h="476250">
                  <a:moveTo>
                    <a:pt x="205740" y="7619"/>
                  </a:moveTo>
                  <a:lnTo>
                    <a:pt x="175247" y="7619"/>
                  </a:lnTo>
                  <a:lnTo>
                    <a:pt x="175247" y="0"/>
                  </a:lnTo>
                  <a:lnTo>
                    <a:pt x="205740" y="0"/>
                  </a:lnTo>
                  <a:lnTo>
                    <a:pt x="205740" y="7619"/>
                  </a:lnTo>
                  <a:close/>
                </a:path>
                <a:path w="1172210" h="476250">
                  <a:moveTo>
                    <a:pt x="259080" y="7619"/>
                  </a:moveTo>
                  <a:lnTo>
                    <a:pt x="228599" y="7619"/>
                  </a:lnTo>
                  <a:lnTo>
                    <a:pt x="228599" y="0"/>
                  </a:lnTo>
                  <a:lnTo>
                    <a:pt x="259080" y="0"/>
                  </a:lnTo>
                  <a:lnTo>
                    <a:pt x="259080" y="7619"/>
                  </a:lnTo>
                  <a:close/>
                </a:path>
                <a:path w="1172210" h="476250">
                  <a:moveTo>
                    <a:pt x="312419" y="7619"/>
                  </a:moveTo>
                  <a:lnTo>
                    <a:pt x="281940" y="7619"/>
                  </a:lnTo>
                  <a:lnTo>
                    <a:pt x="281940" y="0"/>
                  </a:lnTo>
                  <a:lnTo>
                    <a:pt x="312419" y="0"/>
                  </a:lnTo>
                  <a:lnTo>
                    <a:pt x="312419" y="7619"/>
                  </a:lnTo>
                  <a:close/>
                </a:path>
                <a:path w="1172210" h="476250">
                  <a:moveTo>
                    <a:pt x="365747" y="7619"/>
                  </a:moveTo>
                  <a:lnTo>
                    <a:pt x="335280" y="7619"/>
                  </a:lnTo>
                  <a:lnTo>
                    <a:pt x="335280" y="0"/>
                  </a:lnTo>
                  <a:lnTo>
                    <a:pt x="365747" y="0"/>
                  </a:lnTo>
                  <a:lnTo>
                    <a:pt x="365747" y="7619"/>
                  </a:lnTo>
                  <a:close/>
                </a:path>
                <a:path w="1172210" h="476250">
                  <a:moveTo>
                    <a:pt x="419099" y="7619"/>
                  </a:moveTo>
                  <a:lnTo>
                    <a:pt x="388619" y="7619"/>
                  </a:lnTo>
                  <a:lnTo>
                    <a:pt x="388619" y="0"/>
                  </a:lnTo>
                  <a:lnTo>
                    <a:pt x="419099" y="0"/>
                  </a:lnTo>
                  <a:lnTo>
                    <a:pt x="419099" y="7619"/>
                  </a:lnTo>
                  <a:close/>
                </a:path>
                <a:path w="1172210" h="476250">
                  <a:moveTo>
                    <a:pt x="472440" y="7619"/>
                  </a:moveTo>
                  <a:lnTo>
                    <a:pt x="441947" y="7619"/>
                  </a:lnTo>
                  <a:lnTo>
                    <a:pt x="441947" y="0"/>
                  </a:lnTo>
                  <a:lnTo>
                    <a:pt x="472440" y="0"/>
                  </a:lnTo>
                  <a:lnTo>
                    <a:pt x="472440" y="7619"/>
                  </a:lnTo>
                  <a:close/>
                </a:path>
                <a:path w="1172210" h="476250">
                  <a:moveTo>
                    <a:pt x="525780" y="7619"/>
                  </a:moveTo>
                  <a:lnTo>
                    <a:pt x="495299" y="7619"/>
                  </a:lnTo>
                  <a:lnTo>
                    <a:pt x="495299" y="0"/>
                  </a:lnTo>
                  <a:lnTo>
                    <a:pt x="525780" y="0"/>
                  </a:lnTo>
                  <a:lnTo>
                    <a:pt x="525780" y="7619"/>
                  </a:lnTo>
                  <a:close/>
                </a:path>
                <a:path w="1172210" h="476250">
                  <a:moveTo>
                    <a:pt x="579119" y="7619"/>
                  </a:moveTo>
                  <a:lnTo>
                    <a:pt x="548640" y="7619"/>
                  </a:lnTo>
                  <a:lnTo>
                    <a:pt x="548640" y="0"/>
                  </a:lnTo>
                  <a:lnTo>
                    <a:pt x="579119" y="0"/>
                  </a:lnTo>
                  <a:lnTo>
                    <a:pt x="579119" y="7619"/>
                  </a:lnTo>
                  <a:close/>
                </a:path>
                <a:path w="1172210" h="476250">
                  <a:moveTo>
                    <a:pt x="632447" y="7619"/>
                  </a:moveTo>
                  <a:lnTo>
                    <a:pt x="601980" y="7619"/>
                  </a:lnTo>
                  <a:lnTo>
                    <a:pt x="601980" y="0"/>
                  </a:lnTo>
                  <a:lnTo>
                    <a:pt x="632447" y="0"/>
                  </a:lnTo>
                  <a:lnTo>
                    <a:pt x="632447" y="7619"/>
                  </a:lnTo>
                  <a:close/>
                </a:path>
                <a:path w="1172210" h="476250">
                  <a:moveTo>
                    <a:pt x="685799" y="7619"/>
                  </a:moveTo>
                  <a:lnTo>
                    <a:pt x="655319" y="7619"/>
                  </a:lnTo>
                  <a:lnTo>
                    <a:pt x="655319" y="0"/>
                  </a:lnTo>
                  <a:lnTo>
                    <a:pt x="685799" y="0"/>
                  </a:lnTo>
                  <a:lnTo>
                    <a:pt x="685799" y="7619"/>
                  </a:lnTo>
                  <a:close/>
                </a:path>
                <a:path w="1172210" h="476250">
                  <a:moveTo>
                    <a:pt x="739140" y="7619"/>
                  </a:moveTo>
                  <a:lnTo>
                    <a:pt x="708647" y="7619"/>
                  </a:lnTo>
                  <a:lnTo>
                    <a:pt x="708647" y="0"/>
                  </a:lnTo>
                  <a:lnTo>
                    <a:pt x="739140" y="0"/>
                  </a:lnTo>
                  <a:lnTo>
                    <a:pt x="739140" y="7619"/>
                  </a:lnTo>
                  <a:close/>
                </a:path>
                <a:path w="1172210" h="476250">
                  <a:moveTo>
                    <a:pt x="792480" y="7619"/>
                  </a:moveTo>
                  <a:lnTo>
                    <a:pt x="761999" y="7619"/>
                  </a:lnTo>
                  <a:lnTo>
                    <a:pt x="761999" y="0"/>
                  </a:lnTo>
                  <a:lnTo>
                    <a:pt x="792480" y="0"/>
                  </a:lnTo>
                  <a:lnTo>
                    <a:pt x="792480" y="7619"/>
                  </a:lnTo>
                  <a:close/>
                </a:path>
                <a:path w="1172210" h="476250">
                  <a:moveTo>
                    <a:pt x="845819" y="7619"/>
                  </a:moveTo>
                  <a:lnTo>
                    <a:pt x="815340" y="7619"/>
                  </a:lnTo>
                  <a:lnTo>
                    <a:pt x="815340" y="0"/>
                  </a:lnTo>
                  <a:lnTo>
                    <a:pt x="845819" y="0"/>
                  </a:lnTo>
                  <a:lnTo>
                    <a:pt x="845819" y="7619"/>
                  </a:lnTo>
                  <a:close/>
                </a:path>
                <a:path w="1172210" h="476250">
                  <a:moveTo>
                    <a:pt x="899147" y="7619"/>
                  </a:moveTo>
                  <a:lnTo>
                    <a:pt x="868680" y="7619"/>
                  </a:lnTo>
                  <a:lnTo>
                    <a:pt x="868680" y="0"/>
                  </a:lnTo>
                  <a:lnTo>
                    <a:pt x="899147" y="0"/>
                  </a:lnTo>
                  <a:lnTo>
                    <a:pt x="899147" y="7619"/>
                  </a:lnTo>
                  <a:close/>
                </a:path>
                <a:path w="1172210" h="476250">
                  <a:moveTo>
                    <a:pt x="952499" y="7619"/>
                  </a:moveTo>
                  <a:lnTo>
                    <a:pt x="922019" y="7619"/>
                  </a:lnTo>
                  <a:lnTo>
                    <a:pt x="922019" y="0"/>
                  </a:lnTo>
                  <a:lnTo>
                    <a:pt x="952499" y="0"/>
                  </a:lnTo>
                  <a:lnTo>
                    <a:pt x="952499" y="7619"/>
                  </a:lnTo>
                  <a:close/>
                </a:path>
                <a:path w="1172210" h="476250">
                  <a:moveTo>
                    <a:pt x="1005840" y="7619"/>
                  </a:moveTo>
                  <a:lnTo>
                    <a:pt x="975347" y="7619"/>
                  </a:lnTo>
                  <a:lnTo>
                    <a:pt x="975347" y="0"/>
                  </a:lnTo>
                  <a:lnTo>
                    <a:pt x="1005840" y="0"/>
                  </a:lnTo>
                  <a:lnTo>
                    <a:pt x="1005840" y="7619"/>
                  </a:lnTo>
                  <a:close/>
                </a:path>
                <a:path w="1172210" h="476250">
                  <a:moveTo>
                    <a:pt x="1059180" y="7619"/>
                  </a:moveTo>
                  <a:lnTo>
                    <a:pt x="1028699" y="7619"/>
                  </a:lnTo>
                  <a:lnTo>
                    <a:pt x="1028699" y="0"/>
                  </a:lnTo>
                  <a:lnTo>
                    <a:pt x="1059180" y="0"/>
                  </a:lnTo>
                  <a:lnTo>
                    <a:pt x="1059180" y="7619"/>
                  </a:lnTo>
                  <a:close/>
                </a:path>
                <a:path w="1172210" h="476250">
                  <a:moveTo>
                    <a:pt x="1112520" y="7619"/>
                  </a:moveTo>
                  <a:lnTo>
                    <a:pt x="1082040" y="7619"/>
                  </a:lnTo>
                  <a:lnTo>
                    <a:pt x="1082040" y="0"/>
                  </a:lnTo>
                  <a:lnTo>
                    <a:pt x="1112520" y="0"/>
                  </a:lnTo>
                  <a:lnTo>
                    <a:pt x="1112520" y="7619"/>
                  </a:lnTo>
                  <a:close/>
                </a:path>
                <a:path w="1172210" h="476250">
                  <a:moveTo>
                    <a:pt x="1165847" y="7619"/>
                  </a:moveTo>
                  <a:lnTo>
                    <a:pt x="1135380" y="7619"/>
                  </a:lnTo>
                  <a:lnTo>
                    <a:pt x="1135380" y="0"/>
                  </a:lnTo>
                  <a:lnTo>
                    <a:pt x="1165847" y="0"/>
                  </a:lnTo>
                  <a:lnTo>
                    <a:pt x="1165847" y="7619"/>
                  </a:lnTo>
                  <a:close/>
                </a:path>
                <a:path w="1172210" h="476250">
                  <a:moveTo>
                    <a:pt x="1172197" y="54609"/>
                  </a:moveTo>
                  <a:lnTo>
                    <a:pt x="1164590" y="54609"/>
                  </a:lnTo>
                  <a:lnTo>
                    <a:pt x="1164590" y="24130"/>
                  </a:lnTo>
                  <a:lnTo>
                    <a:pt x="1172197" y="24130"/>
                  </a:lnTo>
                  <a:lnTo>
                    <a:pt x="1172197" y="54609"/>
                  </a:lnTo>
                  <a:close/>
                </a:path>
                <a:path w="1172210" h="476250">
                  <a:moveTo>
                    <a:pt x="1172197" y="107950"/>
                  </a:moveTo>
                  <a:lnTo>
                    <a:pt x="1164590" y="107950"/>
                  </a:lnTo>
                  <a:lnTo>
                    <a:pt x="1164590" y="77469"/>
                  </a:lnTo>
                  <a:lnTo>
                    <a:pt x="1172197" y="77469"/>
                  </a:lnTo>
                  <a:lnTo>
                    <a:pt x="1172197" y="107950"/>
                  </a:lnTo>
                  <a:close/>
                </a:path>
                <a:path w="1172210" h="476250">
                  <a:moveTo>
                    <a:pt x="1172197" y="161289"/>
                  </a:moveTo>
                  <a:lnTo>
                    <a:pt x="1164590" y="161289"/>
                  </a:lnTo>
                  <a:lnTo>
                    <a:pt x="1164590" y="130809"/>
                  </a:lnTo>
                  <a:lnTo>
                    <a:pt x="1172197" y="130809"/>
                  </a:lnTo>
                  <a:lnTo>
                    <a:pt x="1172197" y="161289"/>
                  </a:lnTo>
                  <a:close/>
                </a:path>
                <a:path w="1172210" h="476250">
                  <a:moveTo>
                    <a:pt x="1172197" y="214630"/>
                  </a:moveTo>
                  <a:lnTo>
                    <a:pt x="1164590" y="214630"/>
                  </a:lnTo>
                  <a:lnTo>
                    <a:pt x="1164590" y="184150"/>
                  </a:lnTo>
                  <a:lnTo>
                    <a:pt x="1172197" y="184150"/>
                  </a:lnTo>
                  <a:lnTo>
                    <a:pt x="1172197" y="214630"/>
                  </a:lnTo>
                  <a:close/>
                </a:path>
                <a:path w="1172210" h="476250">
                  <a:moveTo>
                    <a:pt x="1172197" y="267969"/>
                  </a:moveTo>
                  <a:lnTo>
                    <a:pt x="1164590" y="267969"/>
                  </a:lnTo>
                  <a:lnTo>
                    <a:pt x="1164590" y="237489"/>
                  </a:lnTo>
                  <a:lnTo>
                    <a:pt x="1172197" y="237489"/>
                  </a:lnTo>
                  <a:lnTo>
                    <a:pt x="1172197" y="267969"/>
                  </a:lnTo>
                  <a:close/>
                </a:path>
                <a:path w="1172210" h="476250">
                  <a:moveTo>
                    <a:pt x="1172197" y="321309"/>
                  </a:moveTo>
                  <a:lnTo>
                    <a:pt x="1164590" y="321309"/>
                  </a:lnTo>
                  <a:lnTo>
                    <a:pt x="1164590" y="290830"/>
                  </a:lnTo>
                  <a:lnTo>
                    <a:pt x="1172197" y="290830"/>
                  </a:lnTo>
                  <a:lnTo>
                    <a:pt x="1172197" y="321309"/>
                  </a:lnTo>
                  <a:close/>
                </a:path>
                <a:path w="1172210" h="476250">
                  <a:moveTo>
                    <a:pt x="1172197" y="374650"/>
                  </a:moveTo>
                  <a:lnTo>
                    <a:pt x="1164590" y="374650"/>
                  </a:lnTo>
                  <a:lnTo>
                    <a:pt x="1164590" y="344169"/>
                  </a:lnTo>
                  <a:lnTo>
                    <a:pt x="1172197" y="344169"/>
                  </a:lnTo>
                  <a:lnTo>
                    <a:pt x="1172197" y="374650"/>
                  </a:lnTo>
                  <a:close/>
                </a:path>
                <a:path w="1172210" h="476250">
                  <a:moveTo>
                    <a:pt x="1172197" y="427989"/>
                  </a:moveTo>
                  <a:lnTo>
                    <a:pt x="1164590" y="427989"/>
                  </a:lnTo>
                  <a:lnTo>
                    <a:pt x="1164590" y="397509"/>
                  </a:lnTo>
                  <a:lnTo>
                    <a:pt x="1172197" y="397509"/>
                  </a:lnTo>
                  <a:lnTo>
                    <a:pt x="1172197" y="427989"/>
                  </a:lnTo>
                  <a:close/>
                </a:path>
                <a:path w="1172210" h="476250">
                  <a:moveTo>
                    <a:pt x="1164590" y="472439"/>
                  </a:moveTo>
                  <a:lnTo>
                    <a:pt x="1164590" y="450850"/>
                  </a:lnTo>
                  <a:lnTo>
                    <a:pt x="1172197" y="450850"/>
                  </a:lnTo>
                  <a:lnTo>
                    <a:pt x="1172197" y="468630"/>
                  </a:lnTo>
                  <a:lnTo>
                    <a:pt x="1168399" y="468630"/>
                  </a:lnTo>
                  <a:lnTo>
                    <a:pt x="1164590" y="472439"/>
                  </a:lnTo>
                  <a:close/>
                </a:path>
                <a:path w="1172210" h="476250">
                  <a:moveTo>
                    <a:pt x="1172197" y="476250"/>
                  </a:moveTo>
                  <a:lnTo>
                    <a:pt x="1159497" y="476250"/>
                  </a:lnTo>
                  <a:lnTo>
                    <a:pt x="1159497" y="468630"/>
                  </a:lnTo>
                  <a:lnTo>
                    <a:pt x="1164590" y="468630"/>
                  </a:lnTo>
                  <a:lnTo>
                    <a:pt x="1164590" y="472439"/>
                  </a:lnTo>
                  <a:lnTo>
                    <a:pt x="1172197" y="472439"/>
                  </a:lnTo>
                  <a:lnTo>
                    <a:pt x="1172197" y="476250"/>
                  </a:lnTo>
                  <a:close/>
                </a:path>
                <a:path w="1172210" h="476250">
                  <a:moveTo>
                    <a:pt x="1172197" y="472439"/>
                  </a:moveTo>
                  <a:lnTo>
                    <a:pt x="1164590" y="472439"/>
                  </a:lnTo>
                  <a:lnTo>
                    <a:pt x="1168399" y="468630"/>
                  </a:lnTo>
                  <a:lnTo>
                    <a:pt x="1172197" y="468630"/>
                  </a:lnTo>
                  <a:lnTo>
                    <a:pt x="1172197" y="472439"/>
                  </a:lnTo>
                  <a:close/>
                </a:path>
                <a:path w="1172210" h="476250">
                  <a:moveTo>
                    <a:pt x="1136649" y="476250"/>
                  </a:moveTo>
                  <a:lnTo>
                    <a:pt x="1106170" y="476250"/>
                  </a:lnTo>
                  <a:lnTo>
                    <a:pt x="1106170" y="468630"/>
                  </a:lnTo>
                  <a:lnTo>
                    <a:pt x="1136649" y="468630"/>
                  </a:lnTo>
                  <a:lnTo>
                    <a:pt x="1136649" y="476250"/>
                  </a:lnTo>
                  <a:close/>
                </a:path>
                <a:path w="1172210" h="476250">
                  <a:moveTo>
                    <a:pt x="1083297" y="476250"/>
                  </a:moveTo>
                  <a:lnTo>
                    <a:pt x="1052830" y="476250"/>
                  </a:lnTo>
                  <a:lnTo>
                    <a:pt x="1052830" y="468630"/>
                  </a:lnTo>
                  <a:lnTo>
                    <a:pt x="1083297" y="468630"/>
                  </a:lnTo>
                  <a:lnTo>
                    <a:pt x="1083297" y="476250"/>
                  </a:lnTo>
                  <a:close/>
                </a:path>
                <a:path w="1172210" h="476250">
                  <a:moveTo>
                    <a:pt x="1029969" y="476250"/>
                  </a:moveTo>
                  <a:lnTo>
                    <a:pt x="999490" y="476250"/>
                  </a:lnTo>
                  <a:lnTo>
                    <a:pt x="999490" y="468630"/>
                  </a:lnTo>
                  <a:lnTo>
                    <a:pt x="1029969" y="468630"/>
                  </a:lnTo>
                  <a:lnTo>
                    <a:pt x="1029969" y="476250"/>
                  </a:lnTo>
                  <a:close/>
                </a:path>
                <a:path w="1172210" h="476250">
                  <a:moveTo>
                    <a:pt x="976630" y="476250"/>
                  </a:moveTo>
                  <a:lnTo>
                    <a:pt x="946149" y="476250"/>
                  </a:lnTo>
                  <a:lnTo>
                    <a:pt x="946149" y="468630"/>
                  </a:lnTo>
                  <a:lnTo>
                    <a:pt x="976630" y="468630"/>
                  </a:lnTo>
                  <a:lnTo>
                    <a:pt x="976630" y="476250"/>
                  </a:lnTo>
                  <a:close/>
                </a:path>
                <a:path w="1172210" h="476250">
                  <a:moveTo>
                    <a:pt x="923290" y="476250"/>
                  </a:moveTo>
                  <a:lnTo>
                    <a:pt x="892797" y="476250"/>
                  </a:lnTo>
                  <a:lnTo>
                    <a:pt x="892797" y="468630"/>
                  </a:lnTo>
                  <a:lnTo>
                    <a:pt x="923290" y="468630"/>
                  </a:lnTo>
                  <a:lnTo>
                    <a:pt x="923290" y="476250"/>
                  </a:lnTo>
                  <a:close/>
                </a:path>
                <a:path w="1172210" h="476250">
                  <a:moveTo>
                    <a:pt x="869949" y="476250"/>
                  </a:moveTo>
                  <a:lnTo>
                    <a:pt x="839469" y="476250"/>
                  </a:lnTo>
                  <a:lnTo>
                    <a:pt x="839469" y="468630"/>
                  </a:lnTo>
                  <a:lnTo>
                    <a:pt x="869949" y="468630"/>
                  </a:lnTo>
                  <a:lnTo>
                    <a:pt x="869949" y="476250"/>
                  </a:lnTo>
                  <a:close/>
                </a:path>
                <a:path w="1172210" h="476250">
                  <a:moveTo>
                    <a:pt x="816597" y="476250"/>
                  </a:moveTo>
                  <a:lnTo>
                    <a:pt x="786130" y="476250"/>
                  </a:lnTo>
                  <a:lnTo>
                    <a:pt x="786130" y="468630"/>
                  </a:lnTo>
                  <a:lnTo>
                    <a:pt x="816597" y="468630"/>
                  </a:lnTo>
                  <a:lnTo>
                    <a:pt x="816597" y="476250"/>
                  </a:lnTo>
                  <a:close/>
                </a:path>
                <a:path w="1172210" h="476250">
                  <a:moveTo>
                    <a:pt x="763269" y="476250"/>
                  </a:moveTo>
                  <a:lnTo>
                    <a:pt x="732790" y="476250"/>
                  </a:lnTo>
                  <a:lnTo>
                    <a:pt x="732790" y="468630"/>
                  </a:lnTo>
                  <a:lnTo>
                    <a:pt x="763269" y="468630"/>
                  </a:lnTo>
                  <a:lnTo>
                    <a:pt x="763269" y="476250"/>
                  </a:lnTo>
                  <a:close/>
                </a:path>
                <a:path w="1172210" h="476250">
                  <a:moveTo>
                    <a:pt x="709930" y="476250"/>
                  </a:moveTo>
                  <a:lnTo>
                    <a:pt x="679449" y="476250"/>
                  </a:lnTo>
                  <a:lnTo>
                    <a:pt x="679449" y="468630"/>
                  </a:lnTo>
                  <a:lnTo>
                    <a:pt x="709930" y="468630"/>
                  </a:lnTo>
                  <a:lnTo>
                    <a:pt x="709930" y="476250"/>
                  </a:lnTo>
                  <a:close/>
                </a:path>
                <a:path w="1172210" h="476250">
                  <a:moveTo>
                    <a:pt x="656590" y="476250"/>
                  </a:moveTo>
                  <a:lnTo>
                    <a:pt x="626097" y="476250"/>
                  </a:lnTo>
                  <a:lnTo>
                    <a:pt x="626097" y="468630"/>
                  </a:lnTo>
                  <a:lnTo>
                    <a:pt x="656590" y="468630"/>
                  </a:lnTo>
                  <a:lnTo>
                    <a:pt x="656590" y="476250"/>
                  </a:lnTo>
                  <a:close/>
                </a:path>
                <a:path w="1172210" h="476250">
                  <a:moveTo>
                    <a:pt x="603249" y="476250"/>
                  </a:moveTo>
                  <a:lnTo>
                    <a:pt x="572769" y="476250"/>
                  </a:lnTo>
                  <a:lnTo>
                    <a:pt x="572769" y="468630"/>
                  </a:lnTo>
                  <a:lnTo>
                    <a:pt x="603249" y="468630"/>
                  </a:lnTo>
                  <a:lnTo>
                    <a:pt x="603249" y="476250"/>
                  </a:lnTo>
                  <a:close/>
                </a:path>
                <a:path w="1172210" h="476250">
                  <a:moveTo>
                    <a:pt x="549897" y="476250"/>
                  </a:moveTo>
                  <a:lnTo>
                    <a:pt x="519430" y="476250"/>
                  </a:lnTo>
                  <a:lnTo>
                    <a:pt x="519430" y="468630"/>
                  </a:lnTo>
                  <a:lnTo>
                    <a:pt x="549897" y="468630"/>
                  </a:lnTo>
                  <a:lnTo>
                    <a:pt x="549897" y="476250"/>
                  </a:lnTo>
                  <a:close/>
                </a:path>
                <a:path w="1172210" h="476250">
                  <a:moveTo>
                    <a:pt x="496569" y="476250"/>
                  </a:moveTo>
                  <a:lnTo>
                    <a:pt x="466090" y="476250"/>
                  </a:lnTo>
                  <a:lnTo>
                    <a:pt x="466090" y="468630"/>
                  </a:lnTo>
                  <a:lnTo>
                    <a:pt x="496569" y="468630"/>
                  </a:lnTo>
                  <a:lnTo>
                    <a:pt x="496569" y="476250"/>
                  </a:lnTo>
                  <a:close/>
                </a:path>
                <a:path w="1172210" h="476250">
                  <a:moveTo>
                    <a:pt x="443230" y="476250"/>
                  </a:moveTo>
                  <a:lnTo>
                    <a:pt x="412749" y="476250"/>
                  </a:lnTo>
                  <a:lnTo>
                    <a:pt x="412749" y="468630"/>
                  </a:lnTo>
                  <a:lnTo>
                    <a:pt x="443230" y="468630"/>
                  </a:lnTo>
                  <a:lnTo>
                    <a:pt x="443230" y="476250"/>
                  </a:lnTo>
                  <a:close/>
                </a:path>
                <a:path w="1172210" h="476250">
                  <a:moveTo>
                    <a:pt x="389890" y="476250"/>
                  </a:moveTo>
                  <a:lnTo>
                    <a:pt x="359397" y="476250"/>
                  </a:lnTo>
                  <a:lnTo>
                    <a:pt x="359397" y="468630"/>
                  </a:lnTo>
                  <a:lnTo>
                    <a:pt x="389890" y="468630"/>
                  </a:lnTo>
                  <a:lnTo>
                    <a:pt x="389890" y="476250"/>
                  </a:lnTo>
                  <a:close/>
                </a:path>
                <a:path w="1172210" h="476250">
                  <a:moveTo>
                    <a:pt x="336549" y="476250"/>
                  </a:moveTo>
                  <a:lnTo>
                    <a:pt x="306069" y="476250"/>
                  </a:lnTo>
                  <a:lnTo>
                    <a:pt x="306069" y="468630"/>
                  </a:lnTo>
                  <a:lnTo>
                    <a:pt x="336549" y="468630"/>
                  </a:lnTo>
                  <a:lnTo>
                    <a:pt x="336549" y="476250"/>
                  </a:lnTo>
                  <a:close/>
                </a:path>
                <a:path w="1172210" h="476250">
                  <a:moveTo>
                    <a:pt x="283197" y="476250"/>
                  </a:moveTo>
                  <a:lnTo>
                    <a:pt x="252730" y="476250"/>
                  </a:lnTo>
                  <a:lnTo>
                    <a:pt x="252730" y="468630"/>
                  </a:lnTo>
                  <a:lnTo>
                    <a:pt x="283197" y="468630"/>
                  </a:lnTo>
                  <a:lnTo>
                    <a:pt x="283197" y="476250"/>
                  </a:lnTo>
                  <a:close/>
                </a:path>
                <a:path w="1172210" h="476250">
                  <a:moveTo>
                    <a:pt x="229869" y="476250"/>
                  </a:moveTo>
                  <a:lnTo>
                    <a:pt x="199390" y="476250"/>
                  </a:lnTo>
                  <a:lnTo>
                    <a:pt x="199390" y="468630"/>
                  </a:lnTo>
                  <a:lnTo>
                    <a:pt x="229869" y="468630"/>
                  </a:lnTo>
                  <a:lnTo>
                    <a:pt x="229869" y="476250"/>
                  </a:lnTo>
                  <a:close/>
                </a:path>
                <a:path w="1172210" h="476250">
                  <a:moveTo>
                    <a:pt x="176530" y="476250"/>
                  </a:moveTo>
                  <a:lnTo>
                    <a:pt x="146049" y="476250"/>
                  </a:lnTo>
                  <a:lnTo>
                    <a:pt x="146049" y="468630"/>
                  </a:lnTo>
                  <a:lnTo>
                    <a:pt x="176530" y="468630"/>
                  </a:lnTo>
                  <a:lnTo>
                    <a:pt x="176530" y="476250"/>
                  </a:lnTo>
                  <a:close/>
                </a:path>
                <a:path w="1172210" h="476250">
                  <a:moveTo>
                    <a:pt x="123190" y="476250"/>
                  </a:moveTo>
                  <a:lnTo>
                    <a:pt x="92697" y="476250"/>
                  </a:lnTo>
                  <a:lnTo>
                    <a:pt x="92697" y="468630"/>
                  </a:lnTo>
                  <a:lnTo>
                    <a:pt x="123190" y="468630"/>
                  </a:lnTo>
                  <a:lnTo>
                    <a:pt x="123190" y="476250"/>
                  </a:lnTo>
                  <a:close/>
                </a:path>
                <a:path w="1172210" h="476250">
                  <a:moveTo>
                    <a:pt x="69849" y="476250"/>
                  </a:moveTo>
                  <a:lnTo>
                    <a:pt x="39369" y="476250"/>
                  </a:lnTo>
                  <a:lnTo>
                    <a:pt x="39369" y="468630"/>
                  </a:lnTo>
                  <a:lnTo>
                    <a:pt x="69849" y="468630"/>
                  </a:lnTo>
                  <a:lnTo>
                    <a:pt x="69849" y="4762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244595" y="2723388"/>
            <a:ext cx="1164590" cy="4699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Times New Roman"/>
                <a:cs typeface="Times New Roman"/>
              </a:rPr>
              <a:t>Predict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47383" y="4961140"/>
            <a:ext cx="1522730" cy="476884"/>
            <a:chOff x="147383" y="4961140"/>
            <a:chExt cx="1522730" cy="476884"/>
          </a:xfrm>
        </p:grpSpPr>
        <p:sp>
          <p:nvSpPr>
            <p:cNvPr id="34" name="object 34"/>
            <p:cNvSpPr/>
            <p:nvPr/>
          </p:nvSpPr>
          <p:spPr>
            <a:xfrm>
              <a:off x="150875" y="4965191"/>
              <a:ext cx="1515110" cy="467995"/>
            </a:xfrm>
            <a:custGeom>
              <a:avLst/>
              <a:gdLst/>
              <a:ahLst/>
              <a:cxnLst/>
              <a:rect l="l" t="t" r="r" b="b"/>
              <a:pathLst>
                <a:path w="1515110" h="467995">
                  <a:moveTo>
                    <a:pt x="1514856" y="467867"/>
                  </a:moveTo>
                  <a:lnTo>
                    <a:pt x="0" y="467867"/>
                  </a:lnTo>
                  <a:lnTo>
                    <a:pt x="0" y="0"/>
                  </a:lnTo>
                  <a:lnTo>
                    <a:pt x="1514856" y="0"/>
                  </a:lnTo>
                  <a:lnTo>
                    <a:pt x="1514856" y="467867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7383" y="4961140"/>
              <a:ext cx="1522730" cy="476884"/>
            </a:xfrm>
            <a:custGeom>
              <a:avLst/>
              <a:gdLst/>
              <a:ahLst/>
              <a:cxnLst/>
              <a:rect l="l" t="t" r="r" b="b"/>
              <a:pathLst>
                <a:path w="1522730" h="476885">
                  <a:moveTo>
                    <a:pt x="3809" y="472503"/>
                  </a:moveTo>
                  <a:lnTo>
                    <a:pt x="0" y="472503"/>
                  </a:lnTo>
                  <a:lnTo>
                    <a:pt x="0" y="442023"/>
                  </a:lnTo>
                  <a:lnTo>
                    <a:pt x="7619" y="442023"/>
                  </a:lnTo>
                  <a:lnTo>
                    <a:pt x="7619" y="468693"/>
                  </a:lnTo>
                  <a:lnTo>
                    <a:pt x="3809" y="468693"/>
                  </a:lnTo>
                  <a:lnTo>
                    <a:pt x="3809" y="472503"/>
                  </a:lnTo>
                  <a:close/>
                </a:path>
                <a:path w="1522730" h="476885">
                  <a:moveTo>
                    <a:pt x="24117" y="476313"/>
                  </a:moveTo>
                  <a:lnTo>
                    <a:pt x="3809" y="476313"/>
                  </a:lnTo>
                  <a:lnTo>
                    <a:pt x="3809" y="468693"/>
                  </a:lnTo>
                  <a:lnTo>
                    <a:pt x="7619" y="468693"/>
                  </a:lnTo>
                  <a:lnTo>
                    <a:pt x="7619" y="472503"/>
                  </a:lnTo>
                  <a:lnTo>
                    <a:pt x="24117" y="472503"/>
                  </a:lnTo>
                  <a:lnTo>
                    <a:pt x="24117" y="476313"/>
                  </a:lnTo>
                  <a:close/>
                </a:path>
                <a:path w="1522730" h="476885">
                  <a:moveTo>
                    <a:pt x="24117" y="472503"/>
                  </a:moveTo>
                  <a:lnTo>
                    <a:pt x="7619" y="472503"/>
                  </a:lnTo>
                  <a:lnTo>
                    <a:pt x="7619" y="468693"/>
                  </a:lnTo>
                  <a:lnTo>
                    <a:pt x="24117" y="468693"/>
                  </a:lnTo>
                  <a:lnTo>
                    <a:pt x="24117" y="472503"/>
                  </a:lnTo>
                  <a:close/>
                </a:path>
                <a:path w="1522730" h="476885">
                  <a:moveTo>
                    <a:pt x="7619" y="419163"/>
                  </a:moveTo>
                  <a:lnTo>
                    <a:pt x="0" y="419163"/>
                  </a:lnTo>
                  <a:lnTo>
                    <a:pt x="0" y="388683"/>
                  </a:lnTo>
                  <a:lnTo>
                    <a:pt x="7619" y="388683"/>
                  </a:lnTo>
                  <a:lnTo>
                    <a:pt x="7619" y="419163"/>
                  </a:lnTo>
                  <a:close/>
                </a:path>
                <a:path w="1522730" h="476885">
                  <a:moveTo>
                    <a:pt x="7619" y="365823"/>
                  </a:moveTo>
                  <a:lnTo>
                    <a:pt x="0" y="365823"/>
                  </a:lnTo>
                  <a:lnTo>
                    <a:pt x="0" y="335343"/>
                  </a:lnTo>
                  <a:lnTo>
                    <a:pt x="7619" y="335343"/>
                  </a:lnTo>
                  <a:lnTo>
                    <a:pt x="7619" y="365823"/>
                  </a:lnTo>
                  <a:close/>
                </a:path>
                <a:path w="1522730" h="476885">
                  <a:moveTo>
                    <a:pt x="7619" y="312483"/>
                  </a:moveTo>
                  <a:lnTo>
                    <a:pt x="0" y="312483"/>
                  </a:lnTo>
                  <a:lnTo>
                    <a:pt x="0" y="282003"/>
                  </a:lnTo>
                  <a:lnTo>
                    <a:pt x="7619" y="282003"/>
                  </a:lnTo>
                  <a:lnTo>
                    <a:pt x="7619" y="312483"/>
                  </a:lnTo>
                  <a:close/>
                </a:path>
                <a:path w="1522730" h="476885">
                  <a:moveTo>
                    <a:pt x="7619" y="259143"/>
                  </a:moveTo>
                  <a:lnTo>
                    <a:pt x="0" y="259143"/>
                  </a:lnTo>
                  <a:lnTo>
                    <a:pt x="0" y="228663"/>
                  </a:lnTo>
                  <a:lnTo>
                    <a:pt x="7619" y="228663"/>
                  </a:lnTo>
                  <a:lnTo>
                    <a:pt x="7619" y="259143"/>
                  </a:lnTo>
                  <a:close/>
                </a:path>
                <a:path w="1522730" h="476885">
                  <a:moveTo>
                    <a:pt x="7619" y="205803"/>
                  </a:moveTo>
                  <a:lnTo>
                    <a:pt x="0" y="205803"/>
                  </a:lnTo>
                  <a:lnTo>
                    <a:pt x="0" y="175323"/>
                  </a:lnTo>
                  <a:lnTo>
                    <a:pt x="7619" y="175323"/>
                  </a:lnTo>
                  <a:lnTo>
                    <a:pt x="7619" y="205803"/>
                  </a:lnTo>
                  <a:close/>
                </a:path>
                <a:path w="1522730" h="476885">
                  <a:moveTo>
                    <a:pt x="7619" y="152463"/>
                  </a:moveTo>
                  <a:lnTo>
                    <a:pt x="0" y="152463"/>
                  </a:lnTo>
                  <a:lnTo>
                    <a:pt x="0" y="121983"/>
                  </a:lnTo>
                  <a:lnTo>
                    <a:pt x="7619" y="121983"/>
                  </a:lnTo>
                  <a:lnTo>
                    <a:pt x="7619" y="152463"/>
                  </a:lnTo>
                  <a:close/>
                </a:path>
                <a:path w="1522730" h="476885">
                  <a:moveTo>
                    <a:pt x="7619" y="99123"/>
                  </a:moveTo>
                  <a:lnTo>
                    <a:pt x="0" y="99123"/>
                  </a:lnTo>
                  <a:lnTo>
                    <a:pt x="0" y="68643"/>
                  </a:lnTo>
                  <a:lnTo>
                    <a:pt x="7619" y="68643"/>
                  </a:lnTo>
                  <a:lnTo>
                    <a:pt x="7619" y="99123"/>
                  </a:lnTo>
                  <a:close/>
                </a:path>
                <a:path w="1522730" h="476885">
                  <a:moveTo>
                    <a:pt x="7619" y="45783"/>
                  </a:moveTo>
                  <a:lnTo>
                    <a:pt x="0" y="45783"/>
                  </a:lnTo>
                  <a:lnTo>
                    <a:pt x="0" y="15303"/>
                  </a:lnTo>
                  <a:lnTo>
                    <a:pt x="7619" y="15303"/>
                  </a:lnTo>
                  <a:lnTo>
                    <a:pt x="7619" y="45783"/>
                  </a:lnTo>
                  <a:close/>
                </a:path>
                <a:path w="1522730" h="476885">
                  <a:moveTo>
                    <a:pt x="45669" y="7619"/>
                  </a:moveTo>
                  <a:lnTo>
                    <a:pt x="15189" y="7619"/>
                  </a:lnTo>
                  <a:lnTo>
                    <a:pt x="15189" y="0"/>
                  </a:lnTo>
                  <a:lnTo>
                    <a:pt x="45669" y="0"/>
                  </a:lnTo>
                  <a:lnTo>
                    <a:pt x="45669" y="7619"/>
                  </a:lnTo>
                  <a:close/>
                </a:path>
                <a:path w="1522730" h="476885">
                  <a:moveTo>
                    <a:pt x="99009" y="7619"/>
                  </a:moveTo>
                  <a:lnTo>
                    <a:pt x="68529" y="7619"/>
                  </a:lnTo>
                  <a:lnTo>
                    <a:pt x="68529" y="0"/>
                  </a:lnTo>
                  <a:lnTo>
                    <a:pt x="99009" y="0"/>
                  </a:lnTo>
                  <a:lnTo>
                    <a:pt x="99009" y="7619"/>
                  </a:lnTo>
                  <a:close/>
                </a:path>
                <a:path w="1522730" h="476885">
                  <a:moveTo>
                    <a:pt x="152349" y="7619"/>
                  </a:moveTo>
                  <a:lnTo>
                    <a:pt x="121869" y="7619"/>
                  </a:lnTo>
                  <a:lnTo>
                    <a:pt x="121869" y="0"/>
                  </a:lnTo>
                  <a:lnTo>
                    <a:pt x="152349" y="0"/>
                  </a:lnTo>
                  <a:lnTo>
                    <a:pt x="152349" y="7619"/>
                  </a:lnTo>
                  <a:close/>
                </a:path>
                <a:path w="1522730" h="476885">
                  <a:moveTo>
                    <a:pt x="205689" y="7619"/>
                  </a:moveTo>
                  <a:lnTo>
                    <a:pt x="175209" y="7619"/>
                  </a:lnTo>
                  <a:lnTo>
                    <a:pt x="175209" y="0"/>
                  </a:lnTo>
                  <a:lnTo>
                    <a:pt x="205689" y="0"/>
                  </a:lnTo>
                  <a:lnTo>
                    <a:pt x="205689" y="7619"/>
                  </a:lnTo>
                  <a:close/>
                </a:path>
                <a:path w="1522730" h="476885">
                  <a:moveTo>
                    <a:pt x="259029" y="7619"/>
                  </a:moveTo>
                  <a:lnTo>
                    <a:pt x="228549" y="7619"/>
                  </a:lnTo>
                  <a:lnTo>
                    <a:pt x="228549" y="0"/>
                  </a:lnTo>
                  <a:lnTo>
                    <a:pt x="259029" y="0"/>
                  </a:lnTo>
                  <a:lnTo>
                    <a:pt x="259029" y="7619"/>
                  </a:lnTo>
                  <a:close/>
                </a:path>
                <a:path w="1522730" h="476885">
                  <a:moveTo>
                    <a:pt x="312369" y="7619"/>
                  </a:moveTo>
                  <a:lnTo>
                    <a:pt x="281889" y="7619"/>
                  </a:lnTo>
                  <a:lnTo>
                    <a:pt x="281889" y="0"/>
                  </a:lnTo>
                  <a:lnTo>
                    <a:pt x="312369" y="0"/>
                  </a:lnTo>
                  <a:lnTo>
                    <a:pt x="312369" y="7619"/>
                  </a:lnTo>
                  <a:close/>
                </a:path>
                <a:path w="1522730" h="476885">
                  <a:moveTo>
                    <a:pt x="365709" y="7619"/>
                  </a:moveTo>
                  <a:lnTo>
                    <a:pt x="335229" y="7619"/>
                  </a:lnTo>
                  <a:lnTo>
                    <a:pt x="335229" y="0"/>
                  </a:lnTo>
                  <a:lnTo>
                    <a:pt x="365709" y="0"/>
                  </a:lnTo>
                  <a:lnTo>
                    <a:pt x="365709" y="7619"/>
                  </a:lnTo>
                  <a:close/>
                </a:path>
                <a:path w="1522730" h="476885">
                  <a:moveTo>
                    <a:pt x="419049" y="7619"/>
                  </a:moveTo>
                  <a:lnTo>
                    <a:pt x="388569" y="7619"/>
                  </a:lnTo>
                  <a:lnTo>
                    <a:pt x="388569" y="0"/>
                  </a:lnTo>
                  <a:lnTo>
                    <a:pt x="419049" y="0"/>
                  </a:lnTo>
                  <a:lnTo>
                    <a:pt x="419049" y="7619"/>
                  </a:lnTo>
                  <a:close/>
                </a:path>
                <a:path w="1522730" h="476885">
                  <a:moveTo>
                    <a:pt x="472389" y="7619"/>
                  </a:moveTo>
                  <a:lnTo>
                    <a:pt x="441909" y="7619"/>
                  </a:lnTo>
                  <a:lnTo>
                    <a:pt x="441909" y="0"/>
                  </a:lnTo>
                  <a:lnTo>
                    <a:pt x="472389" y="0"/>
                  </a:lnTo>
                  <a:lnTo>
                    <a:pt x="472389" y="7619"/>
                  </a:lnTo>
                  <a:close/>
                </a:path>
                <a:path w="1522730" h="476885">
                  <a:moveTo>
                    <a:pt x="525729" y="7619"/>
                  </a:moveTo>
                  <a:lnTo>
                    <a:pt x="495249" y="7619"/>
                  </a:lnTo>
                  <a:lnTo>
                    <a:pt x="495249" y="0"/>
                  </a:lnTo>
                  <a:lnTo>
                    <a:pt x="525729" y="0"/>
                  </a:lnTo>
                  <a:lnTo>
                    <a:pt x="525729" y="7619"/>
                  </a:lnTo>
                  <a:close/>
                </a:path>
                <a:path w="1522730" h="476885">
                  <a:moveTo>
                    <a:pt x="579069" y="7619"/>
                  </a:moveTo>
                  <a:lnTo>
                    <a:pt x="548589" y="7619"/>
                  </a:lnTo>
                  <a:lnTo>
                    <a:pt x="548589" y="0"/>
                  </a:lnTo>
                  <a:lnTo>
                    <a:pt x="579069" y="0"/>
                  </a:lnTo>
                  <a:lnTo>
                    <a:pt x="579069" y="7619"/>
                  </a:lnTo>
                  <a:close/>
                </a:path>
                <a:path w="1522730" h="476885">
                  <a:moveTo>
                    <a:pt x="632409" y="7619"/>
                  </a:moveTo>
                  <a:lnTo>
                    <a:pt x="601929" y="7619"/>
                  </a:lnTo>
                  <a:lnTo>
                    <a:pt x="601929" y="0"/>
                  </a:lnTo>
                  <a:lnTo>
                    <a:pt x="632409" y="0"/>
                  </a:lnTo>
                  <a:lnTo>
                    <a:pt x="632409" y="7619"/>
                  </a:lnTo>
                  <a:close/>
                </a:path>
                <a:path w="1522730" h="476885">
                  <a:moveTo>
                    <a:pt x="685749" y="7619"/>
                  </a:moveTo>
                  <a:lnTo>
                    <a:pt x="655269" y="7619"/>
                  </a:lnTo>
                  <a:lnTo>
                    <a:pt x="655269" y="0"/>
                  </a:lnTo>
                  <a:lnTo>
                    <a:pt x="685749" y="0"/>
                  </a:lnTo>
                  <a:lnTo>
                    <a:pt x="685749" y="7619"/>
                  </a:lnTo>
                  <a:close/>
                </a:path>
                <a:path w="1522730" h="476885">
                  <a:moveTo>
                    <a:pt x="739089" y="7619"/>
                  </a:moveTo>
                  <a:lnTo>
                    <a:pt x="708609" y="7619"/>
                  </a:lnTo>
                  <a:lnTo>
                    <a:pt x="708609" y="0"/>
                  </a:lnTo>
                  <a:lnTo>
                    <a:pt x="739089" y="0"/>
                  </a:lnTo>
                  <a:lnTo>
                    <a:pt x="739089" y="7619"/>
                  </a:lnTo>
                  <a:close/>
                </a:path>
                <a:path w="1522730" h="476885">
                  <a:moveTo>
                    <a:pt x="792429" y="7619"/>
                  </a:moveTo>
                  <a:lnTo>
                    <a:pt x="761949" y="7619"/>
                  </a:lnTo>
                  <a:lnTo>
                    <a:pt x="761949" y="0"/>
                  </a:lnTo>
                  <a:lnTo>
                    <a:pt x="792429" y="0"/>
                  </a:lnTo>
                  <a:lnTo>
                    <a:pt x="792429" y="7619"/>
                  </a:lnTo>
                  <a:close/>
                </a:path>
                <a:path w="1522730" h="476885">
                  <a:moveTo>
                    <a:pt x="845769" y="7619"/>
                  </a:moveTo>
                  <a:lnTo>
                    <a:pt x="815289" y="7619"/>
                  </a:lnTo>
                  <a:lnTo>
                    <a:pt x="815289" y="0"/>
                  </a:lnTo>
                  <a:lnTo>
                    <a:pt x="845769" y="0"/>
                  </a:lnTo>
                  <a:lnTo>
                    <a:pt x="845769" y="7619"/>
                  </a:lnTo>
                  <a:close/>
                </a:path>
                <a:path w="1522730" h="476885">
                  <a:moveTo>
                    <a:pt x="899109" y="7619"/>
                  </a:moveTo>
                  <a:lnTo>
                    <a:pt x="868629" y="7619"/>
                  </a:lnTo>
                  <a:lnTo>
                    <a:pt x="868629" y="0"/>
                  </a:lnTo>
                  <a:lnTo>
                    <a:pt x="899109" y="0"/>
                  </a:lnTo>
                  <a:lnTo>
                    <a:pt x="899109" y="7619"/>
                  </a:lnTo>
                  <a:close/>
                </a:path>
                <a:path w="1522730" h="476885">
                  <a:moveTo>
                    <a:pt x="952449" y="7619"/>
                  </a:moveTo>
                  <a:lnTo>
                    <a:pt x="921969" y="7619"/>
                  </a:lnTo>
                  <a:lnTo>
                    <a:pt x="921969" y="0"/>
                  </a:lnTo>
                  <a:lnTo>
                    <a:pt x="952449" y="0"/>
                  </a:lnTo>
                  <a:lnTo>
                    <a:pt x="952449" y="7619"/>
                  </a:lnTo>
                  <a:close/>
                </a:path>
                <a:path w="1522730" h="476885">
                  <a:moveTo>
                    <a:pt x="1005789" y="7619"/>
                  </a:moveTo>
                  <a:lnTo>
                    <a:pt x="975309" y="7619"/>
                  </a:lnTo>
                  <a:lnTo>
                    <a:pt x="975309" y="0"/>
                  </a:lnTo>
                  <a:lnTo>
                    <a:pt x="1005789" y="0"/>
                  </a:lnTo>
                  <a:lnTo>
                    <a:pt x="1005789" y="7619"/>
                  </a:lnTo>
                  <a:close/>
                </a:path>
                <a:path w="1522730" h="476885">
                  <a:moveTo>
                    <a:pt x="1059129" y="7619"/>
                  </a:moveTo>
                  <a:lnTo>
                    <a:pt x="1028649" y="7619"/>
                  </a:lnTo>
                  <a:lnTo>
                    <a:pt x="1028649" y="0"/>
                  </a:lnTo>
                  <a:lnTo>
                    <a:pt x="1059129" y="0"/>
                  </a:lnTo>
                  <a:lnTo>
                    <a:pt x="1059129" y="7619"/>
                  </a:lnTo>
                  <a:close/>
                </a:path>
                <a:path w="1522730" h="476885">
                  <a:moveTo>
                    <a:pt x="1112469" y="7619"/>
                  </a:moveTo>
                  <a:lnTo>
                    <a:pt x="1081989" y="7619"/>
                  </a:lnTo>
                  <a:lnTo>
                    <a:pt x="1081989" y="0"/>
                  </a:lnTo>
                  <a:lnTo>
                    <a:pt x="1112469" y="0"/>
                  </a:lnTo>
                  <a:lnTo>
                    <a:pt x="1112469" y="7619"/>
                  </a:lnTo>
                  <a:close/>
                </a:path>
                <a:path w="1522730" h="476885">
                  <a:moveTo>
                    <a:pt x="1165809" y="7619"/>
                  </a:moveTo>
                  <a:lnTo>
                    <a:pt x="1135329" y="7619"/>
                  </a:lnTo>
                  <a:lnTo>
                    <a:pt x="1135329" y="0"/>
                  </a:lnTo>
                  <a:lnTo>
                    <a:pt x="1165809" y="0"/>
                  </a:lnTo>
                  <a:lnTo>
                    <a:pt x="1165809" y="7619"/>
                  </a:lnTo>
                  <a:close/>
                </a:path>
                <a:path w="1522730" h="476885">
                  <a:moveTo>
                    <a:pt x="1219149" y="7619"/>
                  </a:moveTo>
                  <a:lnTo>
                    <a:pt x="1188669" y="7619"/>
                  </a:lnTo>
                  <a:lnTo>
                    <a:pt x="1188669" y="0"/>
                  </a:lnTo>
                  <a:lnTo>
                    <a:pt x="1219149" y="0"/>
                  </a:lnTo>
                  <a:lnTo>
                    <a:pt x="1219149" y="7619"/>
                  </a:lnTo>
                  <a:close/>
                </a:path>
                <a:path w="1522730" h="476885">
                  <a:moveTo>
                    <a:pt x="1272489" y="7619"/>
                  </a:moveTo>
                  <a:lnTo>
                    <a:pt x="1242009" y="7619"/>
                  </a:lnTo>
                  <a:lnTo>
                    <a:pt x="1242009" y="0"/>
                  </a:lnTo>
                  <a:lnTo>
                    <a:pt x="1272489" y="0"/>
                  </a:lnTo>
                  <a:lnTo>
                    <a:pt x="1272489" y="7619"/>
                  </a:lnTo>
                  <a:close/>
                </a:path>
                <a:path w="1522730" h="476885">
                  <a:moveTo>
                    <a:pt x="1325829" y="7619"/>
                  </a:moveTo>
                  <a:lnTo>
                    <a:pt x="1295349" y="7619"/>
                  </a:lnTo>
                  <a:lnTo>
                    <a:pt x="1295349" y="0"/>
                  </a:lnTo>
                  <a:lnTo>
                    <a:pt x="1325829" y="0"/>
                  </a:lnTo>
                  <a:lnTo>
                    <a:pt x="1325829" y="7619"/>
                  </a:lnTo>
                  <a:close/>
                </a:path>
                <a:path w="1522730" h="476885">
                  <a:moveTo>
                    <a:pt x="1379169" y="7619"/>
                  </a:moveTo>
                  <a:lnTo>
                    <a:pt x="1348689" y="7619"/>
                  </a:lnTo>
                  <a:lnTo>
                    <a:pt x="1348689" y="0"/>
                  </a:lnTo>
                  <a:lnTo>
                    <a:pt x="1379169" y="0"/>
                  </a:lnTo>
                  <a:lnTo>
                    <a:pt x="1379169" y="7619"/>
                  </a:lnTo>
                  <a:close/>
                </a:path>
                <a:path w="1522730" h="476885">
                  <a:moveTo>
                    <a:pt x="1432509" y="7619"/>
                  </a:moveTo>
                  <a:lnTo>
                    <a:pt x="1402029" y="7619"/>
                  </a:lnTo>
                  <a:lnTo>
                    <a:pt x="1402029" y="0"/>
                  </a:lnTo>
                  <a:lnTo>
                    <a:pt x="1432509" y="0"/>
                  </a:lnTo>
                  <a:lnTo>
                    <a:pt x="1432509" y="7619"/>
                  </a:lnTo>
                  <a:close/>
                </a:path>
                <a:path w="1522730" h="476885">
                  <a:moveTo>
                    <a:pt x="1485849" y="7619"/>
                  </a:moveTo>
                  <a:lnTo>
                    <a:pt x="1455369" y="7619"/>
                  </a:lnTo>
                  <a:lnTo>
                    <a:pt x="1455369" y="0"/>
                  </a:lnTo>
                  <a:lnTo>
                    <a:pt x="1485849" y="0"/>
                  </a:lnTo>
                  <a:lnTo>
                    <a:pt x="1485849" y="7619"/>
                  </a:lnTo>
                  <a:close/>
                </a:path>
                <a:path w="1522730" h="476885">
                  <a:moveTo>
                    <a:pt x="1515046" y="7619"/>
                  </a:moveTo>
                  <a:lnTo>
                    <a:pt x="1508709" y="7619"/>
                  </a:lnTo>
                  <a:lnTo>
                    <a:pt x="1508709" y="0"/>
                  </a:lnTo>
                  <a:lnTo>
                    <a:pt x="1522666" y="0"/>
                  </a:lnTo>
                  <a:lnTo>
                    <a:pt x="1522666" y="3809"/>
                  </a:lnTo>
                  <a:lnTo>
                    <a:pt x="1515046" y="3809"/>
                  </a:lnTo>
                  <a:lnTo>
                    <a:pt x="1515046" y="7619"/>
                  </a:lnTo>
                  <a:close/>
                </a:path>
                <a:path w="1522730" h="476885">
                  <a:moveTo>
                    <a:pt x="1522666" y="24142"/>
                  </a:moveTo>
                  <a:lnTo>
                    <a:pt x="1515046" y="24142"/>
                  </a:lnTo>
                  <a:lnTo>
                    <a:pt x="1515046" y="3809"/>
                  </a:lnTo>
                  <a:lnTo>
                    <a:pt x="1518856" y="7619"/>
                  </a:lnTo>
                  <a:lnTo>
                    <a:pt x="1522666" y="7619"/>
                  </a:lnTo>
                  <a:lnTo>
                    <a:pt x="1522666" y="24142"/>
                  </a:lnTo>
                  <a:close/>
                </a:path>
                <a:path w="1522730" h="476885">
                  <a:moveTo>
                    <a:pt x="1522666" y="7619"/>
                  </a:moveTo>
                  <a:lnTo>
                    <a:pt x="1518856" y="7619"/>
                  </a:lnTo>
                  <a:lnTo>
                    <a:pt x="1515046" y="3809"/>
                  </a:lnTo>
                  <a:lnTo>
                    <a:pt x="1522666" y="3809"/>
                  </a:lnTo>
                  <a:lnTo>
                    <a:pt x="1522666" y="7619"/>
                  </a:lnTo>
                  <a:close/>
                </a:path>
                <a:path w="1522730" h="476885">
                  <a:moveTo>
                    <a:pt x="1522666" y="77482"/>
                  </a:moveTo>
                  <a:lnTo>
                    <a:pt x="1515046" y="77482"/>
                  </a:lnTo>
                  <a:lnTo>
                    <a:pt x="1515046" y="47002"/>
                  </a:lnTo>
                  <a:lnTo>
                    <a:pt x="1522666" y="47002"/>
                  </a:lnTo>
                  <a:lnTo>
                    <a:pt x="1522666" y="77482"/>
                  </a:lnTo>
                  <a:close/>
                </a:path>
                <a:path w="1522730" h="476885">
                  <a:moveTo>
                    <a:pt x="1522666" y="130822"/>
                  </a:moveTo>
                  <a:lnTo>
                    <a:pt x="1515046" y="130822"/>
                  </a:lnTo>
                  <a:lnTo>
                    <a:pt x="1515046" y="100342"/>
                  </a:lnTo>
                  <a:lnTo>
                    <a:pt x="1522666" y="100342"/>
                  </a:lnTo>
                  <a:lnTo>
                    <a:pt x="1522666" y="130822"/>
                  </a:lnTo>
                  <a:close/>
                </a:path>
                <a:path w="1522730" h="476885">
                  <a:moveTo>
                    <a:pt x="1522666" y="184162"/>
                  </a:moveTo>
                  <a:lnTo>
                    <a:pt x="1515046" y="184162"/>
                  </a:lnTo>
                  <a:lnTo>
                    <a:pt x="1515046" y="153682"/>
                  </a:lnTo>
                  <a:lnTo>
                    <a:pt x="1522666" y="153682"/>
                  </a:lnTo>
                  <a:lnTo>
                    <a:pt x="1522666" y="184162"/>
                  </a:lnTo>
                  <a:close/>
                </a:path>
                <a:path w="1522730" h="476885">
                  <a:moveTo>
                    <a:pt x="1522666" y="237502"/>
                  </a:moveTo>
                  <a:lnTo>
                    <a:pt x="1515046" y="237502"/>
                  </a:lnTo>
                  <a:lnTo>
                    <a:pt x="1515046" y="207022"/>
                  </a:lnTo>
                  <a:lnTo>
                    <a:pt x="1522666" y="207022"/>
                  </a:lnTo>
                  <a:lnTo>
                    <a:pt x="1522666" y="237502"/>
                  </a:lnTo>
                  <a:close/>
                </a:path>
                <a:path w="1522730" h="476885">
                  <a:moveTo>
                    <a:pt x="1522666" y="290842"/>
                  </a:moveTo>
                  <a:lnTo>
                    <a:pt x="1515046" y="290842"/>
                  </a:lnTo>
                  <a:lnTo>
                    <a:pt x="1515046" y="260362"/>
                  </a:lnTo>
                  <a:lnTo>
                    <a:pt x="1522666" y="260362"/>
                  </a:lnTo>
                  <a:lnTo>
                    <a:pt x="1522666" y="290842"/>
                  </a:lnTo>
                  <a:close/>
                </a:path>
                <a:path w="1522730" h="476885">
                  <a:moveTo>
                    <a:pt x="1522666" y="344182"/>
                  </a:moveTo>
                  <a:lnTo>
                    <a:pt x="1515046" y="344182"/>
                  </a:lnTo>
                  <a:lnTo>
                    <a:pt x="1515046" y="313702"/>
                  </a:lnTo>
                  <a:lnTo>
                    <a:pt x="1522666" y="313702"/>
                  </a:lnTo>
                  <a:lnTo>
                    <a:pt x="1522666" y="344182"/>
                  </a:lnTo>
                  <a:close/>
                </a:path>
                <a:path w="1522730" h="476885">
                  <a:moveTo>
                    <a:pt x="1522666" y="397522"/>
                  </a:moveTo>
                  <a:lnTo>
                    <a:pt x="1515046" y="397522"/>
                  </a:lnTo>
                  <a:lnTo>
                    <a:pt x="1515046" y="367042"/>
                  </a:lnTo>
                  <a:lnTo>
                    <a:pt x="1522666" y="367042"/>
                  </a:lnTo>
                  <a:lnTo>
                    <a:pt x="1522666" y="397522"/>
                  </a:lnTo>
                  <a:close/>
                </a:path>
                <a:path w="1522730" h="476885">
                  <a:moveTo>
                    <a:pt x="1522666" y="450862"/>
                  </a:moveTo>
                  <a:lnTo>
                    <a:pt x="1515046" y="450862"/>
                  </a:lnTo>
                  <a:lnTo>
                    <a:pt x="1515046" y="420382"/>
                  </a:lnTo>
                  <a:lnTo>
                    <a:pt x="1522666" y="420382"/>
                  </a:lnTo>
                  <a:lnTo>
                    <a:pt x="1522666" y="450862"/>
                  </a:lnTo>
                  <a:close/>
                </a:path>
                <a:path w="1522730" h="476885">
                  <a:moveTo>
                    <a:pt x="1517637" y="476313"/>
                  </a:moveTo>
                  <a:lnTo>
                    <a:pt x="1487157" y="476313"/>
                  </a:lnTo>
                  <a:lnTo>
                    <a:pt x="1487157" y="468693"/>
                  </a:lnTo>
                  <a:lnTo>
                    <a:pt x="1517637" y="468693"/>
                  </a:lnTo>
                  <a:lnTo>
                    <a:pt x="1517637" y="476313"/>
                  </a:lnTo>
                  <a:close/>
                </a:path>
                <a:path w="1522730" h="476885">
                  <a:moveTo>
                    <a:pt x="1464297" y="476313"/>
                  </a:moveTo>
                  <a:lnTo>
                    <a:pt x="1433817" y="476313"/>
                  </a:lnTo>
                  <a:lnTo>
                    <a:pt x="1433817" y="468693"/>
                  </a:lnTo>
                  <a:lnTo>
                    <a:pt x="1464297" y="468693"/>
                  </a:lnTo>
                  <a:lnTo>
                    <a:pt x="1464297" y="476313"/>
                  </a:lnTo>
                  <a:close/>
                </a:path>
                <a:path w="1522730" h="476885">
                  <a:moveTo>
                    <a:pt x="1410957" y="476313"/>
                  </a:moveTo>
                  <a:lnTo>
                    <a:pt x="1380477" y="476313"/>
                  </a:lnTo>
                  <a:lnTo>
                    <a:pt x="1380477" y="468693"/>
                  </a:lnTo>
                  <a:lnTo>
                    <a:pt x="1410957" y="468693"/>
                  </a:lnTo>
                  <a:lnTo>
                    <a:pt x="1410957" y="476313"/>
                  </a:lnTo>
                  <a:close/>
                </a:path>
                <a:path w="1522730" h="476885">
                  <a:moveTo>
                    <a:pt x="1357617" y="476313"/>
                  </a:moveTo>
                  <a:lnTo>
                    <a:pt x="1327137" y="476313"/>
                  </a:lnTo>
                  <a:lnTo>
                    <a:pt x="1327137" y="468693"/>
                  </a:lnTo>
                  <a:lnTo>
                    <a:pt x="1357617" y="468693"/>
                  </a:lnTo>
                  <a:lnTo>
                    <a:pt x="1357617" y="476313"/>
                  </a:lnTo>
                  <a:close/>
                </a:path>
                <a:path w="1522730" h="476885">
                  <a:moveTo>
                    <a:pt x="1304277" y="476313"/>
                  </a:moveTo>
                  <a:lnTo>
                    <a:pt x="1273797" y="476313"/>
                  </a:lnTo>
                  <a:lnTo>
                    <a:pt x="1273797" y="468693"/>
                  </a:lnTo>
                  <a:lnTo>
                    <a:pt x="1304277" y="468693"/>
                  </a:lnTo>
                  <a:lnTo>
                    <a:pt x="1304277" y="476313"/>
                  </a:lnTo>
                  <a:close/>
                </a:path>
                <a:path w="1522730" h="476885">
                  <a:moveTo>
                    <a:pt x="1250937" y="476313"/>
                  </a:moveTo>
                  <a:lnTo>
                    <a:pt x="1220457" y="476313"/>
                  </a:lnTo>
                  <a:lnTo>
                    <a:pt x="1220457" y="468693"/>
                  </a:lnTo>
                  <a:lnTo>
                    <a:pt x="1250937" y="468693"/>
                  </a:lnTo>
                  <a:lnTo>
                    <a:pt x="1250937" y="476313"/>
                  </a:lnTo>
                  <a:close/>
                </a:path>
                <a:path w="1522730" h="476885">
                  <a:moveTo>
                    <a:pt x="1197597" y="476313"/>
                  </a:moveTo>
                  <a:lnTo>
                    <a:pt x="1167117" y="476313"/>
                  </a:lnTo>
                  <a:lnTo>
                    <a:pt x="1167117" y="468693"/>
                  </a:lnTo>
                  <a:lnTo>
                    <a:pt x="1197597" y="468693"/>
                  </a:lnTo>
                  <a:lnTo>
                    <a:pt x="1197597" y="476313"/>
                  </a:lnTo>
                  <a:close/>
                </a:path>
                <a:path w="1522730" h="476885">
                  <a:moveTo>
                    <a:pt x="1144257" y="476313"/>
                  </a:moveTo>
                  <a:lnTo>
                    <a:pt x="1113777" y="476313"/>
                  </a:lnTo>
                  <a:lnTo>
                    <a:pt x="1113777" y="468693"/>
                  </a:lnTo>
                  <a:lnTo>
                    <a:pt x="1144257" y="468693"/>
                  </a:lnTo>
                  <a:lnTo>
                    <a:pt x="1144257" y="476313"/>
                  </a:lnTo>
                  <a:close/>
                </a:path>
                <a:path w="1522730" h="476885">
                  <a:moveTo>
                    <a:pt x="1090917" y="476313"/>
                  </a:moveTo>
                  <a:lnTo>
                    <a:pt x="1060437" y="476313"/>
                  </a:lnTo>
                  <a:lnTo>
                    <a:pt x="1060437" y="468693"/>
                  </a:lnTo>
                  <a:lnTo>
                    <a:pt x="1090917" y="468693"/>
                  </a:lnTo>
                  <a:lnTo>
                    <a:pt x="1090917" y="476313"/>
                  </a:lnTo>
                  <a:close/>
                </a:path>
                <a:path w="1522730" h="476885">
                  <a:moveTo>
                    <a:pt x="1037577" y="476313"/>
                  </a:moveTo>
                  <a:lnTo>
                    <a:pt x="1007097" y="476313"/>
                  </a:lnTo>
                  <a:lnTo>
                    <a:pt x="1007097" y="468693"/>
                  </a:lnTo>
                  <a:lnTo>
                    <a:pt x="1037577" y="468693"/>
                  </a:lnTo>
                  <a:lnTo>
                    <a:pt x="1037577" y="476313"/>
                  </a:lnTo>
                  <a:close/>
                </a:path>
                <a:path w="1522730" h="476885">
                  <a:moveTo>
                    <a:pt x="984237" y="476313"/>
                  </a:moveTo>
                  <a:lnTo>
                    <a:pt x="953757" y="476313"/>
                  </a:lnTo>
                  <a:lnTo>
                    <a:pt x="953757" y="468693"/>
                  </a:lnTo>
                  <a:lnTo>
                    <a:pt x="984237" y="468693"/>
                  </a:lnTo>
                  <a:lnTo>
                    <a:pt x="984237" y="476313"/>
                  </a:lnTo>
                  <a:close/>
                </a:path>
                <a:path w="1522730" h="476885">
                  <a:moveTo>
                    <a:pt x="930897" y="476313"/>
                  </a:moveTo>
                  <a:lnTo>
                    <a:pt x="900417" y="476313"/>
                  </a:lnTo>
                  <a:lnTo>
                    <a:pt x="900417" y="468693"/>
                  </a:lnTo>
                  <a:lnTo>
                    <a:pt x="930897" y="468693"/>
                  </a:lnTo>
                  <a:lnTo>
                    <a:pt x="930897" y="476313"/>
                  </a:lnTo>
                  <a:close/>
                </a:path>
                <a:path w="1522730" h="476885">
                  <a:moveTo>
                    <a:pt x="877557" y="476313"/>
                  </a:moveTo>
                  <a:lnTo>
                    <a:pt x="847077" y="476313"/>
                  </a:lnTo>
                  <a:lnTo>
                    <a:pt x="847077" y="468693"/>
                  </a:lnTo>
                  <a:lnTo>
                    <a:pt x="877557" y="468693"/>
                  </a:lnTo>
                  <a:lnTo>
                    <a:pt x="877557" y="476313"/>
                  </a:lnTo>
                  <a:close/>
                </a:path>
                <a:path w="1522730" h="476885">
                  <a:moveTo>
                    <a:pt x="824217" y="476313"/>
                  </a:moveTo>
                  <a:lnTo>
                    <a:pt x="793737" y="476313"/>
                  </a:lnTo>
                  <a:lnTo>
                    <a:pt x="793737" y="468693"/>
                  </a:lnTo>
                  <a:lnTo>
                    <a:pt x="824217" y="468693"/>
                  </a:lnTo>
                  <a:lnTo>
                    <a:pt x="824217" y="476313"/>
                  </a:lnTo>
                  <a:close/>
                </a:path>
                <a:path w="1522730" h="476885">
                  <a:moveTo>
                    <a:pt x="770877" y="476313"/>
                  </a:moveTo>
                  <a:lnTo>
                    <a:pt x="740397" y="476313"/>
                  </a:lnTo>
                  <a:lnTo>
                    <a:pt x="740397" y="468693"/>
                  </a:lnTo>
                  <a:lnTo>
                    <a:pt x="770877" y="468693"/>
                  </a:lnTo>
                  <a:lnTo>
                    <a:pt x="770877" y="476313"/>
                  </a:lnTo>
                  <a:close/>
                </a:path>
                <a:path w="1522730" h="476885">
                  <a:moveTo>
                    <a:pt x="717537" y="476313"/>
                  </a:moveTo>
                  <a:lnTo>
                    <a:pt x="687057" y="476313"/>
                  </a:lnTo>
                  <a:lnTo>
                    <a:pt x="687057" y="468693"/>
                  </a:lnTo>
                  <a:lnTo>
                    <a:pt x="717537" y="468693"/>
                  </a:lnTo>
                  <a:lnTo>
                    <a:pt x="717537" y="476313"/>
                  </a:lnTo>
                  <a:close/>
                </a:path>
                <a:path w="1522730" h="476885">
                  <a:moveTo>
                    <a:pt x="664197" y="476313"/>
                  </a:moveTo>
                  <a:lnTo>
                    <a:pt x="633717" y="476313"/>
                  </a:lnTo>
                  <a:lnTo>
                    <a:pt x="633717" y="468693"/>
                  </a:lnTo>
                  <a:lnTo>
                    <a:pt x="664197" y="468693"/>
                  </a:lnTo>
                  <a:lnTo>
                    <a:pt x="664197" y="476313"/>
                  </a:lnTo>
                  <a:close/>
                </a:path>
                <a:path w="1522730" h="476885">
                  <a:moveTo>
                    <a:pt x="610857" y="476313"/>
                  </a:moveTo>
                  <a:lnTo>
                    <a:pt x="580377" y="476313"/>
                  </a:lnTo>
                  <a:lnTo>
                    <a:pt x="580377" y="468693"/>
                  </a:lnTo>
                  <a:lnTo>
                    <a:pt x="610857" y="468693"/>
                  </a:lnTo>
                  <a:lnTo>
                    <a:pt x="610857" y="476313"/>
                  </a:lnTo>
                  <a:close/>
                </a:path>
                <a:path w="1522730" h="476885">
                  <a:moveTo>
                    <a:pt x="557517" y="476313"/>
                  </a:moveTo>
                  <a:lnTo>
                    <a:pt x="527037" y="476313"/>
                  </a:lnTo>
                  <a:lnTo>
                    <a:pt x="527037" y="468693"/>
                  </a:lnTo>
                  <a:lnTo>
                    <a:pt x="557517" y="468693"/>
                  </a:lnTo>
                  <a:lnTo>
                    <a:pt x="557517" y="476313"/>
                  </a:lnTo>
                  <a:close/>
                </a:path>
                <a:path w="1522730" h="476885">
                  <a:moveTo>
                    <a:pt x="504177" y="476313"/>
                  </a:moveTo>
                  <a:lnTo>
                    <a:pt x="473697" y="476313"/>
                  </a:lnTo>
                  <a:lnTo>
                    <a:pt x="473697" y="468693"/>
                  </a:lnTo>
                  <a:lnTo>
                    <a:pt x="504177" y="468693"/>
                  </a:lnTo>
                  <a:lnTo>
                    <a:pt x="504177" y="476313"/>
                  </a:lnTo>
                  <a:close/>
                </a:path>
                <a:path w="1522730" h="476885">
                  <a:moveTo>
                    <a:pt x="450837" y="476313"/>
                  </a:moveTo>
                  <a:lnTo>
                    <a:pt x="420357" y="476313"/>
                  </a:lnTo>
                  <a:lnTo>
                    <a:pt x="420357" y="468693"/>
                  </a:lnTo>
                  <a:lnTo>
                    <a:pt x="450837" y="468693"/>
                  </a:lnTo>
                  <a:lnTo>
                    <a:pt x="450837" y="476313"/>
                  </a:lnTo>
                  <a:close/>
                </a:path>
                <a:path w="1522730" h="476885">
                  <a:moveTo>
                    <a:pt x="397497" y="476313"/>
                  </a:moveTo>
                  <a:lnTo>
                    <a:pt x="367017" y="476313"/>
                  </a:lnTo>
                  <a:lnTo>
                    <a:pt x="367017" y="468693"/>
                  </a:lnTo>
                  <a:lnTo>
                    <a:pt x="397497" y="468693"/>
                  </a:lnTo>
                  <a:lnTo>
                    <a:pt x="397497" y="476313"/>
                  </a:lnTo>
                  <a:close/>
                </a:path>
                <a:path w="1522730" h="476885">
                  <a:moveTo>
                    <a:pt x="344157" y="476313"/>
                  </a:moveTo>
                  <a:lnTo>
                    <a:pt x="313677" y="476313"/>
                  </a:lnTo>
                  <a:lnTo>
                    <a:pt x="313677" y="468693"/>
                  </a:lnTo>
                  <a:lnTo>
                    <a:pt x="344157" y="468693"/>
                  </a:lnTo>
                  <a:lnTo>
                    <a:pt x="344157" y="476313"/>
                  </a:lnTo>
                  <a:close/>
                </a:path>
                <a:path w="1522730" h="476885">
                  <a:moveTo>
                    <a:pt x="290817" y="476313"/>
                  </a:moveTo>
                  <a:lnTo>
                    <a:pt x="260337" y="476313"/>
                  </a:lnTo>
                  <a:lnTo>
                    <a:pt x="260337" y="468693"/>
                  </a:lnTo>
                  <a:lnTo>
                    <a:pt x="290817" y="468693"/>
                  </a:lnTo>
                  <a:lnTo>
                    <a:pt x="290817" y="476313"/>
                  </a:lnTo>
                  <a:close/>
                </a:path>
                <a:path w="1522730" h="476885">
                  <a:moveTo>
                    <a:pt x="237477" y="476313"/>
                  </a:moveTo>
                  <a:lnTo>
                    <a:pt x="206997" y="476313"/>
                  </a:lnTo>
                  <a:lnTo>
                    <a:pt x="206997" y="468693"/>
                  </a:lnTo>
                  <a:lnTo>
                    <a:pt x="237477" y="468693"/>
                  </a:lnTo>
                  <a:lnTo>
                    <a:pt x="237477" y="476313"/>
                  </a:lnTo>
                  <a:close/>
                </a:path>
                <a:path w="1522730" h="476885">
                  <a:moveTo>
                    <a:pt x="184137" y="476313"/>
                  </a:moveTo>
                  <a:lnTo>
                    <a:pt x="153657" y="476313"/>
                  </a:lnTo>
                  <a:lnTo>
                    <a:pt x="153657" y="468693"/>
                  </a:lnTo>
                  <a:lnTo>
                    <a:pt x="184137" y="468693"/>
                  </a:lnTo>
                  <a:lnTo>
                    <a:pt x="184137" y="476313"/>
                  </a:lnTo>
                  <a:close/>
                </a:path>
                <a:path w="1522730" h="476885">
                  <a:moveTo>
                    <a:pt x="130797" y="476313"/>
                  </a:moveTo>
                  <a:lnTo>
                    <a:pt x="100317" y="476313"/>
                  </a:lnTo>
                  <a:lnTo>
                    <a:pt x="100317" y="468693"/>
                  </a:lnTo>
                  <a:lnTo>
                    <a:pt x="130797" y="468693"/>
                  </a:lnTo>
                  <a:lnTo>
                    <a:pt x="130797" y="476313"/>
                  </a:lnTo>
                  <a:close/>
                </a:path>
                <a:path w="1522730" h="476885">
                  <a:moveTo>
                    <a:pt x="77457" y="476313"/>
                  </a:moveTo>
                  <a:lnTo>
                    <a:pt x="46977" y="476313"/>
                  </a:lnTo>
                  <a:lnTo>
                    <a:pt x="46977" y="468693"/>
                  </a:lnTo>
                  <a:lnTo>
                    <a:pt x="77457" y="468693"/>
                  </a:lnTo>
                  <a:lnTo>
                    <a:pt x="77457" y="47631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50876" y="4965191"/>
            <a:ext cx="1515110" cy="46799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655"/>
              </a:spcBef>
            </a:pPr>
            <a:r>
              <a:rPr sz="1800" spc="-10" dirty="0">
                <a:latin typeface="Times New Roman"/>
                <a:cs typeface="Times New Roman"/>
              </a:rPr>
              <a:t>Demonstrate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683162" y="1992033"/>
            <a:ext cx="1324610" cy="648970"/>
          </a:xfrm>
          <a:custGeom>
            <a:avLst/>
            <a:gdLst/>
            <a:ahLst/>
            <a:cxnLst/>
            <a:rect l="l" t="t" r="r" b="b"/>
            <a:pathLst>
              <a:path w="1324610" h="648969">
                <a:moveTo>
                  <a:pt x="1324330" y="648449"/>
                </a:moveTo>
                <a:lnTo>
                  <a:pt x="0" y="648449"/>
                </a:lnTo>
                <a:lnTo>
                  <a:pt x="0" y="0"/>
                </a:lnTo>
                <a:lnTo>
                  <a:pt x="1324330" y="0"/>
                </a:lnTo>
                <a:lnTo>
                  <a:pt x="132433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629399"/>
                </a:lnTo>
                <a:lnTo>
                  <a:pt x="9525" y="629399"/>
                </a:lnTo>
                <a:lnTo>
                  <a:pt x="19050" y="638924"/>
                </a:lnTo>
                <a:lnTo>
                  <a:pt x="1324330" y="638924"/>
                </a:lnTo>
                <a:lnTo>
                  <a:pt x="1324330" y="648449"/>
                </a:lnTo>
                <a:close/>
              </a:path>
              <a:path w="1324610" h="64896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24610" h="648969">
                <a:moveTo>
                  <a:pt x="130528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305280" y="9525"/>
                </a:lnTo>
                <a:lnTo>
                  <a:pt x="1305280" y="19050"/>
                </a:lnTo>
                <a:close/>
              </a:path>
              <a:path w="1324610" h="648969">
                <a:moveTo>
                  <a:pt x="1305280" y="638924"/>
                </a:moveTo>
                <a:lnTo>
                  <a:pt x="1305280" y="9525"/>
                </a:lnTo>
                <a:lnTo>
                  <a:pt x="1314805" y="19050"/>
                </a:lnTo>
                <a:lnTo>
                  <a:pt x="1324330" y="19050"/>
                </a:lnTo>
                <a:lnTo>
                  <a:pt x="1324330" y="629399"/>
                </a:lnTo>
                <a:lnTo>
                  <a:pt x="1314805" y="629399"/>
                </a:lnTo>
                <a:lnTo>
                  <a:pt x="1305280" y="638924"/>
                </a:lnTo>
                <a:close/>
              </a:path>
              <a:path w="1324610" h="648969">
                <a:moveTo>
                  <a:pt x="1324330" y="19050"/>
                </a:moveTo>
                <a:lnTo>
                  <a:pt x="1314805" y="19050"/>
                </a:lnTo>
                <a:lnTo>
                  <a:pt x="1305280" y="9525"/>
                </a:lnTo>
                <a:lnTo>
                  <a:pt x="1324330" y="9525"/>
                </a:lnTo>
                <a:lnTo>
                  <a:pt x="1324330" y="19050"/>
                </a:lnTo>
                <a:close/>
              </a:path>
              <a:path w="1324610" h="648969">
                <a:moveTo>
                  <a:pt x="19050" y="638924"/>
                </a:moveTo>
                <a:lnTo>
                  <a:pt x="9525" y="629399"/>
                </a:lnTo>
                <a:lnTo>
                  <a:pt x="19050" y="629399"/>
                </a:lnTo>
                <a:lnTo>
                  <a:pt x="19050" y="638924"/>
                </a:lnTo>
                <a:close/>
              </a:path>
              <a:path w="1324610" h="648969">
                <a:moveTo>
                  <a:pt x="1305280" y="638924"/>
                </a:moveTo>
                <a:lnTo>
                  <a:pt x="19050" y="638924"/>
                </a:lnTo>
                <a:lnTo>
                  <a:pt x="19050" y="629399"/>
                </a:lnTo>
                <a:lnTo>
                  <a:pt x="1305280" y="629399"/>
                </a:lnTo>
                <a:lnTo>
                  <a:pt x="1305280" y="638924"/>
                </a:lnTo>
                <a:close/>
              </a:path>
              <a:path w="1324610" h="648969">
                <a:moveTo>
                  <a:pt x="1324330" y="638924"/>
                </a:moveTo>
                <a:lnTo>
                  <a:pt x="1305280" y="638924"/>
                </a:lnTo>
                <a:lnTo>
                  <a:pt x="1314805" y="629399"/>
                </a:lnTo>
                <a:lnTo>
                  <a:pt x="1324330" y="629399"/>
                </a:lnTo>
                <a:lnTo>
                  <a:pt x="1324330" y="63892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910493" y="2185708"/>
            <a:ext cx="8699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EC7C30"/>
                </a:solidFill>
                <a:latin typeface="Times New Roman"/>
                <a:cs typeface="Times New Roman"/>
              </a:rPr>
              <a:t>Naive</a:t>
            </a:r>
            <a:r>
              <a:rPr sz="1400" spc="-25" dirty="0">
                <a:solidFill>
                  <a:srgbClr val="EC7C30"/>
                </a:solidFill>
                <a:latin typeface="Times New Roman"/>
                <a:cs typeface="Times New Roman"/>
              </a:rPr>
              <a:t> RAG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788160" y="5536450"/>
            <a:ext cx="1390650" cy="476250"/>
            <a:chOff x="1788160" y="5536450"/>
            <a:chExt cx="1390650" cy="476250"/>
          </a:xfrm>
        </p:grpSpPr>
        <p:sp>
          <p:nvSpPr>
            <p:cNvPr id="40" name="object 40"/>
            <p:cNvSpPr/>
            <p:nvPr/>
          </p:nvSpPr>
          <p:spPr>
            <a:xfrm>
              <a:off x="1792224" y="5539740"/>
              <a:ext cx="1382395" cy="469900"/>
            </a:xfrm>
            <a:custGeom>
              <a:avLst/>
              <a:gdLst/>
              <a:ahLst/>
              <a:cxnLst/>
              <a:rect l="l" t="t" r="r" b="b"/>
              <a:pathLst>
                <a:path w="1382395" h="469900">
                  <a:moveTo>
                    <a:pt x="1382268" y="469391"/>
                  </a:moveTo>
                  <a:lnTo>
                    <a:pt x="0" y="469391"/>
                  </a:lnTo>
                  <a:lnTo>
                    <a:pt x="0" y="0"/>
                  </a:lnTo>
                  <a:lnTo>
                    <a:pt x="1382268" y="0"/>
                  </a:lnTo>
                  <a:lnTo>
                    <a:pt x="1382268" y="469391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88160" y="5536450"/>
              <a:ext cx="1390650" cy="476250"/>
            </a:xfrm>
            <a:custGeom>
              <a:avLst/>
              <a:gdLst/>
              <a:ahLst/>
              <a:cxnLst/>
              <a:rect l="l" t="t" r="r" b="b"/>
              <a:pathLst>
                <a:path w="1390650" h="476250">
                  <a:moveTo>
                    <a:pt x="3809" y="472440"/>
                  </a:moveTo>
                  <a:lnTo>
                    <a:pt x="0" y="472440"/>
                  </a:lnTo>
                  <a:lnTo>
                    <a:pt x="0" y="441960"/>
                  </a:lnTo>
                  <a:lnTo>
                    <a:pt x="7619" y="441960"/>
                  </a:lnTo>
                  <a:lnTo>
                    <a:pt x="7619" y="468630"/>
                  </a:lnTo>
                  <a:lnTo>
                    <a:pt x="3809" y="468630"/>
                  </a:lnTo>
                  <a:lnTo>
                    <a:pt x="3809" y="472440"/>
                  </a:lnTo>
                  <a:close/>
                </a:path>
                <a:path w="1390650" h="476250">
                  <a:moveTo>
                    <a:pt x="26669" y="476250"/>
                  </a:moveTo>
                  <a:lnTo>
                    <a:pt x="3809" y="476250"/>
                  </a:lnTo>
                  <a:lnTo>
                    <a:pt x="3809" y="468630"/>
                  </a:lnTo>
                  <a:lnTo>
                    <a:pt x="7619" y="468630"/>
                  </a:lnTo>
                  <a:lnTo>
                    <a:pt x="7619" y="472440"/>
                  </a:lnTo>
                  <a:lnTo>
                    <a:pt x="26669" y="472440"/>
                  </a:lnTo>
                  <a:lnTo>
                    <a:pt x="26669" y="476250"/>
                  </a:lnTo>
                  <a:close/>
                </a:path>
                <a:path w="1390650" h="476250">
                  <a:moveTo>
                    <a:pt x="26669" y="472440"/>
                  </a:moveTo>
                  <a:lnTo>
                    <a:pt x="7619" y="472440"/>
                  </a:lnTo>
                  <a:lnTo>
                    <a:pt x="7619" y="468630"/>
                  </a:lnTo>
                  <a:lnTo>
                    <a:pt x="26669" y="468630"/>
                  </a:lnTo>
                  <a:lnTo>
                    <a:pt x="26669" y="472440"/>
                  </a:lnTo>
                  <a:close/>
                </a:path>
                <a:path w="1390650" h="476250">
                  <a:moveTo>
                    <a:pt x="7619" y="419100"/>
                  </a:moveTo>
                  <a:lnTo>
                    <a:pt x="0" y="419100"/>
                  </a:lnTo>
                  <a:lnTo>
                    <a:pt x="0" y="388620"/>
                  </a:lnTo>
                  <a:lnTo>
                    <a:pt x="7619" y="388620"/>
                  </a:lnTo>
                  <a:lnTo>
                    <a:pt x="7619" y="419100"/>
                  </a:lnTo>
                  <a:close/>
                </a:path>
                <a:path w="1390650" h="476250">
                  <a:moveTo>
                    <a:pt x="7619" y="365760"/>
                  </a:moveTo>
                  <a:lnTo>
                    <a:pt x="0" y="365760"/>
                  </a:lnTo>
                  <a:lnTo>
                    <a:pt x="0" y="335280"/>
                  </a:lnTo>
                  <a:lnTo>
                    <a:pt x="7619" y="335280"/>
                  </a:lnTo>
                  <a:lnTo>
                    <a:pt x="7619" y="365760"/>
                  </a:lnTo>
                  <a:close/>
                </a:path>
                <a:path w="1390650" h="476250">
                  <a:moveTo>
                    <a:pt x="7619" y="312420"/>
                  </a:moveTo>
                  <a:lnTo>
                    <a:pt x="0" y="312420"/>
                  </a:lnTo>
                  <a:lnTo>
                    <a:pt x="0" y="281940"/>
                  </a:lnTo>
                  <a:lnTo>
                    <a:pt x="7619" y="281940"/>
                  </a:lnTo>
                  <a:lnTo>
                    <a:pt x="7619" y="312420"/>
                  </a:lnTo>
                  <a:close/>
                </a:path>
                <a:path w="1390650" h="476250">
                  <a:moveTo>
                    <a:pt x="7619" y="259080"/>
                  </a:moveTo>
                  <a:lnTo>
                    <a:pt x="0" y="259080"/>
                  </a:lnTo>
                  <a:lnTo>
                    <a:pt x="0" y="228600"/>
                  </a:lnTo>
                  <a:lnTo>
                    <a:pt x="7619" y="228600"/>
                  </a:lnTo>
                  <a:lnTo>
                    <a:pt x="7619" y="259080"/>
                  </a:lnTo>
                  <a:close/>
                </a:path>
                <a:path w="1390650" h="476250">
                  <a:moveTo>
                    <a:pt x="7619" y="205740"/>
                  </a:moveTo>
                  <a:lnTo>
                    <a:pt x="0" y="205740"/>
                  </a:lnTo>
                  <a:lnTo>
                    <a:pt x="0" y="175260"/>
                  </a:lnTo>
                  <a:lnTo>
                    <a:pt x="7619" y="175260"/>
                  </a:lnTo>
                  <a:lnTo>
                    <a:pt x="7619" y="205740"/>
                  </a:lnTo>
                  <a:close/>
                </a:path>
                <a:path w="1390650" h="476250">
                  <a:moveTo>
                    <a:pt x="7619" y="152400"/>
                  </a:moveTo>
                  <a:lnTo>
                    <a:pt x="0" y="152400"/>
                  </a:lnTo>
                  <a:lnTo>
                    <a:pt x="0" y="121920"/>
                  </a:lnTo>
                  <a:lnTo>
                    <a:pt x="7619" y="121920"/>
                  </a:lnTo>
                  <a:lnTo>
                    <a:pt x="7619" y="152400"/>
                  </a:lnTo>
                  <a:close/>
                </a:path>
                <a:path w="1390650" h="476250">
                  <a:moveTo>
                    <a:pt x="7619" y="99060"/>
                  </a:moveTo>
                  <a:lnTo>
                    <a:pt x="0" y="99060"/>
                  </a:lnTo>
                  <a:lnTo>
                    <a:pt x="0" y="68580"/>
                  </a:lnTo>
                  <a:lnTo>
                    <a:pt x="7619" y="68580"/>
                  </a:lnTo>
                  <a:lnTo>
                    <a:pt x="7619" y="99060"/>
                  </a:lnTo>
                  <a:close/>
                </a:path>
                <a:path w="1390650" h="476250">
                  <a:moveTo>
                    <a:pt x="7619" y="45720"/>
                  </a:moveTo>
                  <a:lnTo>
                    <a:pt x="0" y="45720"/>
                  </a:lnTo>
                  <a:lnTo>
                    <a:pt x="0" y="15240"/>
                  </a:lnTo>
                  <a:lnTo>
                    <a:pt x="7619" y="15240"/>
                  </a:lnTo>
                  <a:lnTo>
                    <a:pt x="7619" y="45720"/>
                  </a:lnTo>
                  <a:close/>
                </a:path>
                <a:path w="1390650" h="476250">
                  <a:moveTo>
                    <a:pt x="45719" y="7620"/>
                  </a:moveTo>
                  <a:lnTo>
                    <a:pt x="15239" y="7620"/>
                  </a:lnTo>
                  <a:lnTo>
                    <a:pt x="15239" y="0"/>
                  </a:lnTo>
                  <a:lnTo>
                    <a:pt x="45719" y="0"/>
                  </a:lnTo>
                  <a:lnTo>
                    <a:pt x="45719" y="7620"/>
                  </a:lnTo>
                  <a:close/>
                </a:path>
                <a:path w="1390650" h="476250">
                  <a:moveTo>
                    <a:pt x="99059" y="7620"/>
                  </a:moveTo>
                  <a:lnTo>
                    <a:pt x="68579" y="7620"/>
                  </a:lnTo>
                  <a:lnTo>
                    <a:pt x="68579" y="0"/>
                  </a:lnTo>
                  <a:lnTo>
                    <a:pt x="99059" y="0"/>
                  </a:lnTo>
                  <a:lnTo>
                    <a:pt x="99059" y="7620"/>
                  </a:lnTo>
                  <a:close/>
                </a:path>
                <a:path w="1390650" h="476250">
                  <a:moveTo>
                    <a:pt x="152400" y="7620"/>
                  </a:moveTo>
                  <a:lnTo>
                    <a:pt x="121919" y="7620"/>
                  </a:lnTo>
                  <a:lnTo>
                    <a:pt x="121919" y="0"/>
                  </a:lnTo>
                  <a:lnTo>
                    <a:pt x="152400" y="0"/>
                  </a:lnTo>
                  <a:lnTo>
                    <a:pt x="152400" y="7620"/>
                  </a:lnTo>
                  <a:close/>
                </a:path>
                <a:path w="1390650" h="476250">
                  <a:moveTo>
                    <a:pt x="205739" y="7620"/>
                  </a:moveTo>
                  <a:lnTo>
                    <a:pt x="175259" y="7620"/>
                  </a:lnTo>
                  <a:lnTo>
                    <a:pt x="175259" y="0"/>
                  </a:lnTo>
                  <a:lnTo>
                    <a:pt x="205739" y="0"/>
                  </a:lnTo>
                  <a:lnTo>
                    <a:pt x="205739" y="7620"/>
                  </a:lnTo>
                  <a:close/>
                </a:path>
                <a:path w="1390650" h="476250">
                  <a:moveTo>
                    <a:pt x="259079" y="7620"/>
                  </a:moveTo>
                  <a:lnTo>
                    <a:pt x="228600" y="7620"/>
                  </a:lnTo>
                  <a:lnTo>
                    <a:pt x="228600" y="0"/>
                  </a:lnTo>
                  <a:lnTo>
                    <a:pt x="259079" y="0"/>
                  </a:lnTo>
                  <a:lnTo>
                    <a:pt x="259079" y="7620"/>
                  </a:lnTo>
                  <a:close/>
                </a:path>
                <a:path w="1390650" h="476250">
                  <a:moveTo>
                    <a:pt x="312419" y="7620"/>
                  </a:moveTo>
                  <a:lnTo>
                    <a:pt x="281939" y="7620"/>
                  </a:lnTo>
                  <a:lnTo>
                    <a:pt x="281939" y="0"/>
                  </a:lnTo>
                  <a:lnTo>
                    <a:pt x="312419" y="0"/>
                  </a:lnTo>
                  <a:lnTo>
                    <a:pt x="312419" y="7620"/>
                  </a:lnTo>
                  <a:close/>
                </a:path>
                <a:path w="1390650" h="476250">
                  <a:moveTo>
                    <a:pt x="365759" y="7620"/>
                  </a:moveTo>
                  <a:lnTo>
                    <a:pt x="335279" y="7620"/>
                  </a:lnTo>
                  <a:lnTo>
                    <a:pt x="335279" y="0"/>
                  </a:lnTo>
                  <a:lnTo>
                    <a:pt x="365759" y="0"/>
                  </a:lnTo>
                  <a:lnTo>
                    <a:pt x="365759" y="7620"/>
                  </a:lnTo>
                  <a:close/>
                </a:path>
                <a:path w="1390650" h="476250">
                  <a:moveTo>
                    <a:pt x="419100" y="7620"/>
                  </a:moveTo>
                  <a:lnTo>
                    <a:pt x="388619" y="7620"/>
                  </a:lnTo>
                  <a:lnTo>
                    <a:pt x="388619" y="0"/>
                  </a:lnTo>
                  <a:lnTo>
                    <a:pt x="419100" y="0"/>
                  </a:lnTo>
                  <a:lnTo>
                    <a:pt x="419100" y="7620"/>
                  </a:lnTo>
                  <a:close/>
                </a:path>
                <a:path w="1390650" h="476250">
                  <a:moveTo>
                    <a:pt x="472439" y="7620"/>
                  </a:moveTo>
                  <a:lnTo>
                    <a:pt x="441959" y="7620"/>
                  </a:lnTo>
                  <a:lnTo>
                    <a:pt x="441959" y="0"/>
                  </a:lnTo>
                  <a:lnTo>
                    <a:pt x="472439" y="0"/>
                  </a:lnTo>
                  <a:lnTo>
                    <a:pt x="472439" y="7620"/>
                  </a:lnTo>
                  <a:close/>
                </a:path>
                <a:path w="1390650" h="476250">
                  <a:moveTo>
                    <a:pt x="525779" y="7620"/>
                  </a:moveTo>
                  <a:lnTo>
                    <a:pt x="495300" y="7620"/>
                  </a:lnTo>
                  <a:lnTo>
                    <a:pt x="495300" y="0"/>
                  </a:lnTo>
                  <a:lnTo>
                    <a:pt x="525779" y="0"/>
                  </a:lnTo>
                  <a:lnTo>
                    <a:pt x="525779" y="7620"/>
                  </a:lnTo>
                  <a:close/>
                </a:path>
                <a:path w="1390650" h="476250">
                  <a:moveTo>
                    <a:pt x="579119" y="7620"/>
                  </a:moveTo>
                  <a:lnTo>
                    <a:pt x="548639" y="7620"/>
                  </a:lnTo>
                  <a:lnTo>
                    <a:pt x="548639" y="0"/>
                  </a:lnTo>
                  <a:lnTo>
                    <a:pt x="579119" y="0"/>
                  </a:lnTo>
                  <a:lnTo>
                    <a:pt x="579119" y="7620"/>
                  </a:lnTo>
                  <a:close/>
                </a:path>
                <a:path w="1390650" h="476250">
                  <a:moveTo>
                    <a:pt x="632459" y="7620"/>
                  </a:moveTo>
                  <a:lnTo>
                    <a:pt x="601979" y="7620"/>
                  </a:lnTo>
                  <a:lnTo>
                    <a:pt x="601979" y="0"/>
                  </a:lnTo>
                  <a:lnTo>
                    <a:pt x="632459" y="0"/>
                  </a:lnTo>
                  <a:lnTo>
                    <a:pt x="632459" y="7620"/>
                  </a:lnTo>
                  <a:close/>
                </a:path>
                <a:path w="1390650" h="476250">
                  <a:moveTo>
                    <a:pt x="685800" y="7620"/>
                  </a:moveTo>
                  <a:lnTo>
                    <a:pt x="655319" y="7620"/>
                  </a:lnTo>
                  <a:lnTo>
                    <a:pt x="655319" y="0"/>
                  </a:lnTo>
                  <a:lnTo>
                    <a:pt x="685800" y="0"/>
                  </a:lnTo>
                  <a:lnTo>
                    <a:pt x="685800" y="7620"/>
                  </a:lnTo>
                  <a:close/>
                </a:path>
                <a:path w="1390650" h="476250">
                  <a:moveTo>
                    <a:pt x="739139" y="7620"/>
                  </a:moveTo>
                  <a:lnTo>
                    <a:pt x="708659" y="7620"/>
                  </a:lnTo>
                  <a:lnTo>
                    <a:pt x="708659" y="0"/>
                  </a:lnTo>
                  <a:lnTo>
                    <a:pt x="739139" y="0"/>
                  </a:lnTo>
                  <a:lnTo>
                    <a:pt x="739139" y="7620"/>
                  </a:lnTo>
                  <a:close/>
                </a:path>
                <a:path w="1390650" h="476250">
                  <a:moveTo>
                    <a:pt x="792479" y="7620"/>
                  </a:moveTo>
                  <a:lnTo>
                    <a:pt x="762000" y="7620"/>
                  </a:lnTo>
                  <a:lnTo>
                    <a:pt x="762000" y="0"/>
                  </a:lnTo>
                  <a:lnTo>
                    <a:pt x="792479" y="0"/>
                  </a:lnTo>
                  <a:lnTo>
                    <a:pt x="792479" y="7620"/>
                  </a:lnTo>
                  <a:close/>
                </a:path>
                <a:path w="1390650" h="476250">
                  <a:moveTo>
                    <a:pt x="845819" y="7620"/>
                  </a:moveTo>
                  <a:lnTo>
                    <a:pt x="815339" y="7620"/>
                  </a:lnTo>
                  <a:lnTo>
                    <a:pt x="815339" y="0"/>
                  </a:lnTo>
                  <a:lnTo>
                    <a:pt x="845819" y="0"/>
                  </a:lnTo>
                  <a:lnTo>
                    <a:pt x="845819" y="7620"/>
                  </a:lnTo>
                  <a:close/>
                </a:path>
                <a:path w="1390650" h="476250">
                  <a:moveTo>
                    <a:pt x="899159" y="7620"/>
                  </a:moveTo>
                  <a:lnTo>
                    <a:pt x="868679" y="7620"/>
                  </a:lnTo>
                  <a:lnTo>
                    <a:pt x="868679" y="0"/>
                  </a:lnTo>
                  <a:lnTo>
                    <a:pt x="899159" y="0"/>
                  </a:lnTo>
                  <a:lnTo>
                    <a:pt x="899159" y="7620"/>
                  </a:lnTo>
                  <a:close/>
                </a:path>
                <a:path w="1390650" h="476250">
                  <a:moveTo>
                    <a:pt x="952500" y="7620"/>
                  </a:moveTo>
                  <a:lnTo>
                    <a:pt x="922019" y="7620"/>
                  </a:lnTo>
                  <a:lnTo>
                    <a:pt x="922019" y="0"/>
                  </a:lnTo>
                  <a:lnTo>
                    <a:pt x="952500" y="0"/>
                  </a:lnTo>
                  <a:lnTo>
                    <a:pt x="952500" y="7620"/>
                  </a:lnTo>
                  <a:close/>
                </a:path>
                <a:path w="1390650" h="476250">
                  <a:moveTo>
                    <a:pt x="1005839" y="7620"/>
                  </a:moveTo>
                  <a:lnTo>
                    <a:pt x="975359" y="7620"/>
                  </a:lnTo>
                  <a:lnTo>
                    <a:pt x="975359" y="0"/>
                  </a:lnTo>
                  <a:lnTo>
                    <a:pt x="1005839" y="0"/>
                  </a:lnTo>
                  <a:lnTo>
                    <a:pt x="1005839" y="7620"/>
                  </a:lnTo>
                  <a:close/>
                </a:path>
                <a:path w="1390650" h="476250">
                  <a:moveTo>
                    <a:pt x="1059179" y="7620"/>
                  </a:moveTo>
                  <a:lnTo>
                    <a:pt x="1028700" y="7620"/>
                  </a:lnTo>
                  <a:lnTo>
                    <a:pt x="1028700" y="0"/>
                  </a:lnTo>
                  <a:lnTo>
                    <a:pt x="1059179" y="0"/>
                  </a:lnTo>
                  <a:lnTo>
                    <a:pt x="1059179" y="7620"/>
                  </a:lnTo>
                  <a:close/>
                </a:path>
                <a:path w="1390650" h="476250">
                  <a:moveTo>
                    <a:pt x="1112520" y="7620"/>
                  </a:moveTo>
                  <a:lnTo>
                    <a:pt x="1082039" y="7620"/>
                  </a:lnTo>
                  <a:lnTo>
                    <a:pt x="1082039" y="0"/>
                  </a:lnTo>
                  <a:lnTo>
                    <a:pt x="1112520" y="0"/>
                  </a:lnTo>
                  <a:lnTo>
                    <a:pt x="1112520" y="7620"/>
                  </a:lnTo>
                  <a:close/>
                </a:path>
                <a:path w="1390650" h="476250">
                  <a:moveTo>
                    <a:pt x="1165859" y="7620"/>
                  </a:moveTo>
                  <a:lnTo>
                    <a:pt x="1135379" y="7620"/>
                  </a:lnTo>
                  <a:lnTo>
                    <a:pt x="1135379" y="0"/>
                  </a:lnTo>
                  <a:lnTo>
                    <a:pt x="1165859" y="0"/>
                  </a:lnTo>
                  <a:lnTo>
                    <a:pt x="1165859" y="7620"/>
                  </a:lnTo>
                  <a:close/>
                </a:path>
                <a:path w="1390650" h="476250">
                  <a:moveTo>
                    <a:pt x="1219200" y="7620"/>
                  </a:moveTo>
                  <a:lnTo>
                    <a:pt x="1188720" y="7620"/>
                  </a:lnTo>
                  <a:lnTo>
                    <a:pt x="1188720" y="0"/>
                  </a:lnTo>
                  <a:lnTo>
                    <a:pt x="1219200" y="0"/>
                  </a:lnTo>
                  <a:lnTo>
                    <a:pt x="1219200" y="7620"/>
                  </a:lnTo>
                  <a:close/>
                </a:path>
                <a:path w="1390650" h="476250">
                  <a:moveTo>
                    <a:pt x="1272539" y="7620"/>
                  </a:moveTo>
                  <a:lnTo>
                    <a:pt x="1242059" y="7620"/>
                  </a:lnTo>
                  <a:lnTo>
                    <a:pt x="1242059" y="0"/>
                  </a:lnTo>
                  <a:lnTo>
                    <a:pt x="1272539" y="0"/>
                  </a:lnTo>
                  <a:lnTo>
                    <a:pt x="1272539" y="7620"/>
                  </a:lnTo>
                  <a:close/>
                </a:path>
                <a:path w="1390650" h="476250">
                  <a:moveTo>
                    <a:pt x="1325879" y="7620"/>
                  </a:moveTo>
                  <a:lnTo>
                    <a:pt x="1295400" y="7620"/>
                  </a:lnTo>
                  <a:lnTo>
                    <a:pt x="1295400" y="0"/>
                  </a:lnTo>
                  <a:lnTo>
                    <a:pt x="1325879" y="0"/>
                  </a:lnTo>
                  <a:lnTo>
                    <a:pt x="1325879" y="7620"/>
                  </a:lnTo>
                  <a:close/>
                </a:path>
                <a:path w="1390650" h="476250">
                  <a:moveTo>
                    <a:pt x="1379220" y="7620"/>
                  </a:moveTo>
                  <a:lnTo>
                    <a:pt x="1348739" y="7620"/>
                  </a:lnTo>
                  <a:lnTo>
                    <a:pt x="1348739" y="0"/>
                  </a:lnTo>
                  <a:lnTo>
                    <a:pt x="1379220" y="0"/>
                  </a:lnTo>
                  <a:lnTo>
                    <a:pt x="1379220" y="7620"/>
                  </a:lnTo>
                  <a:close/>
                </a:path>
                <a:path w="1390650" h="476250">
                  <a:moveTo>
                    <a:pt x="1390650" y="49530"/>
                  </a:moveTo>
                  <a:lnTo>
                    <a:pt x="1383029" y="49530"/>
                  </a:lnTo>
                  <a:lnTo>
                    <a:pt x="1383029" y="19050"/>
                  </a:lnTo>
                  <a:lnTo>
                    <a:pt x="1390650" y="19050"/>
                  </a:lnTo>
                  <a:lnTo>
                    <a:pt x="1390650" y="49530"/>
                  </a:lnTo>
                  <a:close/>
                </a:path>
                <a:path w="1390650" h="476250">
                  <a:moveTo>
                    <a:pt x="1390650" y="102870"/>
                  </a:moveTo>
                  <a:lnTo>
                    <a:pt x="1383029" y="102870"/>
                  </a:lnTo>
                  <a:lnTo>
                    <a:pt x="1383029" y="72390"/>
                  </a:lnTo>
                  <a:lnTo>
                    <a:pt x="1390650" y="72390"/>
                  </a:lnTo>
                  <a:lnTo>
                    <a:pt x="1390650" y="102870"/>
                  </a:lnTo>
                  <a:close/>
                </a:path>
                <a:path w="1390650" h="476250">
                  <a:moveTo>
                    <a:pt x="1390650" y="156210"/>
                  </a:moveTo>
                  <a:lnTo>
                    <a:pt x="1383029" y="156210"/>
                  </a:lnTo>
                  <a:lnTo>
                    <a:pt x="1383029" y="125730"/>
                  </a:lnTo>
                  <a:lnTo>
                    <a:pt x="1390650" y="125730"/>
                  </a:lnTo>
                  <a:lnTo>
                    <a:pt x="1390650" y="156210"/>
                  </a:lnTo>
                  <a:close/>
                </a:path>
                <a:path w="1390650" h="476250">
                  <a:moveTo>
                    <a:pt x="1390650" y="209550"/>
                  </a:moveTo>
                  <a:lnTo>
                    <a:pt x="1383029" y="209550"/>
                  </a:lnTo>
                  <a:lnTo>
                    <a:pt x="1383029" y="179070"/>
                  </a:lnTo>
                  <a:lnTo>
                    <a:pt x="1390650" y="179070"/>
                  </a:lnTo>
                  <a:lnTo>
                    <a:pt x="1390650" y="209550"/>
                  </a:lnTo>
                  <a:close/>
                </a:path>
                <a:path w="1390650" h="476250">
                  <a:moveTo>
                    <a:pt x="1390650" y="262890"/>
                  </a:moveTo>
                  <a:lnTo>
                    <a:pt x="1383029" y="262890"/>
                  </a:lnTo>
                  <a:lnTo>
                    <a:pt x="1383029" y="232410"/>
                  </a:lnTo>
                  <a:lnTo>
                    <a:pt x="1390650" y="232410"/>
                  </a:lnTo>
                  <a:lnTo>
                    <a:pt x="1390650" y="262890"/>
                  </a:lnTo>
                  <a:close/>
                </a:path>
                <a:path w="1390650" h="476250">
                  <a:moveTo>
                    <a:pt x="1390650" y="316230"/>
                  </a:moveTo>
                  <a:lnTo>
                    <a:pt x="1383029" y="316230"/>
                  </a:lnTo>
                  <a:lnTo>
                    <a:pt x="1383029" y="285750"/>
                  </a:lnTo>
                  <a:lnTo>
                    <a:pt x="1390650" y="285750"/>
                  </a:lnTo>
                  <a:lnTo>
                    <a:pt x="1390650" y="316230"/>
                  </a:lnTo>
                  <a:close/>
                </a:path>
                <a:path w="1390650" h="476250">
                  <a:moveTo>
                    <a:pt x="1390650" y="369570"/>
                  </a:moveTo>
                  <a:lnTo>
                    <a:pt x="1383029" y="369570"/>
                  </a:lnTo>
                  <a:lnTo>
                    <a:pt x="1383029" y="339090"/>
                  </a:lnTo>
                  <a:lnTo>
                    <a:pt x="1390650" y="339090"/>
                  </a:lnTo>
                  <a:lnTo>
                    <a:pt x="1390650" y="369570"/>
                  </a:lnTo>
                  <a:close/>
                </a:path>
                <a:path w="1390650" h="476250">
                  <a:moveTo>
                    <a:pt x="1390650" y="422910"/>
                  </a:moveTo>
                  <a:lnTo>
                    <a:pt x="1383029" y="422910"/>
                  </a:lnTo>
                  <a:lnTo>
                    <a:pt x="1383029" y="392430"/>
                  </a:lnTo>
                  <a:lnTo>
                    <a:pt x="1390650" y="392430"/>
                  </a:lnTo>
                  <a:lnTo>
                    <a:pt x="1390650" y="422910"/>
                  </a:lnTo>
                  <a:close/>
                </a:path>
                <a:path w="1390650" h="476250">
                  <a:moveTo>
                    <a:pt x="1383029" y="472440"/>
                  </a:moveTo>
                  <a:lnTo>
                    <a:pt x="1383029" y="445770"/>
                  </a:lnTo>
                  <a:lnTo>
                    <a:pt x="1390650" y="445770"/>
                  </a:lnTo>
                  <a:lnTo>
                    <a:pt x="1390650" y="468630"/>
                  </a:lnTo>
                  <a:lnTo>
                    <a:pt x="1386839" y="468630"/>
                  </a:lnTo>
                  <a:lnTo>
                    <a:pt x="1383029" y="472440"/>
                  </a:lnTo>
                  <a:close/>
                </a:path>
                <a:path w="1390650" h="476250">
                  <a:moveTo>
                    <a:pt x="1390650" y="476250"/>
                  </a:moveTo>
                  <a:lnTo>
                    <a:pt x="1383029" y="476250"/>
                  </a:lnTo>
                  <a:lnTo>
                    <a:pt x="1383029" y="472440"/>
                  </a:lnTo>
                  <a:lnTo>
                    <a:pt x="1386839" y="468630"/>
                  </a:lnTo>
                  <a:lnTo>
                    <a:pt x="1390650" y="468630"/>
                  </a:lnTo>
                  <a:lnTo>
                    <a:pt x="1390650" y="476250"/>
                  </a:lnTo>
                  <a:close/>
                </a:path>
                <a:path w="1390650" h="476250">
                  <a:moveTo>
                    <a:pt x="1360170" y="476250"/>
                  </a:moveTo>
                  <a:lnTo>
                    <a:pt x="1329689" y="476250"/>
                  </a:lnTo>
                  <a:lnTo>
                    <a:pt x="1329689" y="468630"/>
                  </a:lnTo>
                  <a:lnTo>
                    <a:pt x="1360170" y="468630"/>
                  </a:lnTo>
                  <a:lnTo>
                    <a:pt x="1360170" y="476250"/>
                  </a:lnTo>
                  <a:close/>
                </a:path>
                <a:path w="1390650" h="476250">
                  <a:moveTo>
                    <a:pt x="1306829" y="476250"/>
                  </a:moveTo>
                  <a:lnTo>
                    <a:pt x="1276350" y="476250"/>
                  </a:lnTo>
                  <a:lnTo>
                    <a:pt x="1276350" y="468630"/>
                  </a:lnTo>
                  <a:lnTo>
                    <a:pt x="1306829" y="468630"/>
                  </a:lnTo>
                  <a:lnTo>
                    <a:pt x="1306829" y="476250"/>
                  </a:lnTo>
                  <a:close/>
                </a:path>
                <a:path w="1390650" h="476250">
                  <a:moveTo>
                    <a:pt x="1253489" y="476250"/>
                  </a:moveTo>
                  <a:lnTo>
                    <a:pt x="1223009" y="476250"/>
                  </a:lnTo>
                  <a:lnTo>
                    <a:pt x="1223009" y="468630"/>
                  </a:lnTo>
                  <a:lnTo>
                    <a:pt x="1253489" y="468630"/>
                  </a:lnTo>
                  <a:lnTo>
                    <a:pt x="1253489" y="476250"/>
                  </a:lnTo>
                  <a:close/>
                </a:path>
                <a:path w="1390650" h="476250">
                  <a:moveTo>
                    <a:pt x="1200150" y="476250"/>
                  </a:moveTo>
                  <a:lnTo>
                    <a:pt x="1169670" y="476250"/>
                  </a:lnTo>
                  <a:lnTo>
                    <a:pt x="1169670" y="468630"/>
                  </a:lnTo>
                  <a:lnTo>
                    <a:pt x="1200150" y="468630"/>
                  </a:lnTo>
                  <a:lnTo>
                    <a:pt x="1200150" y="476250"/>
                  </a:lnTo>
                  <a:close/>
                </a:path>
                <a:path w="1390650" h="476250">
                  <a:moveTo>
                    <a:pt x="1146809" y="476250"/>
                  </a:moveTo>
                  <a:lnTo>
                    <a:pt x="1116329" y="476250"/>
                  </a:lnTo>
                  <a:lnTo>
                    <a:pt x="1116329" y="468630"/>
                  </a:lnTo>
                  <a:lnTo>
                    <a:pt x="1146809" y="468630"/>
                  </a:lnTo>
                  <a:lnTo>
                    <a:pt x="1146809" y="476250"/>
                  </a:lnTo>
                  <a:close/>
                </a:path>
                <a:path w="1390650" h="476250">
                  <a:moveTo>
                    <a:pt x="1093470" y="476250"/>
                  </a:moveTo>
                  <a:lnTo>
                    <a:pt x="1062989" y="476250"/>
                  </a:lnTo>
                  <a:lnTo>
                    <a:pt x="1062989" y="468630"/>
                  </a:lnTo>
                  <a:lnTo>
                    <a:pt x="1093470" y="468630"/>
                  </a:lnTo>
                  <a:lnTo>
                    <a:pt x="1093470" y="476250"/>
                  </a:lnTo>
                  <a:close/>
                </a:path>
                <a:path w="1390650" h="476250">
                  <a:moveTo>
                    <a:pt x="1040129" y="476250"/>
                  </a:moveTo>
                  <a:lnTo>
                    <a:pt x="1009650" y="476250"/>
                  </a:lnTo>
                  <a:lnTo>
                    <a:pt x="1009650" y="468630"/>
                  </a:lnTo>
                  <a:lnTo>
                    <a:pt x="1040129" y="468630"/>
                  </a:lnTo>
                  <a:lnTo>
                    <a:pt x="1040129" y="476250"/>
                  </a:lnTo>
                  <a:close/>
                </a:path>
                <a:path w="1390650" h="476250">
                  <a:moveTo>
                    <a:pt x="986789" y="476250"/>
                  </a:moveTo>
                  <a:lnTo>
                    <a:pt x="956309" y="476250"/>
                  </a:lnTo>
                  <a:lnTo>
                    <a:pt x="956309" y="468630"/>
                  </a:lnTo>
                  <a:lnTo>
                    <a:pt x="986789" y="468630"/>
                  </a:lnTo>
                  <a:lnTo>
                    <a:pt x="986789" y="476250"/>
                  </a:lnTo>
                  <a:close/>
                </a:path>
                <a:path w="1390650" h="476250">
                  <a:moveTo>
                    <a:pt x="933450" y="476250"/>
                  </a:moveTo>
                  <a:lnTo>
                    <a:pt x="902969" y="476250"/>
                  </a:lnTo>
                  <a:lnTo>
                    <a:pt x="902969" y="468630"/>
                  </a:lnTo>
                  <a:lnTo>
                    <a:pt x="933450" y="468630"/>
                  </a:lnTo>
                  <a:lnTo>
                    <a:pt x="933450" y="476250"/>
                  </a:lnTo>
                  <a:close/>
                </a:path>
                <a:path w="1390650" h="476250">
                  <a:moveTo>
                    <a:pt x="880109" y="476250"/>
                  </a:moveTo>
                  <a:lnTo>
                    <a:pt x="849629" y="476250"/>
                  </a:lnTo>
                  <a:lnTo>
                    <a:pt x="849629" y="468630"/>
                  </a:lnTo>
                  <a:lnTo>
                    <a:pt x="880109" y="468630"/>
                  </a:lnTo>
                  <a:lnTo>
                    <a:pt x="880109" y="476250"/>
                  </a:lnTo>
                  <a:close/>
                </a:path>
                <a:path w="1390650" h="476250">
                  <a:moveTo>
                    <a:pt x="826769" y="476250"/>
                  </a:moveTo>
                  <a:lnTo>
                    <a:pt x="796289" y="476250"/>
                  </a:lnTo>
                  <a:lnTo>
                    <a:pt x="796289" y="468630"/>
                  </a:lnTo>
                  <a:lnTo>
                    <a:pt x="826769" y="468630"/>
                  </a:lnTo>
                  <a:lnTo>
                    <a:pt x="826769" y="476250"/>
                  </a:lnTo>
                  <a:close/>
                </a:path>
                <a:path w="1390650" h="476250">
                  <a:moveTo>
                    <a:pt x="773429" y="476250"/>
                  </a:moveTo>
                  <a:lnTo>
                    <a:pt x="742950" y="476250"/>
                  </a:lnTo>
                  <a:lnTo>
                    <a:pt x="742950" y="468630"/>
                  </a:lnTo>
                  <a:lnTo>
                    <a:pt x="773429" y="468630"/>
                  </a:lnTo>
                  <a:lnTo>
                    <a:pt x="773429" y="476250"/>
                  </a:lnTo>
                  <a:close/>
                </a:path>
                <a:path w="1390650" h="476250">
                  <a:moveTo>
                    <a:pt x="720089" y="476250"/>
                  </a:moveTo>
                  <a:lnTo>
                    <a:pt x="689609" y="476250"/>
                  </a:lnTo>
                  <a:lnTo>
                    <a:pt x="689609" y="468630"/>
                  </a:lnTo>
                  <a:lnTo>
                    <a:pt x="720089" y="468630"/>
                  </a:lnTo>
                  <a:lnTo>
                    <a:pt x="720089" y="476250"/>
                  </a:lnTo>
                  <a:close/>
                </a:path>
                <a:path w="1390650" h="476250">
                  <a:moveTo>
                    <a:pt x="666750" y="476250"/>
                  </a:moveTo>
                  <a:lnTo>
                    <a:pt x="636269" y="476250"/>
                  </a:lnTo>
                  <a:lnTo>
                    <a:pt x="636269" y="468630"/>
                  </a:lnTo>
                  <a:lnTo>
                    <a:pt x="666750" y="468630"/>
                  </a:lnTo>
                  <a:lnTo>
                    <a:pt x="666750" y="476250"/>
                  </a:lnTo>
                  <a:close/>
                </a:path>
                <a:path w="1390650" h="476250">
                  <a:moveTo>
                    <a:pt x="613409" y="476250"/>
                  </a:moveTo>
                  <a:lnTo>
                    <a:pt x="582929" y="476250"/>
                  </a:lnTo>
                  <a:lnTo>
                    <a:pt x="582929" y="468630"/>
                  </a:lnTo>
                  <a:lnTo>
                    <a:pt x="613409" y="468630"/>
                  </a:lnTo>
                  <a:lnTo>
                    <a:pt x="613409" y="476250"/>
                  </a:lnTo>
                  <a:close/>
                </a:path>
                <a:path w="1390650" h="476250">
                  <a:moveTo>
                    <a:pt x="560069" y="476250"/>
                  </a:moveTo>
                  <a:lnTo>
                    <a:pt x="529589" y="476250"/>
                  </a:lnTo>
                  <a:lnTo>
                    <a:pt x="529589" y="468630"/>
                  </a:lnTo>
                  <a:lnTo>
                    <a:pt x="560069" y="468630"/>
                  </a:lnTo>
                  <a:lnTo>
                    <a:pt x="560069" y="476250"/>
                  </a:lnTo>
                  <a:close/>
                </a:path>
                <a:path w="1390650" h="476250">
                  <a:moveTo>
                    <a:pt x="506729" y="476250"/>
                  </a:moveTo>
                  <a:lnTo>
                    <a:pt x="476250" y="476250"/>
                  </a:lnTo>
                  <a:lnTo>
                    <a:pt x="476250" y="468630"/>
                  </a:lnTo>
                  <a:lnTo>
                    <a:pt x="506729" y="468630"/>
                  </a:lnTo>
                  <a:lnTo>
                    <a:pt x="506729" y="476250"/>
                  </a:lnTo>
                  <a:close/>
                </a:path>
                <a:path w="1390650" h="476250">
                  <a:moveTo>
                    <a:pt x="453389" y="476250"/>
                  </a:moveTo>
                  <a:lnTo>
                    <a:pt x="422909" y="476250"/>
                  </a:lnTo>
                  <a:lnTo>
                    <a:pt x="422909" y="468630"/>
                  </a:lnTo>
                  <a:lnTo>
                    <a:pt x="453389" y="468630"/>
                  </a:lnTo>
                  <a:lnTo>
                    <a:pt x="453389" y="476250"/>
                  </a:lnTo>
                  <a:close/>
                </a:path>
                <a:path w="1390650" h="476250">
                  <a:moveTo>
                    <a:pt x="400050" y="476250"/>
                  </a:moveTo>
                  <a:lnTo>
                    <a:pt x="369569" y="476250"/>
                  </a:lnTo>
                  <a:lnTo>
                    <a:pt x="369569" y="468630"/>
                  </a:lnTo>
                  <a:lnTo>
                    <a:pt x="400050" y="468630"/>
                  </a:lnTo>
                  <a:lnTo>
                    <a:pt x="400050" y="476250"/>
                  </a:lnTo>
                  <a:close/>
                </a:path>
                <a:path w="1390650" h="476250">
                  <a:moveTo>
                    <a:pt x="346709" y="476250"/>
                  </a:moveTo>
                  <a:lnTo>
                    <a:pt x="316229" y="476250"/>
                  </a:lnTo>
                  <a:lnTo>
                    <a:pt x="316229" y="468630"/>
                  </a:lnTo>
                  <a:lnTo>
                    <a:pt x="346709" y="468630"/>
                  </a:lnTo>
                  <a:lnTo>
                    <a:pt x="346709" y="476250"/>
                  </a:lnTo>
                  <a:close/>
                </a:path>
                <a:path w="1390650" h="476250">
                  <a:moveTo>
                    <a:pt x="293369" y="476250"/>
                  </a:moveTo>
                  <a:lnTo>
                    <a:pt x="262889" y="476250"/>
                  </a:lnTo>
                  <a:lnTo>
                    <a:pt x="262889" y="468630"/>
                  </a:lnTo>
                  <a:lnTo>
                    <a:pt x="293369" y="468630"/>
                  </a:lnTo>
                  <a:lnTo>
                    <a:pt x="293369" y="476250"/>
                  </a:lnTo>
                  <a:close/>
                </a:path>
                <a:path w="1390650" h="476250">
                  <a:moveTo>
                    <a:pt x="240029" y="476250"/>
                  </a:moveTo>
                  <a:lnTo>
                    <a:pt x="209550" y="476250"/>
                  </a:lnTo>
                  <a:lnTo>
                    <a:pt x="209550" y="468630"/>
                  </a:lnTo>
                  <a:lnTo>
                    <a:pt x="240029" y="468630"/>
                  </a:lnTo>
                  <a:lnTo>
                    <a:pt x="240029" y="476250"/>
                  </a:lnTo>
                  <a:close/>
                </a:path>
                <a:path w="1390650" h="476250">
                  <a:moveTo>
                    <a:pt x="186689" y="476250"/>
                  </a:moveTo>
                  <a:lnTo>
                    <a:pt x="156209" y="476250"/>
                  </a:lnTo>
                  <a:lnTo>
                    <a:pt x="156209" y="468630"/>
                  </a:lnTo>
                  <a:lnTo>
                    <a:pt x="186689" y="468630"/>
                  </a:lnTo>
                  <a:lnTo>
                    <a:pt x="186689" y="476250"/>
                  </a:lnTo>
                  <a:close/>
                </a:path>
                <a:path w="1390650" h="476250">
                  <a:moveTo>
                    <a:pt x="133350" y="476250"/>
                  </a:moveTo>
                  <a:lnTo>
                    <a:pt x="102869" y="476250"/>
                  </a:lnTo>
                  <a:lnTo>
                    <a:pt x="102869" y="468630"/>
                  </a:lnTo>
                  <a:lnTo>
                    <a:pt x="133350" y="468630"/>
                  </a:lnTo>
                  <a:lnTo>
                    <a:pt x="133350" y="476250"/>
                  </a:lnTo>
                  <a:close/>
                </a:path>
                <a:path w="1390650" h="476250">
                  <a:moveTo>
                    <a:pt x="80009" y="476250"/>
                  </a:moveTo>
                  <a:lnTo>
                    <a:pt x="49529" y="476250"/>
                  </a:lnTo>
                  <a:lnTo>
                    <a:pt x="49529" y="468630"/>
                  </a:lnTo>
                  <a:lnTo>
                    <a:pt x="80009" y="468630"/>
                  </a:lnTo>
                  <a:lnTo>
                    <a:pt x="80009" y="4762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792223" y="5539740"/>
            <a:ext cx="1382395" cy="46990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665"/>
              </a:spcBef>
            </a:pPr>
            <a:r>
              <a:rPr sz="1800" spc="-10" dirty="0">
                <a:latin typeface="Times New Roman"/>
                <a:cs typeface="Times New Roman"/>
              </a:rPr>
              <a:t>Reflect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84136" y="1105077"/>
            <a:ext cx="2536825" cy="588010"/>
            <a:chOff x="584136" y="1105077"/>
            <a:chExt cx="2536825" cy="588010"/>
          </a:xfrm>
        </p:grpSpPr>
        <p:sp>
          <p:nvSpPr>
            <p:cNvPr id="44" name="object 44"/>
            <p:cNvSpPr/>
            <p:nvPr/>
          </p:nvSpPr>
          <p:spPr>
            <a:xfrm>
              <a:off x="589787" y="1110995"/>
              <a:ext cx="2525395" cy="576580"/>
            </a:xfrm>
            <a:custGeom>
              <a:avLst/>
              <a:gdLst/>
              <a:ahLst/>
              <a:cxnLst/>
              <a:rect l="l" t="t" r="r" b="b"/>
              <a:pathLst>
                <a:path w="2525395" h="576580">
                  <a:moveTo>
                    <a:pt x="2525268" y="576071"/>
                  </a:moveTo>
                  <a:lnTo>
                    <a:pt x="0" y="576071"/>
                  </a:lnTo>
                  <a:lnTo>
                    <a:pt x="0" y="0"/>
                  </a:lnTo>
                  <a:lnTo>
                    <a:pt x="2525268" y="0"/>
                  </a:lnTo>
                  <a:lnTo>
                    <a:pt x="2525268" y="576071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84136" y="1105077"/>
              <a:ext cx="2536825" cy="588010"/>
            </a:xfrm>
            <a:custGeom>
              <a:avLst/>
              <a:gdLst/>
              <a:ahLst/>
              <a:cxnLst/>
              <a:rect l="l" t="t" r="r" b="b"/>
              <a:pathLst>
                <a:path w="2536825" h="588010">
                  <a:moveTo>
                    <a:pt x="2536825" y="588009"/>
                  </a:moveTo>
                  <a:lnTo>
                    <a:pt x="0" y="588009"/>
                  </a:lnTo>
                  <a:lnTo>
                    <a:pt x="0" y="0"/>
                  </a:lnTo>
                  <a:lnTo>
                    <a:pt x="2536825" y="0"/>
                  </a:lnTo>
                  <a:lnTo>
                    <a:pt x="2536825" y="6349"/>
                  </a:lnTo>
                  <a:lnTo>
                    <a:pt x="12700" y="6349"/>
                  </a:lnTo>
                  <a:lnTo>
                    <a:pt x="6350" y="12699"/>
                  </a:lnTo>
                  <a:lnTo>
                    <a:pt x="12700" y="12699"/>
                  </a:lnTo>
                  <a:lnTo>
                    <a:pt x="12700" y="575309"/>
                  </a:lnTo>
                  <a:lnTo>
                    <a:pt x="6350" y="575309"/>
                  </a:lnTo>
                  <a:lnTo>
                    <a:pt x="12700" y="581659"/>
                  </a:lnTo>
                  <a:lnTo>
                    <a:pt x="2536825" y="581659"/>
                  </a:lnTo>
                  <a:lnTo>
                    <a:pt x="2536825" y="588009"/>
                  </a:lnTo>
                  <a:close/>
                </a:path>
                <a:path w="2536825" h="588010">
                  <a:moveTo>
                    <a:pt x="12700" y="12699"/>
                  </a:moveTo>
                  <a:lnTo>
                    <a:pt x="6350" y="12699"/>
                  </a:lnTo>
                  <a:lnTo>
                    <a:pt x="12700" y="6349"/>
                  </a:lnTo>
                  <a:lnTo>
                    <a:pt x="12700" y="12699"/>
                  </a:lnTo>
                  <a:close/>
                </a:path>
                <a:path w="2536825" h="588010">
                  <a:moveTo>
                    <a:pt x="2524125" y="12699"/>
                  </a:moveTo>
                  <a:lnTo>
                    <a:pt x="12700" y="12699"/>
                  </a:lnTo>
                  <a:lnTo>
                    <a:pt x="12700" y="6349"/>
                  </a:lnTo>
                  <a:lnTo>
                    <a:pt x="2524125" y="6349"/>
                  </a:lnTo>
                  <a:lnTo>
                    <a:pt x="2524125" y="12699"/>
                  </a:lnTo>
                  <a:close/>
                </a:path>
                <a:path w="2536825" h="588010">
                  <a:moveTo>
                    <a:pt x="2524125" y="581659"/>
                  </a:moveTo>
                  <a:lnTo>
                    <a:pt x="2524125" y="6349"/>
                  </a:lnTo>
                  <a:lnTo>
                    <a:pt x="2530475" y="12699"/>
                  </a:lnTo>
                  <a:lnTo>
                    <a:pt x="2536825" y="12699"/>
                  </a:lnTo>
                  <a:lnTo>
                    <a:pt x="2536825" y="575309"/>
                  </a:lnTo>
                  <a:lnTo>
                    <a:pt x="2530475" y="575309"/>
                  </a:lnTo>
                  <a:lnTo>
                    <a:pt x="2524125" y="581659"/>
                  </a:lnTo>
                  <a:close/>
                </a:path>
                <a:path w="2536825" h="588010">
                  <a:moveTo>
                    <a:pt x="2536825" y="12699"/>
                  </a:moveTo>
                  <a:lnTo>
                    <a:pt x="2530475" y="12699"/>
                  </a:lnTo>
                  <a:lnTo>
                    <a:pt x="2524125" y="6349"/>
                  </a:lnTo>
                  <a:lnTo>
                    <a:pt x="2536825" y="6349"/>
                  </a:lnTo>
                  <a:lnTo>
                    <a:pt x="2536825" y="12699"/>
                  </a:lnTo>
                  <a:close/>
                </a:path>
                <a:path w="2536825" h="588010">
                  <a:moveTo>
                    <a:pt x="12700" y="581659"/>
                  </a:moveTo>
                  <a:lnTo>
                    <a:pt x="6350" y="575309"/>
                  </a:lnTo>
                  <a:lnTo>
                    <a:pt x="12700" y="575309"/>
                  </a:lnTo>
                  <a:lnTo>
                    <a:pt x="12700" y="581659"/>
                  </a:lnTo>
                  <a:close/>
                </a:path>
                <a:path w="2536825" h="588010">
                  <a:moveTo>
                    <a:pt x="2524125" y="581659"/>
                  </a:moveTo>
                  <a:lnTo>
                    <a:pt x="12700" y="581659"/>
                  </a:lnTo>
                  <a:lnTo>
                    <a:pt x="12700" y="575309"/>
                  </a:lnTo>
                  <a:lnTo>
                    <a:pt x="2524125" y="575309"/>
                  </a:lnTo>
                  <a:lnTo>
                    <a:pt x="2524125" y="581659"/>
                  </a:lnTo>
                  <a:close/>
                </a:path>
                <a:path w="2536825" h="588010">
                  <a:moveTo>
                    <a:pt x="2536825" y="581659"/>
                  </a:moveTo>
                  <a:lnTo>
                    <a:pt x="2524125" y="581659"/>
                  </a:lnTo>
                  <a:lnTo>
                    <a:pt x="2530475" y="575309"/>
                  </a:lnTo>
                  <a:lnTo>
                    <a:pt x="2536825" y="575309"/>
                  </a:lnTo>
                  <a:lnTo>
                    <a:pt x="2536825" y="581659"/>
                  </a:lnTo>
                  <a:close/>
                </a:path>
              </a:pathLst>
            </a:custGeom>
            <a:solidFill>
              <a:srgbClr val="ADB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306131" y="1185087"/>
            <a:ext cx="1092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43278" y="1905812"/>
            <a:ext cx="1018540" cy="468630"/>
          </a:xfrm>
          <a:prstGeom prst="rect">
            <a:avLst/>
          </a:prstGeom>
          <a:solidFill>
            <a:srgbClr val="DEEBF7"/>
          </a:solidFill>
          <a:ln w="7620">
            <a:solidFill>
              <a:srgbClr val="4471C4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Times New Roman"/>
                <a:cs typeface="Times New Roman"/>
              </a:rPr>
              <a:t>Search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168021" y="3201492"/>
            <a:ext cx="2852420" cy="476884"/>
            <a:chOff x="6168021" y="3201492"/>
            <a:chExt cx="2852420" cy="476884"/>
          </a:xfrm>
        </p:grpSpPr>
        <p:sp>
          <p:nvSpPr>
            <p:cNvPr id="49" name="object 49"/>
            <p:cNvSpPr/>
            <p:nvPr/>
          </p:nvSpPr>
          <p:spPr>
            <a:xfrm>
              <a:off x="6172199" y="3204971"/>
              <a:ext cx="1243965" cy="469900"/>
            </a:xfrm>
            <a:custGeom>
              <a:avLst/>
              <a:gdLst/>
              <a:ahLst/>
              <a:cxnLst/>
              <a:rect l="l" t="t" r="r" b="b"/>
              <a:pathLst>
                <a:path w="1243965" h="469900">
                  <a:moveTo>
                    <a:pt x="1243583" y="469391"/>
                  </a:moveTo>
                  <a:lnTo>
                    <a:pt x="0" y="469391"/>
                  </a:lnTo>
                  <a:lnTo>
                    <a:pt x="0" y="0"/>
                  </a:lnTo>
                  <a:lnTo>
                    <a:pt x="1243583" y="0"/>
                  </a:lnTo>
                  <a:lnTo>
                    <a:pt x="1243583" y="469391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168021" y="3201784"/>
              <a:ext cx="1252220" cy="476250"/>
            </a:xfrm>
            <a:custGeom>
              <a:avLst/>
              <a:gdLst/>
              <a:ahLst/>
              <a:cxnLst/>
              <a:rect l="l" t="t" r="r" b="b"/>
              <a:pathLst>
                <a:path w="1252220" h="476250">
                  <a:moveTo>
                    <a:pt x="3810" y="472160"/>
                  </a:moveTo>
                  <a:lnTo>
                    <a:pt x="0" y="472160"/>
                  </a:lnTo>
                  <a:lnTo>
                    <a:pt x="0" y="441680"/>
                  </a:lnTo>
                  <a:lnTo>
                    <a:pt x="7620" y="441680"/>
                  </a:lnTo>
                  <a:lnTo>
                    <a:pt x="7620" y="468350"/>
                  </a:lnTo>
                  <a:lnTo>
                    <a:pt x="3810" y="468350"/>
                  </a:lnTo>
                  <a:lnTo>
                    <a:pt x="3810" y="472160"/>
                  </a:lnTo>
                  <a:close/>
                </a:path>
                <a:path w="1252220" h="476250">
                  <a:moveTo>
                    <a:pt x="15811" y="475970"/>
                  </a:moveTo>
                  <a:lnTo>
                    <a:pt x="3810" y="475970"/>
                  </a:lnTo>
                  <a:lnTo>
                    <a:pt x="3810" y="468350"/>
                  </a:lnTo>
                  <a:lnTo>
                    <a:pt x="7620" y="468350"/>
                  </a:lnTo>
                  <a:lnTo>
                    <a:pt x="7620" y="472160"/>
                  </a:lnTo>
                  <a:lnTo>
                    <a:pt x="15811" y="472160"/>
                  </a:lnTo>
                  <a:lnTo>
                    <a:pt x="15811" y="475970"/>
                  </a:lnTo>
                  <a:close/>
                </a:path>
                <a:path w="1252220" h="476250">
                  <a:moveTo>
                    <a:pt x="15811" y="472160"/>
                  </a:moveTo>
                  <a:lnTo>
                    <a:pt x="7620" y="472160"/>
                  </a:lnTo>
                  <a:lnTo>
                    <a:pt x="7620" y="468350"/>
                  </a:lnTo>
                  <a:lnTo>
                    <a:pt x="15811" y="468350"/>
                  </a:lnTo>
                  <a:lnTo>
                    <a:pt x="15811" y="472160"/>
                  </a:lnTo>
                  <a:close/>
                </a:path>
                <a:path w="1252220" h="476250">
                  <a:moveTo>
                    <a:pt x="7620" y="418820"/>
                  </a:moveTo>
                  <a:lnTo>
                    <a:pt x="0" y="418820"/>
                  </a:lnTo>
                  <a:lnTo>
                    <a:pt x="0" y="388340"/>
                  </a:lnTo>
                  <a:lnTo>
                    <a:pt x="7620" y="388340"/>
                  </a:lnTo>
                  <a:lnTo>
                    <a:pt x="7620" y="418820"/>
                  </a:lnTo>
                  <a:close/>
                </a:path>
                <a:path w="1252220" h="476250">
                  <a:moveTo>
                    <a:pt x="7620" y="365480"/>
                  </a:moveTo>
                  <a:lnTo>
                    <a:pt x="0" y="365480"/>
                  </a:lnTo>
                  <a:lnTo>
                    <a:pt x="0" y="335000"/>
                  </a:lnTo>
                  <a:lnTo>
                    <a:pt x="7620" y="335000"/>
                  </a:lnTo>
                  <a:lnTo>
                    <a:pt x="7620" y="365480"/>
                  </a:lnTo>
                  <a:close/>
                </a:path>
                <a:path w="1252220" h="476250">
                  <a:moveTo>
                    <a:pt x="7620" y="312140"/>
                  </a:moveTo>
                  <a:lnTo>
                    <a:pt x="0" y="312140"/>
                  </a:lnTo>
                  <a:lnTo>
                    <a:pt x="0" y="281660"/>
                  </a:lnTo>
                  <a:lnTo>
                    <a:pt x="7620" y="281660"/>
                  </a:lnTo>
                  <a:lnTo>
                    <a:pt x="7620" y="312140"/>
                  </a:lnTo>
                  <a:close/>
                </a:path>
                <a:path w="1252220" h="476250">
                  <a:moveTo>
                    <a:pt x="7620" y="258800"/>
                  </a:moveTo>
                  <a:lnTo>
                    <a:pt x="0" y="258800"/>
                  </a:lnTo>
                  <a:lnTo>
                    <a:pt x="0" y="228320"/>
                  </a:lnTo>
                  <a:lnTo>
                    <a:pt x="7620" y="228320"/>
                  </a:lnTo>
                  <a:lnTo>
                    <a:pt x="7620" y="258800"/>
                  </a:lnTo>
                  <a:close/>
                </a:path>
                <a:path w="1252220" h="476250">
                  <a:moveTo>
                    <a:pt x="7620" y="205460"/>
                  </a:moveTo>
                  <a:lnTo>
                    <a:pt x="0" y="205460"/>
                  </a:lnTo>
                  <a:lnTo>
                    <a:pt x="0" y="174980"/>
                  </a:lnTo>
                  <a:lnTo>
                    <a:pt x="7620" y="174980"/>
                  </a:lnTo>
                  <a:lnTo>
                    <a:pt x="7620" y="205460"/>
                  </a:lnTo>
                  <a:close/>
                </a:path>
                <a:path w="1252220" h="476250">
                  <a:moveTo>
                    <a:pt x="7620" y="152120"/>
                  </a:moveTo>
                  <a:lnTo>
                    <a:pt x="0" y="152120"/>
                  </a:lnTo>
                  <a:lnTo>
                    <a:pt x="0" y="121640"/>
                  </a:lnTo>
                  <a:lnTo>
                    <a:pt x="7620" y="121640"/>
                  </a:lnTo>
                  <a:lnTo>
                    <a:pt x="7620" y="152120"/>
                  </a:lnTo>
                  <a:close/>
                </a:path>
                <a:path w="1252220" h="476250">
                  <a:moveTo>
                    <a:pt x="7620" y="98780"/>
                  </a:moveTo>
                  <a:lnTo>
                    <a:pt x="0" y="98780"/>
                  </a:lnTo>
                  <a:lnTo>
                    <a:pt x="0" y="68300"/>
                  </a:lnTo>
                  <a:lnTo>
                    <a:pt x="7620" y="68300"/>
                  </a:lnTo>
                  <a:lnTo>
                    <a:pt x="7620" y="98780"/>
                  </a:lnTo>
                  <a:close/>
                </a:path>
                <a:path w="1252220" h="476250">
                  <a:moveTo>
                    <a:pt x="7620" y="45440"/>
                  </a:moveTo>
                  <a:lnTo>
                    <a:pt x="0" y="45440"/>
                  </a:lnTo>
                  <a:lnTo>
                    <a:pt x="0" y="14960"/>
                  </a:lnTo>
                  <a:lnTo>
                    <a:pt x="7620" y="14960"/>
                  </a:lnTo>
                  <a:lnTo>
                    <a:pt x="7620" y="45440"/>
                  </a:lnTo>
                  <a:close/>
                </a:path>
                <a:path w="1252220" h="476250">
                  <a:moveTo>
                    <a:pt x="46012" y="7619"/>
                  </a:moveTo>
                  <a:lnTo>
                    <a:pt x="15532" y="7619"/>
                  </a:lnTo>
                  <a:lnTo>
                    <a:pt x="15532" y="0"/>
                  </a:lnTo>
                  <a:lnTo>
                    <a:pt x="46012" y="0"/>
                  </a:lnTo>
                  <a:lnTo>
                    <a:pt x="46012" y="7619"/>
                  </a:lnTo>
                  <a:close/>
                </a:path>
                <a:path w="1252220" h="476250">
                  <a:moveTo>
                    <a:pt x="99352" y="7619"/>
                  </a:moveTo>
                  <a:lnTo>
                    <a:pt x="68872" y="7619"/>
                  </a:lnTo>
                  <a:lnTo>
                    <a:pt x="68872" y="0"/>
                  </a:lnTo>
                  <a:lnTo>
                    <a:pt x="99352" y="0"/>
                  </a:lnTo>
                  <a:lnTo>
                    <a:pt x="99352" y="7619"/>
                  </a:lnTo>
                  <a:close/>
                </a:path>
                <a:path w="1252220" h="476250">
                  <a:moveTo>
                    <a:pt x="152692" y="7619"/>
                  </a:moveTo>
                  <a:lnTo>
                    <a:pt x="122212" y="7619"/>
                  </a:lnTo>
                  <a:lnTo>
                    <a:pt x="122212" y="0"/>
                  </a:lnTo>
                  <a:lnTo>
                    <a:pt x="152692" y="0"/>
                  </a:lnTo>
                  <a:lnTo>
                    <a:pt x="152692" y="7619"/>
                  </a:lnTo>
                  <a:close/>
                </a:path>
                <a:path w="1252220" h="476250">
                  <a:moveTo>
                    <a:pt x="206032" y="7619"/>
                  </a:moveTo>
                  <a:lnTo>
                    <a:pt x="175552" y="7619"/>
                  </a:lnTo>
                  <a:lnTo>
                    <a:pt x="175552" y="0"/>
                  </a:lnTo>
                  <a:lnTo>
                    <a:pt x="206032" y="0"/>
                  </a:lnTo>
                  <a:lnTo>
                    <a:pt x="206032" y="7619"/>
                  </a:lnTo>
                  <a:close/>
                </a:path>
                <a:path w="1252220" h="476250">
                  <a:moveTo>
                    <a:pt x="259372" y="7619"/>
                  </a:moveTo>
                  <a:lnTo>
                    <a:pt x="228892" y="7619"/>
                  </a:lnTo>
                  <a:lnTo>
                    <a:pt x="228892" y="0"/>
                  </a:lnTo>
                  <a:lnTo>
                    <a:pt x="259372" y="0"/>
                  </a:lnTo>
                  <a:lnTo>
                    <a:pt x="259372" y="7619"/>
                  </a:lnTo>
                  <a:close/>
                </a:path>
                <a:path w="1252220" h="476250">
                  <a:moveTo>
                    <a:pt x="312712" y="7619"/>
                  </a:moveTo>
                  <a:lnTo>
                    <a:pt x="282232" y="7619"/>
                  </a:lnTo>
                  <a:lnTo>
                    <a:pt x="282232" y="0"/>
                  </a:lnTo>
                  <a:lnTo>
                    <a:pt x="312712" y="0"/>
                  </a:lnTo>
                  <a:lnTo>
                    <a:pt x="312712" y="7619"/>
                  </a:lnTo>
                  <a:close/>
                </a:path>
                <a:path w="1252220" h="476250">
                  <a:moveTo>
                    <a:pt x="366052" y="7619"/>
                  </a:moveTo>
                  <a:lnTo>
                    <a:pt x="335572" y="7619"/>
                  </a:lnTo>
                  <a:lnTo>
                    <a:pt x="335572" y="0"/>
                  </a:lnTo>
                  <a:lnTo>
                    <a:pt x="366052" y="0"/>
                  </a:lnTo>
                  <a:lnTo>
                    <a:pt x="366052" y="7619"/>
                  </a:lnTo>
                  <a:close/>
                </a:path>
                <a:path w="1252220" h="476250">
                  <a:moveTo>
                    <a:pt x="419392" y="7619"/>
                  </a:moveTo>
                  <a:lnTo>
                    <a:pt x="388912" y="7619"/>
                  </a:lnTo>
                  <a:lnTo>
                    <a:pt x="388912" y="0"/>
                  </a:lnTo>
                  <a:lnTo>
                    <a:pt x="419392" y="0"/>
                  </a:lnTo>
                  <a:lnTo>
                    <a:pt x="419392" y="7619"/>
                  </a:lnTo>
                  <a:close/>
                </a:path>
                <a:path w="1252220" h="476250">
                  <a:moveTo>
                    <a:pt x="472732" y="7619"/>
                  </a:moveTo>
                  <a:lnTo>
                    <a:pt x="442252" y="7619"/>
                  </a:lnTo>
                  <a:lnTo>
                    <a:pt x="442252" y="0"/>
                  </a:lnTo>
                  <a:lnTo>
                    <a:pt x="472732" y="0"/>
                  </a:lnTo>
                  <a:lnTo>
                    <a:pt x="472732" y="7619"/>
                  </a:lnTo>
                  <a:close/>
                </a:path>
                <a:path w="1252220" h="476250">
                  <a:moveTo>
                    <a:pt x="526072" y="7619"/>
                  </a:moveTo>
                  <a:lnTo>
                    <a:pt x="495592" y="7619"/>
                  </a:lnTo>
                  <a:lnTo>
                    <a:pt x="495592" y="0"/>
                  </a:lnTo>
                  <a:lnTo>
                    <a:pt x="526072" y="0"/>
                  </a:lnTo>
                  <a:lnTo>
                    <a:pt x="526072" y="7619"/>
                  </a:lnTo>
                  <a:close/>
                </a:path>
                <a:path w="1252220" h="476250">
                  <a:moveTo>
                    <a:pt x="579412" y="7619"/>
                  </a:moveTo>
                  <a:lnTo>
                    <a:pt x="548932" y="7619"/>
                  </a:lnTo>
                  <a:lnTo>
                    <a:pt x="548932" y="0"/>
                  </a:lnTo>
                  <a:lnTo>
                    <a:pt x="579412" y="0"/>
                  </a:lnTo>
                  <a:lnTo>
                    <a:pt x="579412" y="7619"/>
                  </a:lnTo>
                  <a:close/>
                </a:path>
                <a:path w="1252220" h="476250">
                  <a:moveTo>
                    <a:pt x="632752" y="7619"/>
                  </a:moveTo>
                  <a:lnTo>
                    <a:pt x="602272" y="7619"/>
                  </a:lnTo>
                  <a:lnTo>
                    <a:pt x="602272" y="0"/>
                  </a:lnTo>
                  <a:lnTo>
                    <a:pt x="632752" y="0"/>
                  </a:lnTo>
                  <a:lnTo>
                    <a:pt x="632752" y="7619"/>
                  </a:lnTo>
                  <a:close/>
                </a:path>
                <a:path w="1252220" h="476250">
                  <a:moveTo>
                    <a:pt x="686092" y="7619"/>
                  </a:moveTo>
                  <a:lnTo>
                    <a:pt x="655612" y="7619"/>
                  </a:lnTo>
                  <a:lnTo>
                    <a:pt x="655612" y="0"/>
                  </a:lnTo>
                  <a:lnTo>
                    <a:pt x="686092" y="0"/>
                  </a:lnTo>
                  <a:lnTo>
                    <a:pt x="686092" y="7619"/>
                  </a:lnTo>
                  <a:close/>
                </a:path>
                <a:path w="1252220" h="476250">
                  <a:moveTo>
                    <a:pt x="739432" y="7619"/>
                  </a:moveTo>
                  <a:lnTo>
                    <a:pt x="708952" y="7619"/>
                  </a:lnTo>
                  <a:lnTo>
                    <a:pt x="708952" y="0"/>
                  </a:lnTo>
                  <a:lnTo>
                    <a:pt x="739432" y="0"/>
                  </a:lnTo>
                  <a:lnTo>
                    <a:pt x="739432" y="7619"/>
                  </a:lnTo>
                  <a:close/>
                </a:path>
                <a:path w="1252220" h="476250">
                  <a:moveTo>
                    <a:pt x="792772" y="7619"/>
                  </a:moveTo>
                  <a:lnTo>
                    <a:pt x="762292" y="7619"/>
                  </a:lnTo>
                  <a:lnTo>
                    <a:pt x="762292" y="0"/>
                  </a:lnTo>
                  <a:lnTo>
                    <a:pt x="792772" y="0"/>
                  </a:lnTo>
                  <a:lnTo>
                    <a:pt x="792772" y="7619"/>
                  </a:lnTo>
                  <a:close/>
                </a:path>
                <a:path w="1252220" h="476250">
                  <a:moveTo>
                    <a:pt x="846112" y="7619"/>
                  </a:moveTo>
                  <a:lnTo>
                    <a:pt x="815632" y="7619"/>
                  </a:lnTo>
                  <a:lnTo>
                    <a:pt x="815632" y="0"/>
                  </a:lnTo>
                  <a:lnTo>
                    <a:pt x="846112" y="0"/>
                  </a:lnTo>
                  <a:lnTo>
                    <a:pt x="846112" y="7619"/>
                  </a:lnTo>
                  <a:close/>
                </a:path>
                <a:path w="1252220" h="476250">
                  <a:moveTo>
                    <a:pt x="899452" y="7619"/>
                  </a:moveTo>
                  <a:lnTo>
                    <a:pt x="868972" y="7619"/>
                  </a:lnTo>
                  <a:lnTo>
                    <a:pt x="868972" y="0"/>
                  </a:lnTo>
                  <a:lnTo>
                    <a:pt x="899452" y="0"/>
                  </a:lnTo>
                  <a:lnTo>
                    <a:pt x="899452" y="7619"/>
                  </a:lnTo>
                  <a:close/>
                </a:path>
                <a:path w="1252220" h="476250">
                  <a:moveTo>
                    <a:pt x="952792" y="7619"/>
                  </a:moveTo>
                  <a:lnTo>
                    <a:pt x="922312" y="7619"/>
                  </a:lnTo>
                  <a:lnTo>
                    <a:pt x="922312" y="0"/>
                  </a:lnTo>
                  <a:lnTo>
                    <a:pt x="952792" y="0"/>
                  </a:lnTo>
                  <a:lnTo>
                    <a:pt x="952792" y="7619"/>
                  </a:lnTo>
                  <a:close/>
                </a:path>
                <a:path w="1252220" h="476250">
                  <a:moveTo>
                    <a:pt x="1006132" y="7619"/>
                  </a:moveTo>
                  <a:lnTo>
                    <a:pt x="975652" y="7619"/>
                  </a:lnTo>
                  <a:lnTo>
                    <a:pt x="975652" y="0"/>
                  </a:lnTo>
                  <a:lnTo>
                    <a:pt x="1006132" y="0"/>
                  </a:lnTo>
                  <a:lnTo>
                    <a:pt x="1006132" y="7619"/>
                  </a:lnTo>
                  <a:close/>
                </a:path>
                <a:path w="1252220" h="476250">
                  <a:moveTo>
                    <a:pt x="1059472" y="7619"/>
                  </a:moveTo>
                  <a:lnTo>
                    <a:pt x="1028992" y="7619"/>
                  </a:lnTo>
                  <a:lnTo>
                    <a:pt x="1028992" y="0"/>
                  </a:lnTo>
                  <a:lnTo>
                    <a:pt x="1059472" y="0"/>
                  </a:lnTo>
                  <a:lnTo>
                    <a:pt x="1059472" y="7619"/>
                  </a:lnTo>
                  <a:close/>
                </a:path>
                <a:path w="1252220" h="476250">
                  <a:moveTo>
                    <a:pt x="1112812" y="7619"/>
                  </a:moveTo>
                  <a:lnTo>
                    <a:pt x="1082332" y="7619"/>
                  </a:lnTo>
                  <a:lnTo>
                    <a:pt x="1082332" y="0"/>
                  </a:lnTo>
                  <a:lnTo>
                    <a:pt x="1112812" y="0"/>
                  </a:lnTo>
                  <a:lnTo>
                    <a:pt x="1112812" y="7619"/>
                  </a:lnTo>
                  <a:close/>
                </a:path>
                <a:path w="1252220" h="476250">
                  <a:moveTo>
                    <a:pt x="1166152" y="7619"/>
                  </a:moveTo>
                  <a:lnTo>
                    <a:pt x="1135672" y="7619"/>
                  </a:lnTo>
                  <a:lnTo>
                    <a:pt x="1135672" y="0"/>
                  </a:lnTo>
                  <a:lnTo>
                    <a:pt x="1166152" y="0"/>
                  </a:lnTo>
                  <a:lnTo>
                    <a:pt x="1166152" y="7619"/>
                  </a:lnTo>
                  <a:close/>
                </a:path>
                <a:path w="1252220" h="476250">
                  <a:moveTo>
                    <a:pt x="1219492" y="7619"/>
                  </a:moveTo>
                  <a:lnTo>
                    <a:pt x="1189012" y="7619"/>
                  </a:lnTo>
                  <a:lnTo>
                    <a:pt x="1189012" y="0"/>
                  </a:lnTo>
                  <a:lnTo>
                    <a:pt x="1219492" y="0"/>
                  </a:lnTo>
                  <a:lnTo>
                    <a:pt x="1219492" y="7619"/>
                  </a:lnTo>
                  <a:close/>
                </a:path>
                <a:path w="1252220" h="476250">
                  <a:moveTo>
                    <a:pt x="1244536" y="7619"/>
                  </a:moveTo>
                  <a:lnTo>
                    <a:pt x="1242352" y="7619"/>
                  </a:lnTo>
                  <a:lnTo>
                    <a:pt x="1242352" y="0"/>
                  </a:lnTo>
                  <a:lnTo>
                    <a:pt x="1252156" y="0"/>
                  </a:lnTo>
                  <a:lnTo>
                    <a:pt x="1252156" y="3809"/>
                  </a:lnTo>
                  <a:lnTo>
                    <a:pt x="1244536" y="3809"/>
                  </a:lnTo>
                  <a:lnTo>
                    <a:pt x="1244536" y="7619"/>
                  </a:lnTo>
                  <a:close/>
                </a:path>
                <a:path w="1252220" h="476250">
                  <a:moveTo>
                    <a:pt x="1252156" y="28295"/>
                  </a:moveTo>
                  <a:lnTo>
                    <a:pt x="1244536" y="28295"/>
                  </a:lnTo>
                  <a:lnTo>
                    <a:pt x="1244536" y="3809"/>
                  </a:lnTo>
                  <a:lnTo>
                    <a:pt x="1248346" y="7619"/>
                  </a:lnTo>
                  <a:lnTo>
                    <a:pt x="1252156" y="7619"/>
                  </a:lnTo>
                  <a:lnTo>
                    <a:pt x="1252156" y="28295"/>
                  </a:lnTo>
                  <a:close/>
                </a:path>
                <a:path w="1252220" h="476250">
                  <a:moveTo>
                    <a:pt x="1252156" y="7619"/>
                  </a:moveTo>
                  <a:lnTo>
                    <a:pt x="1248346" y="7619"/>
                  </a:lnTo>
                  <a:lnTo>
                    <a:pt x="1244536" y="3809"/>
                  </a:lnTo>
                  <a:lnTo>
                    <a:pt x="1252156" y="3809"/>
                  </a:lnTo>
                  <a:lnTo>
                    <a:pt x="1252156" y="7619"/>
                  </a:lnTo>
                  <a:close/>
                </a:path>
                <a:path w="1252220" h="476250">
                  <a:moveTo>
                    <a:pt x="1252156" y="81635"/>
                  </a:moveTo>
                  <a:lnTo>
                    <a:pt x="1244536" y="81635"/>
                  </a:lnTo>
                  <a:lnTo>
                    <a:pt x="1244536" y="51155"/>
                  </a:lnTo>
                  <a:lnTo>
                    <a:pt x="1252156" y="51155"/>
                  </a:lnTo>
                  <a:lnTo>
                    <a:pt x="1252156" y="81635"/>
                  </a:lnTo>
                  <a:close/>
                </a:path>
                <a:path w="1252220" h="476250">
                  <a:moveTo>
                    <a:pt x="1252156" y="134975"/>
                  </a:moveTo>
                  <a:lnTo>
                    <a:pt x="1244536" y="134975"/>
                  </a:lnTo>
                  <a:lnTo>
                    <a:pt x="1244536" y="104495"/>
                  </a:lnTo>
                  <a:lnTo>
                    <a:pt x="1252156" y="104495"/>
                  </a:lnTo>
                  <a:lnTo>
                    <a:pt x="1252156" y="134975"/>
                  </a:lnTo>
                  <a:close/>
                </a:path>
                <a:path w="1252220" h="476250">
                  <a:moveTo>
                    <a:pt x="1252156" y="188315"/>
                  </a:moveTo>
                  <a:lnTo>
                    <a:pt x="1244536" y="188315"/>
                  </a:lnTo>
                  <a:lnTo>
                    <a:pt x="1244536" y="157835"/>
                  </a:lnTo>
                  <a:lnTo>
                    <a:pt x="1252156" y="157835"/>
                  </a:lnTo>
                  <a:lnTo>
                    <a:pt x="1252156" y="188315"/>
                  </a:lnTo>
                  <a:close/>
                </a:path>
                <a:path w="1252220" h="476250">
                  <a:moveTo>
                    <a:pt x="1252156" y="241655"/>
                  </a:moveTo>
                  <a:lnTo>
                    <a:pt x="1244536" y="241655"/>
                  </a:lnTo>
                  <a:lnTo>
                    <a:pt x="1244536" y="211175"/>
                  </a:lnTo>
                  <a:lnTo>
                    <a:pt x="1252156" y="211175"/>
                  </a:lnTo>
                  <a:lnTo>
                    <a:pt x="1252156" y="241655"/>
                  </a:lnTo>
                  <a:close/>
                </a:path>
                <a:path w="1252220" h="476250">
                  <a:moveTo>
                    <a:pt x="1252156" y="294995"/>
                  </a:moveTo>
                  <a:lnTo>
                    <a:pt x="1244536" y="294995"/>
                  </a:lnTo>
                  <a:lnTo>
                    <a:pt x="1244536" y="264515"/>
                  </a:lnTo>
                  <a:lnTo>
                    <a:pt x="1252156" y="264515"/>
                  </a:lnTo>
                  <a:lnTo>
                    <a:pt x="1252156" y="294995"/>
                  </a:lnTo>
                  <a:close/>
                </a:path>
                <a:path w="1252220" h="476250">
                  <a:moveTo>
                    <a:pt x="1252156" y="348335"/>
                  </a:moveTo>
                  <a:lnTo>
                    <a:pt x="1244536" y="348335"/>
                  </a:lnTo>
                  <a:lnTo>
                    <a:pt x="1244536" y="317855"/>
                  </a:lnTo>
                  <a:lnTo>
                    <a:pt x="1252156" y="317855"/>
                  </a:lnTo>
                  <a:lnTo>
                    <a:pt x="1252156" y="348335"/>
                  </a:lnTo>
                  <a:close/>
                </a:path>
                <a:path w="1252220" h="476250">
                  <a:moveTo>
                    <a:pt x="1252156" y="401675"/>
                  </a:moveTo>
                  <a:lnTo>
                    <a:pt x="1244536" y="401675"/>
                  </a:lnTo>
                  <a:lnTo>
                    <a:pt x="1244536" y="371195"/>
                  </a:lnTo>
                  <a:lnTo>
                    <a:pt x="1252156" y="371195"/>
                  </a:lnTo>
                  <a:lnTo>
                    <a:pt x="1252156" y="401675"/>
                  </a:lnTo>
                  <a:close/>
                </a:path>
                <a:path w="1252220" h="476250">
                  <a:moveTo>
                    <a:pt x="1252156" y="455015"/>
                  </a:moveTo>
                  <a:lnTo>
                    <a:pt x="1244536" y="455015"/>
                  </a:lnTo>
                  <a:lnTo>
                    <a:pt x="1244536" y="424535"/>
                  </a:lnTo>
                  <a:lnTo>
                    <a:pt x="1252156" y="424535"/>
                  </a:lnTo>
                  <a:lnTo>
                    <a:pt x="1252156" y="455015"/>
                  </a:lnTo>
                  <a:close/>
                </a:path>
                <a:path w="1252220" h="476250">
                  <a:moveTo>
                    <a:pt x="1242631" y="475970"/>
                  </a:moveTo>
                  <a:lnTo>
                    <a:pt x="1212151" y="475970"/>
                  </a:lnTo>
                  <a:lnTo>
                    <a:pt x="1212151" y="468350"/>
                  </a:lnTo>
                  <a:lnTo>
                    <a:pt x="1242631" y="468350"/>
                  </a:lnTo>
                  <a:lnTo>
                    <a:pt x="1242631" y="475970"/>
                  </a:lnTo>
                  <a:close/>
                </a:path>
                <a:path w="1252220" h="476250">
                  <a:moveTo>
                    <a:pt x="1189291" y="475970"/>
                  </a:moveTo>
                  <a:lnTo>
                    <a:pt x="1158811" y="475970"/>
                  </a:lnTo>
                  <a:lnTo>
                    <a:pt x="1158811" y="468350"/>
                  </a:lnTo>
                  <a:lnTo>
                    <a:pt x="1189291" y="468350"/>
                  </a:lnTo>
                  <a:lnTo>
                    <a:pt x="1189291" y="475970"/>
                  </a:lnTo>
                  <a:close/>
                </a:path>
                <a:path w="1252220" h="476250">
                  <a:moveTo>
                    <a:pt x="1135951" y="475970"/>
                  </a:moveTo>
                  <a:lnTo>
                    <a:pt x="1105471" y="475970"/>
                  </a:lnTo>
                  <a:lnTo>
                    <a:pt x="1105471" y="468350"/>
                  </a:lnTo>
                  <a:lnTo>
                    <a:pt x="1135951" y="468350"/>
                  </a:lnTo>
                  <a:lnTo>
                    <a:pt x="1135951" y="475970"/>
                  </a:lnTo>
                  <a:close/>
                </a:path>
                <a:path w="1252220" h="476250">
                  <a:moveTo>
                    <a:pt x="1082611" y="475970"/>
                  </a:moveTo>
                  <a:lnTo>
                    <a:pt x="1052131" y="475970"/>
                  </a:lnTo>
                  <a:lnTo>
                    <a:pt x="1052131" y="468350"/>
                  </a:lnTo>
                  <a:lnTo>
                    <a:pt x="1082611" y="468350"/>
                  </a:lnTo>
                  <a:lnTo>
                    <a:pt x="1082611" y="475970"/>
                  </a:lnTo>
                  <a:close/>
                </a:path>
                <a:path w="1252220" h="476250">
                  <a:moveTo>
                    <a:pt x="1029271" y="475970"/>
                  </a:moveTo>
                  <a:lnTo>
                    <a:pt x="998791" y="475970"/>
                  </a:lnTo>
                  <a:lnTo>
                    <a:pt x="998791" y="468350"/>
                  </a:lnTo>
                  <a:lnTo>
                    <a:pt x="1029271" y="468350"/>
                  </a:lnTo>
                  <a:lnTo>
                    <a:pt x="1029271" y="475970"/>
                  </a:lnTo>
                  <a:close/>
                </a:path>
                <a:path w="1252220" h="476250">
                  <a:moveTo>
                    <a:pt x="975931" y="475970"/>
                  </a:moveTo>
                  <a:lnTo>
                    <a:pt x="945451" y="475970"/>
                  </a:lnTo>
                  <a:lnTo>
                    <a:pt x="945451" y="468350"/>
                  </a:lnTo>
                  <a:lnTo>
                    <a:pt x="975931" y="468350"/>
                  </a:lnTo>
                  <a:lnTo>
                    <a:pt x="975931" y="475970"/>
                  </a:lnTo>
                  <a:close/>
                </a:path>
                <a:path w="1252220" h="476250">
                  <a:moveTo>
                    <a:pt x="922591" y="475970"/>
                  </a:moveTo>
                  <a:lnTo>
                    <a:pt x="892111" y="475970"/>
                  </a:lnTo>
                  <a:lnTo>
                    <a:pt x="892111" y="468350"/>
                  </a:lnTo>
                  <a:lnTo>
                    <a:pt x="922591" y="468350"/>
                  </a:lnTo>
                  <a:lnTo>
                    <a:pt x="922591" y="475970"/>
                  </a:lnTo>
                  <a:close/>
                </a:path>
                <a:path w="1252220" h="476250">
                  <a:moveTo>
                    <a:pt x="869251" y="475970"/>
                  </a:moveTo>
                  <a:lnTo>
                    <a:pt x="838771" y="475970"/>
                  </a:lnTo>
                  <a:lnTo>
                    <a:pt x="838771" y="468350"/>
                  </a:lnTo>
                  <a:lnTo>
                    <a:pt x="869251" y="468350"/>
                  </a:lnTo>
                  <a:lnTo>
                    <a:pt x="869251" y="475970"/>
                  </a:lnTo>
                  <a:close/>
                </a:path>
                <a:path w="1252220" h="476250">
                  <a:moveTo>
                    <a:pt x="815911" y="475970"/>
                  </a:moveTo>
                  <a:lnTo>
                    <a:pt x="785431" y="475970"/>
                  </a:lnTo>
                  <a:lnTo>
                    <a:pt x="785431" y="468350"/>
                  </a:lnTo>
                  <a:lnTo>
                    <a:pt x="815911" y="468350"/>
                  </a:lnTo>
                  <a:lnTo>
                    <a:pt x="815911" y="475970"/>
                  </a:lnTo>
                  <a:close/>
                </a:path>
                <a:path w="1252220" h="476250">
                  <a:moveTo>
                    <a:pt x="762571" y="475970"/>
                  </a:moveTo>
                  <a:lnTo>
                    <a:pt x="732091" y="475970"/>
                  </a:lnTo>
                  <a:lnTo>
                    <a:pt x="732091" y="468350"/>
                  </a:lnTo>
                  <a:lnTo>
                    <a:pt x="762571" y="468350"/>
                  </a:lnTo>
                  <a:lnTo>
                    <a:pt x="762571" y="475970"/>
                  </a:lnTo>
                  <a:close/>
                </a:path>
                <a:path w="1252220" h="476250">
                  <a:moveTo>
                    <a:pt x="709231" y="475970"/>
                  </a:moveTo>
                  <a:lnTo>
                    <a:pt x="678751" y="475970"/>
                  </a:lnTo>
                  <a:lnTo>
                    <a:pt x="678751" y="468350"/>
                  </a:lnTo>
                  <a:lnTo>
                    <a:pt x="709231" y="468350"/>
                  </a:lnTo>
                  <a:lnTo>
                    <a:pt x="709231" y="475970"/>
                  </a:lnTo>
                  <a:close/>
                </a:path>
                <a:path w="1252220" h="476250">
                  <a:moveTo>
                    <a:pt x="655891" y="475970"/>
                  </a:moveTo>
                  <a:lnTo>
                    <a:pt x="625411" y="475970"/>
                  </a:lnTo>
                  <a:lnTo>
                    <a:pt x="625411" y="468350"/>
                  </a:lnTo>
                  <a:lnTo>
                    <a:pt x="655891" y="468350"/>
                  </a:lnTo>
                  <a:lnTo>
                    <a:pt x="655891" y="475970"/>
                  </a:lnTo>
                  <a:close/>
                </a:path>
                <a:path w="1252220" h="476250">
                  <a:moveTo>
                    <a:pt x="602551" y="475970"/>
                  </a:moveTo>
                  <a:lnTo>
                    <a:pt x="572071" y="475970"/>
                  </a:lnTo>
                  <a:lnTo>
                    <a:pt x="572071" y="468350"/>
                  </a:lnTo>
                  <a:lnTo>
                    <a:pt x="602551" y="468350"/>
                  </a:lnTo>
                  <a:lnTo>
                    <a:pt x="602551" y="475970"/>
                  </a:lnTo>
                  <a:close/>
                </a:path>
                <a:path w="1252220" h="476250">
                  <a:moveTo>
                    <a:pt x="549211" y="475970"/>
                  </a:moveTo>
                  <a:lnTo>
                    <a:pt x="518731" y="475970"/>
                  </a:lnTo>
                  <a:lnTo>
                    <a:pt x="518731" y="468350"/>
                  </a:lnTo>
                  <a:lnTo>
                    <a:pt x="549211" y="468350"/>
                  </a:lnTo>
                  <a:lnTo>
                    <a:pt x="549211" y="475970"/>
                  </a:lnTo>
                  <a:close/>
                </a:path>
                <a:path w="1252220" h="476250">
                  <a:moveTo>
                    <a:pt x="495871" y="475970"/>
                  </a:moveTo>
                  <a:lnTo>
                    <a:pt x="465391" y="475970"/>
                  </a:lnTo>
                  <a:lnTo>
                    <a:pt x="465391" y="468350"/>
                  </a:lnTo>
                  <a:lnTo>
                    <a:pt x="495871" y="468350"/>
                  </a:lnTo>
                  <a:lnTo>
                    <a:pt x="495871" y="475970"/>
                  </a:lnTo>
                  <a:close/>
                </a:path>
                <a:path w="1252220" h="476250">
                  <a:moveTo>
                    <a:pt x="442531" y="475970"/>
                  </a:moveTo>
                  <a:lnTo>
                    <a:pt x="412051" y="475970"/>
                  </a:lnTo>
                  <a:lnTo>
                    <a:pt x="412051" y="468350"/>
                  </a:lnTo>
                  <a:lnTo>
                    <a:pt x="442531" y="468350"/>
                  </a:lnTo>
                  <a:lnTo>
                    <a:pt x="442531" y="475970"/>
                  </a:lnTo>
                  <a:close/>
                </a:path>
                <a:path w="1252220" h="476250">
                  <a:moveTo>
                    <a:pt x="389191" y="475970"/>
                  </a:moveTo>
                  <a:lnTo>
                    <a:pt x="358711" y="475970"/>
                  </a:lnTo>
                  <a:lnTo>
                    <a:pt x="358711" y="468350"/>
                  </a:lnTo>
                  <a:lnTo>
                    <a:pt x="389191" y="468350"/>
                  </a:lnTo>
                  <a:lnTo>
                    <a:pt x="389191" y="475970"/>
                  </a:lnTo>
                  <a:close/>
                </a:path>
                <a:path w="1252220" h="476250">
                  <a:moveTo>
                    <a:pt x="335851" y="475970"/>
                  </a:moveTo>
                  <a:lnTo>
                    <a:pt x="305371" y="475970"/>
                  </a:lnTo>
                  <a:lnTo>
                    <a:pt x="305371" y="468350"/>
                  </a:lnTo>
                  <a:lnTo>
                    <a:pt x="335851" y="468350"/>
                  </a:lnTo>
                  <a:lnTo>
                    <a:pt x="335851" y="475970"/>
                  </a:lnTo>
                  <a:close/>
                </a:path>
                <a:path w="1252220" h="476250">
                  <a:moveTo>
                    <a:pt x="282511" y="475970"/>
                  </a:moveTo>
                  <a:lnTo>
                    <a:pt x="252031" y="475970"/>
                  </a:lnTo>
                  <a:lnTo>
                    <a:pt x="252031" y="468350"/>
                  </a:lnTo>
                  <a:lnTo>
                    <a:pt x="282511" y="468350"/>
                  </a:lnTo>
                  <a:lnTo>
                    <a:pt x="282511" y="475970"/>
                  </a:lnTo>
                  <a:close/>
                </a:path>
                <a:path w="1252220" h="476250">
                  <a:moveTo>
                    <a:pt x="229171" y="475970"/>
                  </a:moveTo>
                  <a:lnTo>
                    <a:pt x="198691" y="475970"/>
                  </a:lnTo>
                  <a:lnTo>
                    <a:pt x="198691" y="468350"/>
                  </a:lnTo>
                  <a:lnTo>
                    <a:pt x="229171" y="468350"/>
                  </a:lnTo>
                  <a:lnTo>
                    <a:pt x="229171" y="475970"/>
                  </a:lnTo>
                  <a:close/>
                </a:path>
                <a:path w="1252220" h="476250">
                  <a:moveTo>
                    <a:pt x="175831" y="475970"/>
                  </a:moveTo>
                  <a:lnTo>
                    <a:pt x="145351" y="475970"/>
                  </a:lnTo>
                  <a:lnTo>
                    <a:pt x="145351" y="468350"/>
                  </a:lnTo>
                  <a:lnTo>
                    <a:pt x="175831" y="468350"/>
                  </a:lnTo>
                  <a:lnTo>
                    <a:pt x="175831" y="475970"/>
                  </a:lnTo>
                  <a:close/>
                </a:path>
                <a:path w="1252220" h="476250">
                  <a:moveTo>
                    <a:pt x="122491" y="475970"/>
                  </a:moveTo>
                  <a:lnTo>
                    <a:pt x="92011" y="475970"/>
                  </a:lnTo>
                  <a:lnTo>
                    <a:pt x="92011" y="468350"/>
                  </a:lnTo>
                  <a:lnTo>
                    <a:pt x="122491" y="468350"/>
                  </a:lnTo>
                  <a:lnTo>
                    <a:pt x="122491" y="475970"/>
                  </a:lnTo>
                  <a:close/>
                </a:path>
                <a:path w="1252220" h="476250">
                  <a:moveTo>
                    <a:pt x="69151" y="475970"/>
                  </a:moveTo>
                  <a:lnTo>
                    <a:pt x="38671" y="475970"/>
                  </a:lnTo>
                  <a:lnTo>
                    <a:pt x="38671" y="468350"/>
                  </a:lnTo>
                  <a:lnTo>
                    <a:pt x="69151" y="468350"/>
                  </a:lnTo>
                  <a:lnTo>
                    <a:pt x="69151" y="47597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415783" y="3206495"/>
              <a:ext cx="818515" cy="467995"/>
            </a:xfrm>
            <a:custGeom>
              <a:avLst/>
              <a:gdLst/>
              <a:ahLst/>
              <a:cxnLst/>
              <a:rect l="l" t="t" r="r" b="b"/>
              <a:pathLst>
                <a:path w="818515" h="467995">
                  <a:moveTo>
                    <a:pt x="818387" y="467867"/>
                  </a:moveTo>
                  <a:lnTo>
                    <a:pt x="0" y="467867"/>
                  </a:lnTo>
                  <a:lnTo>
                    <a:pt x="0" y="0"/>
                  </a:lnTo>
                  <a:lnTo>
                    <a:pt x="818387" y="0"/>
                  </a:lnTo>
                  <a:lnTo>
                    <a:pt x="818387" y="467867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412354" y="3203079"/>
              <a:ext cx="826135" cy="474345"/>
            </a:xfrm>
            <a:custGeom>
              <a:avLst/>
              <a:gdLst/>
              <a:ahLst/>
              <a:cxnLst/>
              <a:rect l="l" t="t" r="r" b="b"/>
              <a:pathLst>
                <a:path w="826134" h="474345">
                  <a:moveTo>
                    <a:pt x="3810" y="470535"/>
                  </a:moveTo>
                  <a:lnTo>
                    <a:pt x="0" y="470535"/>
                  </a:lnTo>
                  <a:lnTo>
                    <a:pt x="0" y="440054"/>
                  </a:lnTo>
                  <a:lnTo>
                    <a:pt x="7620" y="440054"/>
                  </a:lnTo>
                  <a:lnTo>
                    <a:pt x="7620" y="466725"/>
                  </a:lnTo>
                  <a:lnTo>
                    <a:pt x="3810" y="466725"/>
                  </a:lnTo>
                  <a:lnTo>
                    <a:pt x="3810" y="470535"/>
                  </a:lnTo>
                  <a:close/>
                </a:path>
                <a:path w="826134" h="474345">
                  <a:moveTo>
                    <a:pt x="13970" y="474344"/>
                  </a:moveTo>
                  <a:lnTo>
                    <a:pt x="3810" y="474344"/>
                  </a:lnTo>
                  <a:lnTo>
                    <a:pt x="3810" y="466725"/>
                  </a:lnTo>
                  <a:lnTo>
                    <a:pt x="7620" y="466725"/>
                  </a:lnTo>
                  <a:lnTo>
                    <a:pt x="7620" y="470535"/>
                  </a:lnTo>
                  <a:lnTo>
                    <a:pt x="13970" y="470535"/>
                  </a:lnTo>
                  <a:lnTo>
                    <a:pt x="13970" y="474344"/>
                  </a:lnTo>
                  <a:close/>
                </a:path>
                <a:path w="826134" h="474345">
                  <a:moveTo>
                    <a:pt x="13970" y="470535"/>
                  </a:moveTo>
                  <a:lnTo>
                    <a:pt x="7620" y="470535"/>
                  </a:lnTo>
                  <a:lnTo>
                    <a:pt x="7620" y="466725"/>
                  </a:lnTo>
                  <a:lnTo>
                    <a:pt x="13970" y="466725"/>
                  </a:lnTo>
                  <a:lnTo>
                    <a:pt x="13970" y="470535"/>
                  </a:lnTo>
                  <a:close/>
                </a:path>
                <a:path w="826134" h="474345">
                  <a:moveTo>
                    <a:pt x="7620" y="417194"/>
                  </a:moveTo>
                  <a:lnTo>
                    <a:pt x="0" y="417194"/>
                  </a:lnTo>
                  <a:lnTo>
                    <a:pt x="0" y="386714"/>
                  </a:lnTo>
                  <a:lnTo>
                    <a:pt x="7620" y="386714"/>
                  </a:lnTo>
                  <a:lnTo>
                    <a:pt x="7620" y="417194"/>
                  </a:lnTo>
                  <a:close/>
                </a:path>
                <a:path w="826134" h="474345">
                  <a:moveTo>
                    <a:pt x="7620" y="363854"/>
                  </a:moveTo>
                  <a:lnTo>
                    <a:pt x="0" y="363854"/>
                  </a:lnTo>
                  <a:lnTo>
                    <a:pt x="0" y="333375"/>
                  </a:lnTo>
                  <a:lnTo>
                    <a:pt x="7620" y="333375"/>
                  </a:lnTo>
                  <a:lnTo>
                    <a:pt x="7620" y="363854"/>
                  </a:lnTo>
                  <a:close/>
                </a:path>
                <a:path w="826134" h="474345">
                  <a:moveTo>
                    <a:pt x="7620" y="310514"/>
                  </a:moveTo>
                  <a:lnTo>
                    <a:pt x="0" y="310514"/>
                  </a:lnTo>
                  <a:lnTo>
                    <a:pt x="0" y="280035"/>
                  </a:lnTo>
                  <a:lnTo>
                    <a:pt x="7620" y="280035"/>
                  </a:lnTo>
                  <a:lnTo>
                    <a:pt x="7620" y="310514"/>
                  </a:lnTo>
                  <a:close/>
                </a:path>
                <a:path w="826134" h="474345">
                  <a:moveTo>
                    <a:pt x="7620" y="257175"/>
                  </a:moveTo>
                  <a:lnTo>
                    <a:pt x="0" y="257175"/>
                  </a:lnTo>
                  <a:lnTo>
                    <a:pt x="0" y="226694"/>
                  </a:lnTo>
                  <a:lnTo>
                    <a:pt x="7620" y="226694"/>
                  </a:lnTo>
                  <a:lnTo>
                    <a:pt x="7620" y="257175"/>
                  </a:lnTo>
                  <a:close/>
                </a:path>
                <a:path w="826134" h="474345">
                  <a:moveTo>
                    <a:pt x="7620" y="203835"/>
                  </a:moveTo>
                  <a:lnTo>
                    <a:pt x="0" y="203835"/>
                  </a:lnTo>
                  <a:lnTo>
                    <a:pt x="0" y="173354"/>
                  </a:lnTo>
                  <a:lnTo>
                    <a:pt x="7620" y="173354"/>
                  </a:lnTo>
                  <a:lnTo>
                    <a:pt x="7620" y="203835"/>
                  </a:lnTo>
                  <a:close/>
                </a:path>
                <a:path w="826134" h="474345">
                  <a:moveTo>
                    <a:pt x="7620" y="150494"/>
                  </a:moveTo>
                  <a:lnTo>
                    <a:pt x="0" y="150494"/>
                  </a:lnTo>
                  <a:lnTo>
                    <a:pt x="0" y="120014"/>
                  </a:lnTo>
                  <a:lnTo>
                    <a:pt x="7620" y="120014"/>
                  </a:lnTo>
                  <a:lnTo>
                    <a:pt x="7620" y="150494"/>
                  </a:lnTo>
                  <a:close/>
                </a:path>
                <a:path w="826134" h="474345">
                  <a:moveTo>
                    <a:pt x="7620" y="97154"/>
                  </a:moveTo>
                  <a:lnTo>
                    <a:pt x="0" y="97154"/>
                  </a:lnTo>
                  <a:lnTo>
                    <a:pt x="0" y="66675"/>
                  </a:lnTo>
                  <a:lnTo>
                    <a:pt x="7620" y="66675"/>
                  </a:lnTo>
                  <a:lnTo>
                    <a:pt x="7620" y="97154"/>
                  </a:lnTo>
                  <a:close/>
                </a:path>
                <a:path w="826134" h="474345">
                  <a:moveTo>
                    <a:pt x="7620" y="43814"/>
                  </a:moveTo>
                  <a:lnTo>
                    <a:pt x="0" y="43814"/>
                  </a:lnTo>
                  <a:lnTo>
                    <a:pt x="0" y="13334"/>
                  </a:lnTo>
                  <a:lnTo>
                    <a:pt x="7620" y="13334"/>
                  </a:lnTo>
                  <a:lnTo>
                    <a:pt x="7620" y="43814"/>
                  </a:lnTo>
                  <a:close/>
                </a:path>
                <a:path w="826134" h="474345">
                  <a:moveTo>
                    <a:pt x="47625" y="7619"/>
                  </a:moveTo>
                  <a:lnTo>
                    <a:pt x="17145" y="7619"/>
                  </a:lnTo>
                  <a:lnTo>
                    <a:pt x="17145" y="0"/>
                  </a:lnTo>
                  <a:lnTo>
                    <a:pt x="47625" y="0"/>
                  </a:lnTo>
                  <a:lnTo>
                    <a:pt x="47625" y="7619"/>
                  </a:lnTo>
                  <a:close/>
                </a:path>
                <a:path w="826134" h="474345">
                  <a:moveTo>
                    <a:pt x="100965" y="7619"/>
                  </a:moveTo>
                  <a:lnTo>
                    <a:pt x="70485" y="7619"/>
                  </a:lnTo>
                  <a:lnTo>
                    <a:pt x="70485" y="0"/>
                  </a:lnTo>
                  <a:lnTo>
                    <a:pt x="100965" y="0"/>
                  </a:lnTo>
                  <a:lnTo>
                    <a:pt x="100965" y="7619"/>
                  </a:lnTo>
                  <a:close/>
                </a:path>
                <a:path w="826134" h="474345">
                  <a:moveTo>
                    <a:pt x="154304" y="7619"/>
                  </a:moveTo>
                  <a:lnTo>
                    <a:pt x="123825" y="7619"/>
                  </a:lnTo>
                  <a:lnTo>
                    <a:pt x="123825" y="0"/>
                  </a:lnTo>
                  <a:lnTo>
                    <a:pt x="154304" y="0"/>
                  </a:lnTo>
                  <a:lnTo>
                    <a:pt x="154304" y="7619"/>
                  </a:lnTo>
                  <a:close/>
                </a:path>
                <a:path w="826134" h="474345">
                  <a:moveTo>
                    <a:pt x="207645" y="7619"/>
                  </a:moveTo>
                  <a:lnTo>
                    <a:pt x="177165" y="7619"/>
                  </a:lnTo>
                  <a:lnTo>
                    <a:pt x="177165" y="0"/>
                  </a:lnTo>
                  <a:lnTo>
                    <a:pt x="207645" y="0"/>
                  </a:lnTo>
                  <a:lnTo>
                    <a:pt x="207645" y="7619"/>
                  </a:lnTo>
                  <a:close/>
                </a:path>
                <a:path w="826134" h="474345">
                  <a:moveTo>
                    <a:pt x="260985" y="7619"/>
                  </a:moveTo>
                  <a:lnTo>
                    <a:pt x="230504" y="7619"/>
                  </a:lnTo>
                  <a:lnTo>
                    <a:pt x="230504" y="0"/>
                  </a:lnTo>
                  <a:lnTo>
                    <a:pt x="260985" y="0"/>
                  </a:lnTo>
                  <a:lnTo>
                    <a:pt x="260985" y="7619"/>
                  </a:lnTo>
                  <a:close/>
                </a:path>
                <a:path w="826134" h="474345">
                  <a:moveTo>
                    <a:pt x="314325" y="7619"/>
                  </a:moveTo>
                  <a:lnTo>
                    <a:pt x="283845" y="7619"/>
                  </a:lnTo>
                  <a:lnTo>
                    <a:pt x="283845" y="0"/>
                  </a:lnTo>
                  <a:lnTo>
                    <a:pt x="314325" y="0"/>
                  </a:lnTo>
                  <a:lnTo>
                    <a:pt x="314325" y="7619"/>
                  </a:lnTo>
                  <a:close/>
                </a:path>
                <a:path w="826134" h="474345">
                  <a:moveTo>
                    <a:pt x="367665" y="7619"/>
                  </a:moveTo>
                  <a:lnTo>
                    <a:pt x="337185" y="7619"/>
                  </a:lnTo>
                  <a:lnTo>
                    <a:pt x="337185" y="0"/>
                  </a:lnTo>
                  <a:lnTo>
                    <a:pt x="367665" y="0"/>
                  </a:lnTo>
                  <a:lnTo>
                    <a:pt x="367665" y="7619"/>
                  </a:lnTo>
                  <a:close/>
                </a:path>
                <a:path w="826134" h="474345">
                  <a:moveTo>
                    <a:pt x="421004" y="7619"/>
                  </a:moveTo>
                  <a:lnTo>
                    <a:pt x="390525" y="7619"/>
                  </a:lnTo>
                  <a:lnTo>
                    <a:pt x="390525" y="0"/>
                  </a:lnTo>
                  <a:lnTo>
                    <a:pt x="421004" y="0"/>
                  </a:lnTo>
                  <a:lnTo>
                    <a:pt x="421004" y="7619"/>
                  </a:lnTo>
                  <a:close/>
                </a:path>
                <a:path w="826134" h="474345">
                  <a:moveTo>
                    <a:pt x="474345" y="7619"/>
                  </a:moveTo>
                  <a:lnTo>
                    <a:pt x="443865" y="7619"/>
                  </a:lnTo>
                  <a:lnTo>
                    <a:pt x="443865" y="0"/>
                  </a:lnTo>
                  <a:lnTo>
                    <a:pt x="474345" y="0"/>
                  </a:lnTo>
                  <a:lnTo>
                    <a:pt x="474345" y="7619"/>
                  </a:lnTo>
                  <a:close/>
                </a:path>
                <a:path w="826134" h="474345">
                  <a:moveTo>
                    <a:pt x="527685" y="7619"/>
                  </a:moveTo>
                  <a:lnTo>
                    <a:pt x="497204" y="7619"/>
                  </a:lnTo>
                  <a:lnTo>
                    <a:pt x="497204" y="0"/>
                  </a:lnTo>
                  <a:lnTo>
                    <a:pt x="527685" y="0"/>
                  </a:lnTo>
                  <a:lnTo>
                    <a:pt x="527685" y="7619"/>
                  </a:lnTo>
                  <a:close/>
                </a:path>
                <a:path w="826134" h="474345">
                  <a:moveTo>
                    <a:pt x="581025" y="7619"/>
                  </a:moveTo>
                  <a:lnTo>
                    <a:pt x="550545" y="7619"/>
                  </a:lnTo>
                  <a:lnTo>
                    <a:pt x="550545" y="0"/>
                  </a:lnTo>
                  <a:lnTo>
                    <a:pt x="581025" y="0"/>
                  </a:lnTo>
                  <a:lnTo>
                    <a:pt x="581025" y="7619"/>
                  </a:lnTo>
                  <a:close/>
                </a:path>
                <a:path w="826134" h="474345">
                  <a:moveTo>
                    <a:pt x="634365" y="7619"/>
                  </a:moveTo>
                  <a:lnTo>
                    <a:pt x="603885" y="7619"/>
                  </a:lnTo>
                  <a:lnTo>
                    <a:pt x="603885" y="0"/>
                  </a:lnTo>
                  <a:lnTo>
                    <a:pt x="634365" y="0"/>
                  </a:lnTo>
                  <a:lnTo>
                    <a:pt x="634365" y="7619"/>
                  </a:lnTo>
                  <a:close/>
                </a:path>
                <a:path w="826134" h="474345">
                  <a:moveTo>
                    <a:pt x="687704" y="7619"/>
                  </a:moveTo>
                  <a:lnTo>
                    <a:pt x="657225" y="7619"/>
                  </a:lnTo>
                  <a:lnTo>
                    <a:pt x="657225" y="0"/>
                  </a:lnTo>
                  <a:lnTo>
                    <a:pt x="687704" y="0"/>
                  </a:lnTo>
                  <a:lnTo>
                    <a:pt x="687704" y="7619"/>
                  </a:lnTo>
                  <a:close/>
                </a:path>
                <a:path w="826134" h="474345">
                  <a:moveTo>
                    <a:pt x="741045" y="7619"/>
                  </a:moveTo>
                  <a:lnTo>
                    <a:pt x="710565" y="7619"/>
                  </a:lnTo>
                  <a:lnTo>
                    <a:pt x="710565" y="0"/>
                  </a:lnTo>
                  <a:lnTo>
                    <a:pt x="741045" y="0"/>
                  </a:lnTo>
                  <a:lnTo>
                    <a:pt x="741045" y="7619"/>
                  </a:lnTo>
                  <a:close/>
                </a:path>
                <a:path w="826134" h="474345">
                  <a:moveTo>
                    <a:pt x="794385" y="7619"/>
                  </a:moveTo>
                  <a:lnTo>
                    <a:pt x="763904" y="7619"/>
                  </a:lnTo>
                  <a:lnTo>
                    <a:pt x="763904" y="0"/>
                  </a:lnTo>
                  <a:lnTo>
                    <a:pt x="794385" y="0"/>
                  </a:lnTo>
                  <a:lnTo>
                    <a:pt x="794385" y="7619"/>
                  </a:lnTo>
                  <a:close/>
                </a:path>
                <a:path w="826134" h="474345">
                  <a:moveTo>
                    <a:pt x="818515" y="7619"/>
                  </a:moveTo>
                  <a:lnTo>
                    <a:pt x="817245" y="7619"/>
                  </a:lnTo>
                  <a:lnTo>
                    <a:pt x="817245" y="0"/>
                  </a:lnTo>
                  <a:lnTo>
                    <a:pt x="826135" y="0"/>
                  </a:lnTo>
                  <a:lnTo>
                    <a:pt x="826135" y="3809"/>
                  </a:lnTo>
                  <a:lnTo>
                    <a:pt x="818515" y="3809"/>
                  </a:lnTo>
                  <a:lnTo>
                    <a:pt x="818515" y="7619"/>
                  </a:lnTo>
                  <a:close/>
                </a:path>
                <a:path w="826134" h="474345">
                  <a:moveTo>
                    <a:pt x="826135" y="29209"/>
                  </a:moveTo>
                  <a:lnTo>
                    <a:pt x="818515" y="29209"/>
                  </a:lnTo>
                  <a:lnTo>
                    <a:pt x="818515" y="3809"/>
                  </a:lnTo>
                  <a:lnTo>
                    <a:pt x="822325" y="7619"/>
                  </a:lnTo>
                  <a:lnTo>
                    <a:pt x="826135" y="7619"/>
                  </a:lnTo>
                  <a:lnTo>
                    <a:pt x="826135" y="29209"/>
                  </a:lnTo>
                  <a:close/>
                </a:path>
                <a:path w="826134" h="474345">
                  <a:moveTo>
                    <a:pt x="826135" y="7619"/>
                  </a:moveTo>
                  <a:lnTo>
                    <a:pt x="822325" y="7619"/>
                  </a:lnTo>
                  <a:lnTo>
                    <a:pt x="818515" y="3809"/>
                  </a:lnTo>
                  <a:lnTo>
                    <a:pt x="826135" y="3809"/>
                  </a:lnTo>
                  <a:lnTo>
                    <a:pt x="826135" y="7619"/>
                  </a:lnTo>
                  <a:close/>
                </a:path>
                <a:path w="826134" h="474345">
                  <a:moveTo>
                    <a:pt x="826135" y="82550"/>
                  </a:moveTo>
                  <a:lnTo>
                    <a:pt x="818515" y="82550"/>
                  </a:lnTo>
                  <a:lnTo>
                    <a:pt x="818515" y="52069"/>
                  </a:lnTo>
                  <a:lnTo>
                    <a:pt x="826135" y="52069"/>
                  </a:lnTo>
                  <a:lnTo>
                    <a:pt x="826135" y="82550"/>
                  </a:lnTo>
                  <a:close/>
                </a:path>
                <a:path w="826134" h="474345">
                  <a:moveTo>
                    <a:pt x="826135" y="135889"/>
                  </a:moveTo>
                  <a:lnTo>
                    <a:pt x="818515" y="135889"/>
                  </a:lnTo>
                  <a:lnTo>
                    <a:pt x="818515" y="105410"/>
                  </a:lnTo>
                  <a:lnTo>
                    <a:pt x="826135" y="105410"/>
                  </a:lnTo>
                  <a:lnTo>
                    <a:pt x="826135" y="135889"/>
                  </a:lnTo>
                  <a:close/>
                </a:path>
                <a:path w="826134" h="474345">
                  <a:moveTo>
                    <a:pt x="826135" y="189229"/>
                  </a:moveTo>
                  <a:lnTo>
                    <a:pt x="818515" y="189229"/>
                  </a:lnTo>
                  <a:lnTo>
                    <a:pt x="818515" y="158750"/>
                  </a:lnTo>
                  <a:lnTo>
                    <a:pt x="826135" y="158750"/>
                  </a:lnTo>
                  <a:lnTo>
                    <a:pt x="826135" y="189229"/>
                  </a:lnTo>
                  <a:close/>
                </a:path>
                <a:path w="826134" h="474345">
                  <a:moveTo>
                    <a:pt x="826135" y="242569"/>
                  </a:moveTo>
                  <a:lnTo>
                    <a:pt x="818515" y="242569"/>
                  </a:lnTo>
                  <a:lnTo>
                    <a:pt x="818515" y="212089"/>
                  </a:lnTo>
                  <a:lnTo>
                    <a:pt x="826135" y="212089"/>
                  </a:lnTo>
                  <a:lnTo>
                    <a:pt x="826135" y="242569"/>
                  </a:lnTo>
                  <a:close/>
                </a:path>
                <a:path w="826134" h="474345">
                  <a:moveTo>
                    <a:pt x="826135" y="295910"/>
                  </a:moveTo>
                  <a:lnTo>
                    <a:pt x="818515" y="295910"/>
                  </a:lnTo>
                  <a:lnTo>
                    <a:pt x="818515" y="265429"/>
                  </a:lnTo>
                  <a:lnTo>
                    <a:pt x="826135" y="265429"/>
                  </a:lnTo>
                  <a:lnTo>
                    <a:pt x="826135" y="295910"/>
                  </a:lnTo>
                  <a:close/>
                </a:path>
                <a:path w="826134" h="474345">
                  <a:moveTo>
                    <a:pt x="826135" y="349250"/>
                  </a:moveTo>
                  <a:lnTo>
                    <a:pt x="818515" y="349250"/>
                  </a:lnTo>
                  <a:lnTo>
                    <a:pt x="818515" y="318769"/>
                  </a:lnTo>
                  <a:lnTo>
                    <a:pt x="826135" y="318769"/>
                  </a:lnTo>
                  <a:lnTo>
                    <a:pt x="826135" y="349250"/>
                  </a:lnTo>
                  <a:close/>
                </a:path>
                <a:path w="826134" h="474345">
                  <a:moveTo>
                    <a:pt x="826135" y="402589"/>
                  </a:moveTo>
                  <a:lnTo>
                    <a:pt x="818515" y="402589"/>
                  </a:lnTo>
                  <a:lnTo>
                    <a:pt x="818515" y="372110"/>
                  </a:lnTo>
                  <a:lnTo>
                    <a:pt x="826135" y="372110"/>
                  </a:lnTo>
                  <a:lnTo>
                    <a:pt x="826135" y="402589"/>
                  </a:lnTo>
                  <a:close/>
                </a:path>
                <a:path w="826134" h="474345">
                  <a:moveTo>
                    <a:pt x="826135" y="455929"/>
                  </a:moveTo>
                  <a:lnTo>
                    <a:pt x="818515" y="455929"/>
                  </a:lnTo>
                  <a:lnTo>
                    <a:pt x="818515" y="425450"/>
                  </a:lnTo>
                  <a:lnTo>
                    <a:pt x="826135" y="425450"/>
                  </a:lnTo>
                  <a:lnTo>
                    <a:pt x="826135" y="455929"/>
                  </a:lnTo>
                  <a:close/>
                </a:path>
                <a:path w="826134" h="474345">
                  <a:moveTo>
                    <a:pt x="814070" y="474344"/>
                  </a:moveTo>
                  <a:lnTo>
                    <a:pt x="783590" y="474344"/>
                  </a:lnTo>
                  <a:lnTo>
                    <a:pt x="783590" y="466725"/>
                  </a:lnTo>
                  <a:lnTo>
                    <a:pt x="814070" y="466725"/>
                  </a:lnTo>
                  <a:lnTo>
                    <a:pt x="814070" y="474344"/>
                  </a:lnTo>
                  <a:close/>
                </a:path>
                <a:path w="826134" h="474345">
                  <a:moveTo>
                    <a:pt x="760729" y="474344"/>
                  </a:moveTo>
                  <a:lnTo>
                    <a:pt x="730250" y="474344"/>
                  </a:lnTo>
                  <a:lnTo>
                    <a:pt x="730250" y="466725"/>
                  </a:lnTo>
                  <a:lnTo>
                    <a:pt x="760729" y="466725"/>
                  </a:lnTo>
                  <a:lnTo>
                    <a:pt x="760729" y="474344"/>
                  </a:lnTo>
                  <a:close/>
                </a:path>
                <a:path w="826134" h="474345">
                  <a:moveTo>
                    <a:pt x="707390" y="474344"/>
                  </a:moveTo>
                  <a:lnTo>
                    <a:pt x="676910" y="474344"/>
                  </a:lnTo>
                  <a:lnTo>
                    <a:pt x="676910" y="466725"/>
                  </a:lnTo>
                  <a:lnTo>
                    <a:pt x="707390" y="466725"/>
                  </a:lnTo>
                  <a:lnTo>
                    <a:pt x="707390" y="474344"/>
                  </a:lnTo>
                  <a:close/>
                </a:path>
                <a:path w="826134" h="474345">
                  <a:moveTo>
                    <a:pt x="654050" y="474344"/>
                  </a:moveTo>
                  <a:lnTo>
                    <a:pt x="623570" y="474344"/>
                  </a:lnTo>
                  <a:lnTo>
                    <a:pt x="623570" y="466725"/>
                  </a:lnTo>
                  <a:lnTo>
                    <a:pt x="654050" y="466725"/>
                  </a:lnTo>
                  <a:lnTo>
                    <a:pt x="654050" y="474344"/>
                  </a:lnTo>
                  <a:close/>
                </a:path>
                <a:path w="826134" h="474345">
                  <a:moveTo>
                    <a:pt x="600710" y="474344"/>
                  </a:moveTo>
                  <a:lnTo>
                    <a:pt x="570229" y="474344"/>
                  </a:lnTo>
                  <a:lnTo>
                    <a:pt x="570229" y="466725"/>
                  </a:lnTo>
                  <a:lnTo>
                    <a:pt x="600710" y="466725"/>
                  </a:lnTo>
                  <a:lnTo>
                    <a:pt x="600710" y="474344"/>
                  </a:lnTo>
                  <a:close/>
                </a:path>
                <a:path w="826134" h="474345">
                  <a:moveTo>
                    <a:pt x="547370" y="474344"/>
                  </a:moveTo>
                  <a:lnTo>
                    <a:pt x="516890" y="474344"/>
                  </a:lnTo>
                  <a:lnTo>
                    <a:pt x="516890" y="466725"/>
                  </a:lnTo>
                  <a:lnTo>
                    <a:pt x="547370" y="466725"/>
                  </a:lnTo>
                  <a:lnTo>
                    <a:pt x="547370" y="474344"/>
                  </a:lnTo>
                  <a:close/>
                </a:path>
                <a:path w="826134" h="474345">
                  <a:moveTo>
                    <a:pt x="494029" y="474344"/>
                  </a:moveTo>
                  <a:lnTo>
                    <a:pt x="463550" y="474344"/>
                  </a:lnTo>
                  <a:lnTo>
                    <a:pt x="463550" y="466725"/>
                  </a:lnTo>
                  <a:lnTo>
                    <a:pt x="494029" y="466725"/>
                  </a:lnTo>
                  <a:lnTo>
                    <a:pt x="494029" y="474344"/>
                  </a:lnTo>
                  <a:close/>
                </a:path>
                <a:path w="826134" h="474345">
                  <a:moveTo>
                    <a:pt x="440690" y="474344"/>
                  </a:moveTo>
                  <a:lnTo>
                    <a:pt x="410210" y="474344"/>
                  </a:lnTo>
                  <a:lnTo>
                    <a:pt x="410210" y="466725"/>
                  </a:lnTo>
                  <a:lnTo>
                    <a:pt x="440690" y="466725"/>
                  </a:lnTo>
                  <a:lnTo>
                    <a:pt x="440690" y="474344"/>
                  </a:lnTo>
                  <a:close/>
                </a:path>
                <a:path w="826134" h="474345">
                  <a:moveTo>
                    <a:pt x="387350" y="474344"/>
                  </a:moveTo>
                  <a:lnTo>
                    <a:pt x="356870" y="474344"/>
                  </a:lnTo>
                  <a:lnTo>
                    <a:pt x="356870" y="466725"/>
                  </a:lnTo>
                  <a:lnTo>
                    <a:pt x="387350" y="466725"/>
                  </a:lnTo>
                  <a:lnTo>
                    <a:pt x="387350" y="474344"/>
                  </a:lnTo>
                  <a:close/>
                </a:path>
                <a:path w="826134" h="474345">
                  <a:moveTo>
                    <a:pt x="334010" y="474344"/>
                  </a:moveTo>
                  <a:lnTo>
                    <a:pt x="303529" y="474344"/>
                  </a:lnTo>
                  <a:lnTo>
                    <a:pt x="303529" y="466725"/>
                  </a:lnTo>
                  <a:lnTo>
                    <a:pt x="334010" y="466725"/>
                  </a:lnTo>
                  <a:lnTo>
                    <a:pt x="334010" y="474344"/>
                  </a:lnTo>
                  <a:close/>
                </a:path>
                <a:path w="826134" h="474345">
                  <a:moveTo>
                    <a:pt x="280670" y="474344"/>
                  </a:moveTo>
                  <a:lnTo>
                    <a:pt x="250190" y="474344"/>
                  </a:lnTo>
                  <a:lnTo>
                    <a:pt x="250190" y="466725"/>
                  </a:lnTo>
                  <a:lnTo>
                    <a:pt x="280670" y="466725"/>
                  </a:lnTo>
                  <a:lnTo>
                    <a:pt x="280670" y="474344"/>
                  </a:lnTo>
                  <a:close/>
                </a:path>
                <a:path w="826134" h="474345">
                  <a:moveTo>
                    <a:pt x="227329" y="474344"/>
                  </a:moveTo>
                  <a:lnTo>
                    <a:pt x="196850" y="474344"/>
                  </a:lnTo>
                  <a:lnTo>
                    <a:pt x="196850" y="466725"/>
                  </a:lnTo>
                  <a:lnTo>
                    <a:pt x="227329" y="466725"/>
                  </a:lnTo>
                  <a:lnTo>
                    <a:pt x="227329" y="474344"/>
                  </a:lnTo>
                  <a:close/>
                </a:path>
                <a:path w="826134" h="474345">
                  <a:moveTo>
                    <a:pt x="173990" y="474344"/>
                  </a:moveTo>
                  <a:lnTo>
                    <a:pt x="143510" y="474344"/>
                  </a:lnTo>
                  <a:lnTo>
                    <a:pt x="143510" y="466725"/>
                  </a:lnTo>
                  <a:lnTo>
                    <a:pt x="173990" y="466725"/>
                  </a:lnTo>
                  <a:lnTo>
                    <a:pt x="173990" y="474344"/>
                  </a:lnTo>
                  <a:close/>
                </a:path>
                <a:path w="826134" h="474345">
                  <a:moveTo>
                    <a:pt x="120650" y="474344"/>
                  </a:moveTo>
                  <a:lnTo>
                    <a:pt x="90170" y="474344"/>
                  </a:lnTo>
                  <a:lnTo>
                    <a:pt x="90170" y="466725"/>
                  </a:lnTo>
                  <a:lnTo>
                    <a:pt x="120650" y="466725"/>
                  </a:lnTo>
                  <a:lnTo>
                    <a:pt x="120650" y="474344"/>
                  </a:lnTo>
                  <a:close/>
                </a:path>
                <a:path w="826134" h="474345">
                  <a:moveTo>
                    <a:pt x="67310" y="474344"/>
                  </a:moveTo>
                  <a:lnTo>
                    <a:pt x="36829" y="474344"/>
                  </a:lnTo>
                  <a:lnTo>
                    <a:pt x="36829" y="466725"/>
                  </a:lnTo>
                  <a:lnTo>
                    <a:pt x="67310" y="466725"/>
                  </a:lnTo>
                  <a:lnTo>
                    <a:pt x="67310" y="47434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244839" y="3204971"/>
              <a:ext cx="771525" cy="467995"/>
            </a:xfrm>
            <a:custGeom>
              <a:avLst/>
              <a:gdLst/>
              <a:ahLst/>
              <a:cxnLst/>
              <a:rect l="l" t="t" r="r" b="b"/>
              <a:pathLst>
                <a:path w="771525" h="467995">
                  <a:moveTo>
                    <a:pt x="771144" y="467868"/>
                  </a:moveTo>
                  <a:lnTo>
                    <a:pt x="0" y="467868"/>
                  </a:lnTo>
                  <a:lnTo>
                    <a:pt x="0" y="0"/>
                  </a:lnTo>
                  <a:lnTo>
                    <a:pt x="771144" y="0"/>
                  </a:lnTo>
                  <a:lnTo>
                    <a:pt x="771144" y="467868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241283" y="3201492"/>
              <a:ext cx="779145" cy="474980"/>
            </a:xfrm>
            <a:custGeom>
              <a:avLst/>
              <a:gdLst/>
              <a:ahLst/>
              <a:cxnLst/>
              <a:rect l="l" t="t" r="r" b="b"/>
              <a:pathLst>
                <a:path w="779145" h="474979">
                  <a:moveTo>
                    <a:pt x="3810" y="471131"/>
                  </a:moveTo>
                  <a:lnTo>
                    <a:pt x="0" y="471131"/>
                  </a:lnTo>
                  <a:lnTo>
                    <a:pt x="0" y="440651"/>
                  </a:lnTo>
                  <a:lnTo>
                    <a:pt x="7620" y="440651"/>
                  </a:lnTo>
                  <a:lnTo>
                    <a:pt x="7620" y="467321"/>
                  </a:lnTo>
                  <a:lnTo>
                    <a:pt x="3810" y="467321"/>
                  </a:lnTo>
                  <a:lnTo>
                    <a:pt x="3810" y="471131"/>
                  </a:lnTo>
                  <a:close/>
                </a:path>
                <a:path w="779145" h="474979">
                  <a:moveTo>
                    <a:pt x="27305" y="474941"/>
                  </a:moveTo>
                  <a:lnTo>
                    <a:pt x="3810" y="474941"/>
                  </a:lnTo>
                  <a:lnTo>
                    <a:pt x="3810" y="467321"/>
                  </a:lnTo>
                  <a:lnTo>
                    <a:pt x="7620" y="467321"/>
                  </a:lnTo>
                  <a:lnTo>
                    <a:pt x="7620" y="471131"/>
                  </a:lnTo>
                  <a:lnTo>
                    <a:pt x="27305" y="471131"/>
                  </a:lnTo>
                  <a:lnTo>
                    <a:pt x="27305" y="474941"/>
                  </a:lnTo>
                  <a:close/>
                </a:path>
                <a:path w="779145" h="474979">
                  <a:moveTo>
                    <a:pt x="27305" y="471131"/>
                  </a:moveTo>
                  <a:lnTo>
                    <a:pt x="7620" y="471131"/>
                  </a:lnTo>
                  <a:lnTo>
                    <a:pt x="7620" y="467321"/>
                  </a:lnTo>
                  <a:lnTo>
                    <a:pt x="27305" y="467321"/>
                  </a:lnTo>
                  <a:lnTo>
                    <a:pt x="27305" y="471131"/>
                  </a:lnTo>
                  <a:close/>
                </a:path>
                <a:path w="779145" h="474979">
                  <a:moveTo>
                    <a:pt x="7620" y="417791"/>
                  </a:moveTo>
                  <a:lnTo>
                    <a:pt x="0" y="417791"/>
                  </a:lnTo>
                  <a:lnTo>
                    <a:pt x="0" y="387311"/>
                  </a:lnTo>
                  <a:lnTo>
                    <a:pt x="7620" y="387311"/>
                  </a:lnTo>
                  <a:lnTo>
                    <a:pt x="7620" y="417791"/>
                  </a:lnTo>
                  <a:close/>
                </a:path>
                <a:path w="779145" h="474979">
                  <a:moveTo>
                    <a:pt x="7620" y="364451"/>
                  </a:moveTo>
                  <a:lnTo>
                    <a:pt x="0" y="364451"/>
                  </a:lnTo>
                  <a:lnTo>
                    <a:pt x="0" y="333971"/>
                  </a:lnTo>
                  <a:lnTo>
                    <a:pt x="7620" y="333971"/>
                  </a:lnTo>
                  <a:lnTo>
                    <a:pt x="7620" y="364451"/>
                  </a:lnTo>
                  <a:close/>
                </a:path>
                <a:path w="779145" h="474979">
                  <a:moveTo>
                    <a:pt x="7620" y="311111"/>
                  </a:moveTo>
                  <a:lnTo>
                    <a:pt x="0" y="311111"/>
                  </a:lnTo>
                  <a:lnTo>
                    <a:pt x="0" y="280631"/>
                  </a:lnTo>
                  <a:lnTo>
                    <a:pt x="7620" y="280631"/>
                  </a:lnTo>
                  <a:lnTo>
                    <a:pt x="7620" y="311111"/>
                  </a:lnTo>
                  <a:close/>
                </a:path>
                <a:path w="779145" h="474979">
                  <a:moveTo>
                    <a:pt x="7620" y="257771"/>
                  </a:moveTo>
                  <a:lnTo>
                    <a:pt x="0" y="257771"/>
                  </a:lnTo>
                  <a:lnTo>
                    <a:pt x="0" y="227291"/>
                  </a:lnTo>
                  <a:lnTo>
                    <a:pt x="7620" y="227291"/>
                  </a:lnTo>
                  <a:lnTo>
                    <a:pt x="7620" y="257771"/>
                  </a:lnTo>
                  <a:close/>
                </a:path>
                <a:path w="779145" h="474979">
                  <a:moveTo>
                    <a:pt x="7620" y="204431"/>
                  </a:moveTo>
                  <a:lnTo>
                    <a:pt x="0" y="204431"/>
                  </a:lnTo>
                  <a:lnTo>
                    <a:pt x="0" y="173951"/>
                  </a:lnTo>
                  <a:lnTo>
                    <a:pt x="7620" y="173951"/>
                  </a:lnTo>
                  <a:lnTo>
                    <a:pt x="7620" y="204431"/>
                  </a:lnTo>
                  <a:close/>
                </a:path>
                <a:path w="779145" h="474979">
                  <a:moveTo>
                    <a:pt x="7620" y="151091"/>
                  </a:moveTo>
                  <a:lnTo>
                    <a:pt x="0" y="151091"/>
                  </a:lnTo>
                  <a:lnTo>
                    <a:pt x="0" y="120611"/>
                  </a:lnTo>
                  <a:lnTo>
                    <a:pt x="7620" y="120611"/>
                  </a:lnTo>
                  <a:lnTo>
                    <a:pt x="7620" y="151091"/>
                  </a:lnTo>
                  <a:close/>
                </a:path>
                <a:path w="779145" h="474979">
                  <a:moveTo>
                    <a:pt x="7620" y="97751"/>
                  </a:moveTo>
                  <a:lnTo>
                    <a:pt x="0" y="97751"/>
                  </a:lnTo>
                  <a:lnTo>
                    <a:pt x="0" y="67271"/>
                  </a:lnTo>
                  <a:lnTo>
                    <a:pt x="7620" y="67271"/>
                  </a:lnTo>
                  <a:lnTo>
                    <a:pt x="7620" y="97751"/>
                  </a:lnTo>
                  <a:close/>
                </a:path>
                <a:path w="779145" h="474979">
                  <a:moveTo>
                    <a:pt x="7620" y="44411"/>
                  </a:moveTo>
                  <a:lnTo>
                    <a:pt x="0" y="44411"/>
                  </a:lnTo>
                  <a:lnTo>
                    <a:pt x="0" y="13931"/>
                  </a:lnTo>
                  <a:lnTo>
                    <a:pt x="7620" y="13931"/>
                  </a:lnTo>
                  <a:lnTo>
                    <a:pt x="7620" y="44411"/>
                  </a:lnTo>
                  <a:close/>
                </a:path>
                <a:path w="779145" h="474979">
                  <a:moveTo>
                    <a:pt x="47028" y="7619"/>
                  </a:moveTo>
                  <a:lnTo>
                    <a:pt x="16548" y="7619"/>
                  </a:lnTo>
                  <a:lnTo>
                    <a:pt x="16548" y="0"/>
                  </a:lnTo>
                  <a:lnTo>
                    <a:pt x="47028" y="0"/>
                  </a:lnTo>
                  <a:lnTo>
                    <a:pt x="47028" y="7619"/>
                  </a:lnTo>
                  <a:close/>
                </a:path>
                <a:path w="779145" h="474979">
                  <a:moveTo>
                    <a:pt x="100368" y="7619"/>
                  </a:moveTo>
                  <a:lnTo>
                    <a:pt x="69888" y="7619"/>
                  </a:lnTo>
                  <a:lnTo>
                    <a:pt x="69888" y="0"/>
                  </a:lnTo>
                  <a:lnTo>
                    <a:pt x="100368" y="0"/>
                  </a:lnTo>
                  <a:lnTo>
                    <a:pt x="100368" y="7619"/>
                  </a:lnTo>
                  <a:close/>
                </a:path>
                <a:path w="779145" h="474979">
                  <a:moveTo>
                    <a:pt x="153708" y="7619"/>
                  </a:moveTo>
                  <a:lnTo>
                    <a:pt x="123228" y="7619"/>
                  </a:lnTo>
                  <a:lnTo>
                    <a:pt x="123228" y="0"/>
                  </a:lnTo>
                  <a:lnTo>
                    <a:pt x="153708" y="0"/>
                  </a:lnTo>
                  <a:lnTo>
                    <a:pt x="153708" y="7619"/>
                  </a:lnTo>
                  <a:close/>
                </a:path>
                <a:path w="779145" h="474979">
                  <a:moveTo>
                    <a:pt x="207048" y="7619"/>
                  </a:moveTo>
                  <a:lnTo>
                    <a:pt x="176568" y="7619"/>
                  </a:lnTo>
                  <a:lnTo>
                    <a:pt x="176568" y="0"/>
                  </a:lnTo>
                  <a:lnTo>
                    <a:pt x="207048" y="0"/>
                  </a:lnTo>
                  <a:lnTo>
                    <a:pt x="207048" y="7619"/>
                  </a:lnTo>
                  <a:close/>
                </a:path>
                <a:path w="779145" h="474979">
                  <a:moveTo>
                    <a:pt x="260388" y="7619"/>
                  </a:moveTo>
                  <a:lnTo>
                    <a:pt x="229908" y="7619"/>
                  </a:lnTo>
                  <a:lnTo>
                    <a:pt x="229908" y="0"/>
                  </a:lnTo>
                  <a:lnTo>
                    <a:pt x="260388" y="0"/>
                  </a:lnTo>
                  <a:lnTo>
                    <a:pt x="260388" y="7619"/>
                  </a:lnTo>
                  <a:close/>
                </a:path>
                <a:path w="779145" h="474979">
                  <a:moveTo>
                    <a:pt x="313728" y="7619"/>
                  </a:moveTo>
                  <a:lnTo>
                    <a:pt x="283248" y="7619"/>
                  </a:lnTo>
                  <a:lnTo>
                    <a:pt x="283248" y="0"/>
                  </a:lnTo>
                  <a:lnTo>
                    <a:pt x="313728" y="0"/>
                  </a:lnTo>
                  <a:lnTo>
                    <a:pt x="313728" y="7619"/>
                  </a:lnTo>
                  <a:close/>
                </a:path>
                <a:path w="779145" h="474979">
                  <a:moveTo>
                    <a:pt x="367068" y="7619"/>
                  </a:moveTo>
                  <a:lnTo>
                    <a:pt x="336588" y="7619"/>
                  </a:lnTo>
                  <a:lnTo>
                    <a:pt x="336588" y="0"/>
                  </a:lnTo>
                  <a:lnTo>
                    <a:pt x="367068" y="0"/>
                  </a:lnTo>
                  <a:lnTo>
                    <a:pt x="367068" y="7619"/>
                  </a:lnTo>
                  <a:close/>
                </a:path>
                <a:path w="779145" h="474979">
                  <a:moveTo>
                    <a:pt x="420408" y="7619"/>
                  </a:moveTo>
                  <a:lnTo>
                    <a:pt x="389928" y="7619"/>
                  </a:lnTo>
                  <a:lnTo>
                    <a:pt x="389928" y="0"/>
                  </a:lnTo>
                  <a:lnTo>
                    <a:pt x="420408" y="0"/>
                  </a:lnTo>
                  <a:lnTo>
                    <a:pt x="420408" y="7619"/>
                  </a:lnTo>
                  <a:close/>
                </a:path>
                <a:path w="779145" h="474979">
                  <a:moveTo>
                    <a:pt x="473748" y="7619"/>
                  </a:moveTo>
                  <a:lnTo>
                    <a:pt x="443268" y="7619"/>
                  </a:lnTo>
                  <a:lnTo>
                    <a:pt x="443268" y="0"/>
                  </a:lnTo>
                  <a:lnTo>
                    <a:pt x="473748" y="0"/>
                  </a:lnTo>
                  <a:lnTo>
                    <a:pt x="473748" y="7619"/>
                  </a:lnTo>
                  <a:close/>
                </a:path>
                <a:path w="779145" h="474979">
                  <a:moveTo>
                    <a:pt x="527088" y="7619"/>
                  </a:moveTo>
                  <a:lnTo>
                    <a:pt x="496608" y="7619"/>
                  </a:lnTo>
                  <a:lnTo>
                    <a:pt x="496608" y="0"/>
                  </a:lnTo>
                  <a:lnTo>
                    <a:pt x="527088" y="0"/>
                  </a:lnTo>
                  <a:lnTo>
                    <a:pt x="527088" y="7619"/>
                  </a:lnTo>
                  <a:close/>
                </a:path>
                <a:path w="779145" h="474979">
                  <a:moveTo>
                    <a:pt x="580428" y="7619"/>
                  </a:moveTo>
                  <a:lnTo>
                    <a:pt x="549948" y="7619"/>
                  </a:lnTo>
                  <a:lnTo>
                    <a:pt x="549948" y="0"/>
                  </a:lnTo>
                  <a:lnTo>
                    <a:pt x="580428" y="0"/>
                  </a:lnTo>
                  <a:lnTo>
                    <a:pt x="580428" y="7619"/>
                  </a:lnTo>
                  <a:close/>
                </a:path>
                <a:path w="779145" h="474979">
                  <a:moveTo>
                    <a:pt x="633768" y="7619"/>
                  </a:moveTo>
                  <a:lnTo>
                    <a:pt x="603288" y="7619"/>
                  </a:lnTo>
                  <a:lnTo>
                    <a:pt x="603288" y="0"/>
                  </a:lnTo>
                  <a:lnTo>
                    <a:pt x="633768" y="0"/>
                  </a:lnTo>
                  <a:lnTo>
                    <a:pt x="633768" y="7619"/>
                  </a:lnTo>
                  <a:close/>
                </a:path>
                <a:path w="779145" h="474979">
                  <a:moveTo>
                    <a:pt x="687108" y="7619"/>
                  </a:moveTo>
                  <a:lnTo>
                    <a:pt x="656628" y="7619"/>
                  </a:lnTo>
                  <a:lnTo>
                    <a:pt x="656628" y="0"/>
                  </a:lnTo>
                  <a:lnTo>
                    <a:pt x="687108" y="0"/>
                  </a:lnTo>
                  <a:lnTo>
                    <a:pt x="687108" y="7619"/>
                  </a:lnTo>
                  <a:close/>
                </a:path>
                <a:path w="779145" h="474979">
                  <a:moveTo>
                    <a:pt x="740448" y="7619"/>
                  </a:moveTo>
                  <a:lnTo>
                    <a:pt x="709968" y="7619"/>
                  </a:lnTo>
                  <a:lnTo>
                    <a:pt x="709968" y="0"/>
                  </a:lnTo>
                  <a:lnTo>
                    <a:pt x="740448" y="0"/>
                  </a:lnTo>
                  <a:lnTo>
                    <a:pt x="740448" y="7619"/>
                  </a:lnTo>
                  <a:close/>
                </a:path>
                <a:path w="779145" h="474979">
                  <a:moveTo>
                    <a:pt x="771245" y="7619"/>
                  </a:moveTo>
                  <a:lnTo>
                    <a:pt x="763308" y="7619"/>
                  </a:lnTo>
                  <a:lnTo>
                    <a:pt x="763308" y="0"/>
                  </a:lnTo>
                  <a:lnTo>
                    <a:pt x="778865" y="0"/>
                  </a:lnTo>
                  <a:lnTo>
                    <a:pt x="778865" y="3809"/>
                  </a:lnTo>
                  <a:lnTo>
                    <a:pt x="771245" y="3809"/>
                  </a:lnTo>
                  <a:lnTo>
                    <a:pt x="771245" y="7619"/>
                  </a:lnTo>
                  <a:close/>
                </a:path>
                <a:path w="779145" h="474979">
                  <a:moveTo>
                    <a:pt x="778865" y="22542"/>
                  </a:moveTo>
                  <a:lnTo>
                    <a:pt x="771245" y="22542"/>
                  </a:lnTo>
                  <a:lnTo>
                    <a:pt x="771245" y="3809"/>
                  </a:lnTo>
                  <a:lnTo>
                    <a:pt x="775055" y="7619"/>
                  </a:lnTo>
                  <a:lnTo>
                    <a:pt x="778865" y="7619"/>
                  </a:lnTo>
                  <a:lnTo>
                    <a:pt x="778865" y="22542"/>
                  </a:lnTo>
                  <a:close/>
                </a:path>
                <a:path w="779145" h="474979">
                  <a:moveTo>
                    <a:pt x="778865" y="7619"/>
                  </a:moveTo>
                  <a:lnTo>
                    <a:pt x="775055" y="7619"/>
                  </a:lnTo>
                  <a:lnTo>
                    <a:pt x="771245" y="3809"/>
                  </a:lnTo>
                  <a:lnTo>
                    <a:pt x="778865" y="3809"/>
                  </a:lnTo>
                  <a:lnTo>
                    <a:pt x="778865" y="7619"/>
                  </a:lnTo>
                  <a:close/>
                </a:path>
                <a:path w="779145" h="474979">
                  <a:moveTo>
                    <a:pt x="778865" y="75882"/>
                  </a:moveTo>
                  <a:lnTo>
                    <a:pt x="771245" y="75882"/>
                  </a:lnTo>
                  <a:lnTo>
                    <a:pt x="771245" y="45402"/>
                  </a:lnTo>
                  <a:lnTo>
                    <a:pt x="778865" y="45402"/>
                  </a:lnTo>
                  <a:lnTo>
                    <a:pt x="778865" y="75882"/>
                  </a:lnTo>
                  <a:close/>
                </a:path>
                <a:path w="779145" h="474979">
                  <a:moveTo>
                    <a:pt x="778865" y="129222"/>
                  </a:moveTo>
                  <a:lnTo>
                    <a:pt x="771245" y="129222"/>
                  </a:lnTo>
                  <a:lnTo>
                    <a:pt x="771245" y="98742"/>
                  </a:lnTo>
                  <a:lnTo>
                    <a:pt x="778865" y="98742"/>
                  </a:lnTo>
                  <a:lnTo>
                    <a:pt x="778865" y="129222"/>
                  </a:lnTo>
                  <a:close/>
                </a:path>
                <a:path w="779145" h="474979">
                  <a:moveTo>
                    <a:pt x="778865" y="182562"/>
                  </a:moveTo>
                  <a:lnTo>
                    <a:pt x="771245" y="182562"/>
                  </a:lnTo>
                  <a:lnTo>
                    <a:pt x="771245" y="152082"/>
                  </a:lnTo>
                  <a:lnTo>
                    <a:pt x="778865" y="152082"/>
                  </a:lnTo>
                  <a:lnTo>
                    <a:pt x="778865" y="182562"/>
                  </a:lnTo>
                  <a:close/>
                </a:path>
                <a:path w="779145" h="474979">
                  <a:moveTo>
                    <a:pt x="778865" y="235902"/>
                  </a:moveTo>
                  <a:lnTo>
                    <a:pt x="771245" y="235902"/>
                  </a:lnTo>
                  <a:lnTo>
                    <a:pt x="771245" y="205422"/>
                  </a:lnTo>
                  <a:lnTo>
                    <a:pt x="778865" y="205422"/>
                  </a:lnTo>
                  <a:lnTo>
                    <a:pt x="778865" y="235902"/>
                  </a:lnTo>
                  <a:close/>
                </a:path>
                <a:path w="779145" h="474979">
                  <a:moveTo>
                    <a:pt x="778865" y="289242"/>
                  </a:moveTo>
                  <a:lnTo>
                    <a:pt x="771245" y="289242"/>
                  </a:lnTo>
                  <a:lnTo>
                    <a:pt x="771245" y="258762"/>
                  </a:lnTo>
                  <a:lnTo>
                    <a:pt x="778865" y="258762"/>
                  </a:lnTo>
                  <a:lnTo>
                    <a:pt x="778865" y="289242"/>
                  </a:lnTo>
                  <a:close/>
                </a:path>
                <a:path w="779145" h="474979">
                  <a:moveTo>
                    <a:pt x="778865" y="342582"/>
                  </a:moveTo>
                  <a:lnTo>
                    <a:pt x="771245" y="342582"/>
                  </a:lnTo>
                  <a:lnTo>
                    <a:pt x="771245" y="312102"/>
                  </a:lnTo>
                  <a:lnTo>
                    <a:pt x="778865" y="312102"/>
                  </a:lnTo>
                  <a:lnTo>
                    <a:pt x="778865" y="342582"/>
                  </a:lnTo>
                  <a:close/>
                </a:path>
                <a:path w="779145" h="474979">
                  <a:moveTo>
                    <a:pt x="778865" y="395922"/>
                  </a:moveTo>
                  <a:lnTo>
                    <a:pt x="771245" y="395922"/>
                  </a:lnTo>
                  <a:lnTo>
                    <a:pt x="771245" y="365442"/>
                  </a:lnTo>
                  <a:lnTo>
                    <a:pt x="778865" y="365442"/>
                  </a:lnTo>
                  <a:lnTo>
                    <a:pt x="778865" y="395922"/>
                  </a:lnTo>
                  <a:close/>
                </a:path>
                <a:path w="779145" h="474979">
                  <a:moveTo>
                    <a:pt x="778865" y="449262"/>
                  </a:moveTo>
                  <a:lnTo>
                    <a:pt x="771245" y="449262"/>
                  </a:lnTo>
                  <a:lnTo>
                    <a:pt x="771245" y="418782"/>
                  </a:lnTo>
                  <a:lnTo>
                    <a:pt x="778865" y="418782"/>
                  </a:lnTo>
                  <a:lnTo>
                    <a:pt x="778865" y="449262"/>
                  </a:lnTo>
                  <a:close/>
                </a:path>
                <a:path w="779145" h="474979">
                  <a:moveTo>
                    <a:pt x="774065" y="474941"/>
                  </a:moveTo>
                  <a:lnTo>
                    <a:pt x="743585" y="474941"/>
                  </a:lnTo>
                  <a:lnTo>
                    <a:pt x="743585" y="467321"/>
                  </a:lnTo>
                  <a:lnTo>
                    <a:pt x="774065" y="467321"/>
                  </a:lnTo>
                  <a:lnTo>
                    <a:pt x="774065" y="474941"/>
                  </a:lnTo>
                  <a:close/>
                </a:path>
                <a:path w="779145" h="474979">
                  <a:moveTo>
                    <a:pt x="720725" y="474941"/>
                  </a:moveTo>
                  <a:lnTo>
                    <a:pt x="690245" y="474941"/>
                  </a:lnTo>
                  <a:lnTo>
                    <a:pt x="690245" y="467321"/>
                  </a:lnTo>
                  <a:lnTo>
                    <a:pt x="720725" y="467321"/>
                  </a:lnTo>
                  <a:lnTo>
                    <a:pt x="720725" y="474941"/>
                  </a:lnTo>
                  <a:close/>
                </a:path>
                <a:path w="779145" h="474979">
                  <a:moveTo>
                    <a:pt x="667385" y="474941"/>
                  </a:moveTo>
                  <a:lnTo>
                    <a:pt x="636905" y="474941"/>
                  </a:lnTo>
                  <a:lnTo>
                    <a:pt x="636905" y="467321"/>
                  </a:lnTo>
                  <a:lnTo>
                    <a:pt x="667385" y="467321"/>
                  </a:lnTo>
                  <a:lnTo>
                    <a:pt x="667385" y="474941"/>
                  </a:lnTo>
                  <a:close/>
                </a:path>
                <a:path w="779145" h="474979">
                  <a:moveTo>
                    <a:pt x="614045" y="474941"/>
                  </a:moveTo>
                  <a:lnTo>
                    <a:pt x="583565" y="474941"/>
                  </a:lnTo>
                  <a:lnTo>
                    <a:pt x="583565" y="467321"/>
                  </a:lnTo>
                  <a:lnTo>
                    <a:pt x="614045" y="467321"/>
                  </a:lnTo>
                  <a:lnTo>
                    <a:pt x="614045" y="474941"/>
                  </a:lnTo>
                  <a:close/>
                </a:path>
                <a:path w="779145" h="474979">
                  <a:moveTo>
                    <a:pt x="560705" y="474941"/>
                  </a:moveTo>
                  <a:lnTo>
                    <a:pt x="530225" y="474941"/>
                  </a:lnTo>
                  <a:lnTo>
                    <a:pt x="530225" y="467321"/>
                  </a:lnTo>
                  <a:lnTo>
                    <a:pt x="560705" y="467321"/>
                  </a:lnTo>
                  <a:lnTo>
                    <a:pt x="560705" y="474941"/>
                  </a:lnTo>
                  <a:close/>
                </a:path>
                <a:path w="779145" h="474979">
                  <a:moveTo>
                    <a:pt x="507365" y="474941"/>
                  </a:moveTo>
                  <a:lnTo>
                    <a:pt x="476885" y="474941"/>
                  </a:lnTo>
                  <a:lnTo>
                    <a:pt x="476885" y="467321"/>
                  </a:lnTo>
                  <a:lnTo>
                    <a:pt x="507365" y="467321"/>
                  </a:lnTo>
                  <a:lnTo>
                    <a:pt x="507365" y="474941"/>
                  </a:lnTo>
                  <a:close/>
                </a:path>
                <a:path w="779145" h="474979">
                  <a:moveTo>
                    <a:pt x="454025" y="474941"/>
                  </a:moveTo>
                  <a:lnTo>
                    <a:pt x="423545" y="474941"/>
                  </a:lnTo>
                  <a:lnTo>
                    <a:pt x="423545" y="467321"/>
                  </a:lnTo>
                  <a:lnTo>
                    <a:pt x="454025" y="467321"/>
                  </a:lnTo>
                  <a:lnTo>
                    <a:pt x="454025" y="474941"/>
                  </a:lnTo>
                  <a:close/>
                </a:path>
                <a:path w="779145" h="474979">
                  <a:moveTo>
                    <a:pt x="400685" y="474941"/>
                  </a:moveTo>
                  <a:lnTo>
                    <a:pt x="370205" y="474941"/>
                  </a:lnTo>
                  <a:lnTo>
                    <a:pt x="370205" y="467321"/>
                  </a:lnTo>
                  <a:lnTo>
                    <a:pt x="400685" y="467321"/>
                  </a:lnTo>
                  <a:lnTo>
                    <a:pt x="400685" y="474941"/>
                  </a:lnTo>
                  <a:close/>
                </a:path>
                <a:path w="779145" h="474979">
                  <a:moveTo>
                    <a:pt x="347345" y="474941"/>
                  </a:moveTo>
                  <a:lnTo>
                    <a:pt x="316865" y="474941"/>
                  </a:lnTo>
                  <a:lnTo>
                    <a:pt x="316865" y="467321"/>
                  </a:lnTo>
                  <a:lnTo>
                    <a:pt x="347345" y="467321"/>
                  </a:lnTo>
                  <a:lnTo>
                    <a:pt x="347345" y="474941"/>
                  </a:lnTo>
                  <a:close/>
                </a:path>
                <a:path w="779145" h="474979">
                  <a:moveTo>
                    <a:pt x="294005" y="474941"/>
                  </a:moveTo>
                  <a:lnTo>
                    <a:pt x="263525" y="474941"/>
                  </a:lnTo>
                  <a:lnTo>
                    <a:pt x="263525" y="467321"/>
                  </a:lnTo>
                  <a:lnTo>
                    <a:pt x="294005" y="467321"/>
                  </a:lnTo>
                  <a:lnTo>
                    <a:pt x="294005" y="474941"/>
                  </a:lnTo>
                  <a:close/>
                </a:path>
                <a:path w="779145" h="474979">
                  <a:moveTo>
                    <a:pt x="240665" y="474941"/>
                  </a:moveTo>
                  <a:lnTo>
                    <a:pt x="210185" y="474941"/>
                  </a:lnTo>
                  <a:lnTo>
                    <a:pt x="210185" y="467321"/>
                  </a:lnTo>
                  <a:lnTo>
                    <a:pt x="240665" y="467321"/>
                  </a:lnTo>
                  <a:lnTo>
                    <a:pt x="240665" y="474941"/>
                  </a:lnTo>
                  <a:close/>
                </a:path>
                <a:path w="779145" h="474979">
                  <a:moveTo>
                    <a:pt x="187325" y="474941"/>
                  </a:moveTo>
                  <a:lnTo>
                    <a:pt x="156845" y="474941"/>
                  </a:lnTo>
                  <a:lnTo>
                    <a:pt x="156845" y="467321"/>
                  </a:lnTo>
                  <a:lnTo>
                    <a:pt x="187325" y="467321"/>
                  </a:lnTo>
                  <a:lnTo>
                    <a:pt x="187325" y="474941"/>
                  </a:lnTo>
                  <a:close/>
                </a:path>
                <a:path w="779145" h="474979">
                  <a:moveTo>
                    <a:pt x="133985" y="474941"/>
                  </a:moveTo>
                  <a:lnTo>
                    <a:pt x="103505" y="474941"/>
                  </a:lnTo>
                  <a:lnTo>
                    <a:pt x="103505" y="467321"/>
                  </a:lnTo>
                  <a:lnTo>
                    <a:pt x="133985" y="467321"/>
                  </a:lnTo>
                  <a:lnTo>
                    <a:pt x="133985" y="474941"/>
                  </a:lnTo>
                  <a:close/>
                </a:path>
                <a:path w="779145" h="474979">
                  <a:moveTo>
                    <a:pt x="80645" y="474941"/>
                  </a:moveTo>
                  <a:lnTo>
                    <a:pt x="50165" y="474941"/>
                  </a:lnTo>
                  <a:lnTo>
                    <a:pt x="50165" y="467321"/>
                  </a:lnTo>
                  <a:lnTo>
                    <a:pt x="80645" y="467321"/>
                  </a:lnTo>
                  <a:lnTo>
                    <a:pt x="80645" y="47494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172200" y="3204972"/>
            <a:ext cx="2844165" cy="4679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795"/>
              </a:spcBef>
              <a:tabLst>
                <a:tab pos="1376045" algn="l"/>
                <a:tab pos="2169795" algn="l"/>
              </a:tabLst>
            </a:pPr>
            <a:r>
              <a:rPr sz="1600" spc="-10" dirty="0">
                <a:latin typeface="Times New Roman"/>
                <a:cs typeface="Times New Roman"/>
              </a:rPr>
              <a:t>Demonstrate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Search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Predict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83501" y="4025785"/>
            <a:ext cx="1172210" cy="476250"/>
            <a:chOff x="383501" y="4025785"/>
            <a:chExt cx="1172210" cy="476250"/>
          </a:xfrm>
        </p:grpSpPr>
        <p:sp>
          <p:nvSpPr>
            <p:cNvPr id="57" name="object 57"/>
            <p:cNvSpPr/>
            <p:nvPr/>
          </p:nvSpPr>
          <p:spPr>
            <a:xfrm>
              <a:off x="387096" y="4029455"/>
              <a:ext cx="1164590" cy="469900"/>
            </a:xfrm>
            <a:custGeom>
              <a:avLst/>
              <a:gdLst/>
              <a:ahLst/>
              <a:cxnLst/>
              <a:rect l="l" t="t" r="r" b="b"/>
              <a:pathLst>
                <a:path w="1164590" h="469900">
                  <a:moveTo>
                    <a:pt x="1164336" y="469391"/>
                  </a:moveTo>
                  <a:lnTo>
                    <a:pt x="0" y="469391"/>
                  </a:lnTo>
                  <a:lnTo>
                    <a:pt x="0" y="0"/>
                  </a:lnTo>
                  <a:lnTo>
                    <a:pt x="1164336" y="0"/>
                  </a:lnTo>
                  <a:lnTo>
                    <a:pt x="1164336" y="469391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501" y="4025785"/>
              <a:ext cx="1172210" cy="476250"/>
            </a:xfrm>
            <a:custGeom>
              <a:avLst/>
              <a:gdLst/>
              <a:ahLst/>
              <a:cxnLst/>
              <a:rect l="l" t="t" r="r" b="b"/>
              <a:pathLst>
                <a:path w="1172210" h="476250">
                  <a:moveTo>
                    <a:pt x="3810" y="472439"/>
                  </a:moveTo>
                  <a:lnTo>
                    <a:pt x="0" y="472439"/>
                  </a:lnTo>
                  <a:lnTo>
                    <a:pt x="0" y="441960"/>
                  </a:lnTo>
                  <a:lnTo>
                    <a:pt x="7620" y="441960"/>
                  </a:lnTo>
                  <a:lnTo>
                    <a:pt x="7620" y="468630"/>
                  </a:lnTo>
                  <a:lnTo>
                    <a:pt x="3810" y="468630"/>
                  </a:lnTo>
                  <a:lnTo>
                    <a:pt x="3810" y="472439"/>
                  </a:lnTo>
                  <a:close/>
                </a:path>
                <a:path w="1172210" h="476250">
                  <a:moveTo>
                    <a:pt x="16510" y="476250"/>
                  </a:moveTo>
                  <a:lnTo>
                    <a:pt x="3810" y="476250"/>
                  </a:lnTo>
                  <a:lnTo>
                    <a:pt x="3810" y="468630"/>
                  </a:lnTo>
                  <a:lnTo>
                    <a:pt x="7620" y="468630"/>
                  </a:lnTo>
                  <a:lnTo>
                    <a:pt x="7620" y="472439"/>
                  </a:lnTo>
                  <a:lnTo>
                    <a:pt x="16510" y="472439"/>
                  </a:lnTo>
                  <a:lnTo>
                    <a:pt x="16510" y="476250"/>
                  </a:lnTo>
                  <a:close/>
                </a:path>
                <a:path w="1172210" h="476250">
                  <a:moveTo>
                    <a:pt x="16510" y="472439"/>
                  </a:moveTo>
                  <a:lnTo>
                    <a:pt x="7620" y="472439"/>
                  </a:lnTo>
                  <a:lnTo>
                    <a:pt x="7620" y="468630"/>
                  </a:lnTo>
                  <a:lnTo>
                    <a:pt x="16510" y="468630"/>
                  </a:lnTo>
                  <a:lnTo>
                    <a:pt x="16510" y="472439"/>
                  </a:lnTo>
                  <a:close/>
                </a:path>
                <a:path w="1172210" h="476250">
                  <a:moveTo>
                    <a:pt x="7620" y="419100"/>
                  </a:moveTo>
                  <a:lnTo>
                    <a:pt x="0" y="419100"/>
                  </a:lnTo>
                  <a:lnTo>
                    <a:pt x="0" y="388620"/>
                  </a:lnTo>
                  <a:lnTo>
                    <a:pt x="7620" y="388620"/>
                  </a:lnTo>
                  <a:lnTo>
                    <a:pt x="7620" y="419100"/>
                  </a:lnTo>
                  <a:close/>
                </a:path>
                <a:path w="1172210" h="476250">
                  <a:moveTo>
                    <a:pt x="7620" y="365760"/>
                  </a:moveTo>
                  <a:lnTo>
                    <a:pt x="0" y="365760"/>
                  </a:lnTo>
                  <a:lnTo>
                    <a:pt x="0" y="335280"/>
                  </a:lnTo>
                  <a:lnTo>
                    <a:pt x="7620" y="335280"/>
                  </a:lnTo>
                  <a:lnTo>
                    <a:pt x="7620" y="365760"/>
                  </a:lnTo>
                  <a:close/>
                </a:path>
                <a:path w="1172210" h="476250">
                  <a:moveTo>
                    <a:pt x="7620" y="312420"/>
                  </a:moveTo>
                  <a:lnTo>
                    <a:pt x="0" y="312420"/>
                  </a:lnTo>
                  <a:lnTo>
                    <a:pt x="0" y="281939"/>
                  </a:lnTo>
                  <a:lnTo>
                    <a:pt x="7620" y="281939"/>
                  </a:lnTo>
                  <a:lnTo>
                    <a:pt x="7620" y="312420"/>
                  </a:lnTo>
                  <a:close/>
                </a:path>
                <a:path w="1172210" h="476250">
                  <a:moveTo>
                    <a:pt x="7620" y="259080"/>
                  </a:moveTo>
                  <a:lnTo>
                    <a:pt x="0" y="259080"/>
                  </a:lnTo>
                  <a:lnTo>
                    <a:pt x="0" y="228600"/>
                  </a:lnTo>
                  <a:lnTo>
                    <a:pt x="7620" y="228600"/>
                  </a:lnTo>
                  <a:lnTo>
                    <a:pt x="7620" y="259080"/>
                  </a:lnTo>
                  <a:close/>
                </a:path>
                <a:path w="1172210" h="476250">
                  <a:moveTo>
                    <a:pt x="7620" y="205739"/>
                  </a:moveTo>
                  <a:lnTo>
                    <a:pt x="0" y="205739"/>
                  </a:lnTo>
                  <a:lnTo>
                    <a:pt x="0" y="175260"/>
                  </a:lnTo>
                  <a:lnTo>
                    <a:pt x="7620" y="175260"/>
                  </a:lnTo>
                  <a:lnTo>
                    <a:pt x="7620" y="205739"/>
                  </a:lnTo>
                  <a:close/>
                </a:path>
                <a:path w="1172210" h="476250">
                  <a:moveTo>
                    <a:pt x="7620" y="152400"/>
                  </a:moveTo>
                  <a:lnTo>
                    <a:pt x="0" y="152400"/>
                  </a:lnTo>
                  <a:lnTo>
                    <a:pt x="0" y="121920"/>
                  </a:lnTo>
                  <a:lnTo>
                    <a:pt x="7620" y="121920"/>
                  </a:lnTo>
                  <a:lnTo>
                    <a:pt x="7620" y="152400"/>
                  </a:lnTo>
                  <a:close/>
                </a:path>
                <a:path w="1172210" h="476250">
                  <a:moveTo>
                    <a:pt x="7620" y="99060"/>
                  </a:moveTo>
                  <a:lnTo>
                    <a:pt x="0" y="99060"/>
                  </a:lnTo>
                  <a:lnTo>
                    <a:pt x="0" y="68580"/>
                  </a:lnTo>
                  <a:lnTo>
                    <a:pt x="7620" y="68580"/>
                  </a:lnTo>
                  <a:lnTo>
                    <a:pt x="7620" y="99060"/>
                  </a:lnTo>
                  <a:close/>
                </a:path>
                <a:path w="1172210" h="476250">
                  <a:moveTo>
                    <a:pt x="7620" y="45720"/>
                  </a:moveTo>
                  <a:lnTo>
                    <a:pt x="0" y="45720"/>
                  </a:lnTo>
                  <a:lnTo>
                    <a:pt x="0" y="15239"/>
                  </a:lnTo>
                  <a:lnTo>
                    <a:pt x="7620" y="15239"/>
                  </a:lnTo>
                  <a:lnTo>
                    <a:pt x="7620" y="45720"/>
                  </a:lnTo>
                  <a:close/>
                </a:path>
                <a:path w="1172210" h="476250">
                  <a:moveTo>
                    <a:pt x="45719" y="7620"/>
                  </a:moveTo>
                  <a:lnTo>
                    <a:pt x="15239" y="7620"/>
                  </a:lnTo>
                  <a:lnTo>
                    <a:pt x="15239" y="0"/>
                  </a:lnTo>
                  <a:lnTo>
                    <a:pt x="45719" y="0"/>
                  </a:lnTo>
                  <a:lnTo>
                    <a:pt x="45719" y="7620"/>
                  </a:lnTo>
                  <a:close/>
                </a:path>
                <a:path w="1172210" h="476250">
                  <a:moveTo>
                    <a:pt x="99060" y="7620"/>
                  </a:moveTo>
                  <a:lnTo>
                    <a:pt x="68580" y="7620"/>
                  </a:lnTo>
                  <a:lnTo>
                    <a:pt x="68580" y="0"/>
                  </a:lnTo>
                  <a:lnTo>
                    <a:pt x="99060" y="0"/>
                  </a:lnTo>
                  <a:lnTo>
                    <a:pt x="99060" y="7620"/>
                  </a:lnTo>
                  <a:close/>
                </a:path>
                <a:path w="1172210" h="476250">
                  <a:moveTo>
                    <a:pt x="152400" y="7620"/>
                  </a:moveTo>
                  <a:lnTo>
                    <a:pt x="121919" y="7620"/>
                  </a:lnTo>
                  <a:lnTo>
                    <a:pt x="121919" y="0"/>
                  </a:lnTo>
                  <a:lnTo>
                    <a:pt x="152400" y="0"/>
                  </a:lnTo>
                  <a:lnTo>
                    <a:pt x="152400" y="7620"/>
                  </a:lnTo>
                  <a:close/>
                </a:path>
                <a:path w="1172210" h="476250">
                  <a:moveTo>
                    <a:pt x="205740" y="7620"/>
                  </a:moveTo>
                  <a:lnTo>
                    <a:pt x="175260" y="7620"/>
                  </a:lnTo>
                  <a:lnTo>
                    <a:pt x="175260" y="0"/>
                  </a:lnTo>
                  <a:lnTo>
                    <a:pt x="205740" y="0"/>
                  </a:lnTo>
                  <a:lnTo>
                    <a:pt x="205740" y="7620"/>
                  </a:lnTo>
                  <a:close/>
                </a:path>
                <a:path w="1172210" h="476250">
                  <a:moveTo>
                    <a:pt x="259080" y="7620"/>
                  </a:moveTo>
                  <a:lnTo>
                    <a:pt x="228600" y="7620"/>
                  </a:lnTo>
                  <a:lnTo>
                    <a:pt x="228600" y="0"/>
                  </a:lnTo>
                  <a:lnTo>
                    <a:pt x="259080" y="0"/>
                  </a:lnTo>
                  <a:lnTo>
                    <a:pt x="259080" y="7620"/>
                  </a:lnTo>
                  <a:close/>
                </a:path>
                <a:path w="1172210" h="476250">
                  <a:moveTo>
                    <a:pt x="312420" y="7620"/>
                  </a:moveTo>
                  <a:lnTo>
                    <a:pt x="281940" y="7620"/>
                  </a:lnTo>
                  <a:lnTo>
                    <a:pt x="281940" y="0"/>
                  </a:lnTo>
                  <a:lnTo>
                    <a:pt x="312420" y="0"/>
                  </a:lnTo>
                  <a:lnTo>
                    <a:pt x="312420" y="7620"/>
                  </a:lnTo>
                  <a:close/>
                </a:path>
                <a:path w="1172210" h="476250">
                  <a:moveTo>
                    <a:pt x="365760" y="7620"/>
                  </a:moveTo>
                  <a:lnTo>
                    <a:pt x="335280" y="7620"/>
                  </a:lnTo>
                  <a:lnTo>
                    <a:pt x="335280" y="0"/>
                  </a:lnTo>
                  <a:lnTo>
                    <a:pt x="365760" y="0"/>
                  </a:lnTo>
                  <a:lnTo>
                    <a:pt x="365760" y="7620"/>
                  </a:lnTo>
                  <a:close/>
                </a:path>
                <a:path w="1172210" h="476250">
                  <a:moveTo>
                    <a:pt x="419100" y="7620"/>
                  </a:moveTo>
                  <a:lnTo>
                    <a:pt x="388620" y="7620"/>
                  </a:lnTo>
                  <a:lnTo>
                    <a:pt x="388620" y="0"/>
                  </a:lnTo>
                  <a:lnTo>
                    <a:pt x="419100" y="0"/>
                  </a:lnTo>
                  <a:lnTo>
                    <a:pt x="419100" y="7620"/>
                  </a:lnTo>
                  <a:close/>
                </a:path>
                <a:path w="1172210" h="476250">
                  <a:moveTo>
                    <a:pt x="472440" y="7620"/>
                  </a:moveTo>
                  <a:lnTo>
                    <a:pt x="441959" y="7620"/>
                  </a:lnTo>
                  <a:lnTo>
                    <a:pt x="441959" y="0"/>
                  </a:lnTo>
                  <a:lnTo>
                    <a:pt x="472440" y="0"/>
                  </a:lnTo>
                  <a:lnTo>
                    <a:pt x="472440" y="7620"/>
                  </a:lnTo>
                  <a:close/>
                </a:path>
                <a:path w="1172210" h="476250">
                  <a:moveTo>
                    <a:pt x="525779" y="7620"/>
                  </a:moveTo>
                  <a:lnTo>
                    <a:pt x="495300" y="7620"/>
                  </a:lnTo>
                  <a:lnTo>
                    <a:pt x="495300" y="0"/>
                  </a:lnTo>
                  <a:lnTo>
                    <a:pt x="525779" y="0"/>
                  </a:lnTo>
                  <a:lnTo>
                    <a:pt x="525779" y="7620"/>
                  </a:lnTo>
                  <a:close/>
                </a:path>
                <a:path w="1172210" h="476250">
                  <a:moveTo>
                    <a:pt x="579119" y="7620"/>
                  </a:moveTo>
                  <a:lnTo>
                    <a:pt x="548640" y="7620"/>
                  </a:lnTo>
                  <a:lnTo>
                    <a:pt x="548640" y="0"/>
                  </a:lnTo>
                  <a:lnTo>
                    <a:pt x="579119" y="0"/>
                  </a:lnTo>
                  <a:lnTo>
                    <a:pt x="579119" y="7620"/>
                  </a:lnTo>
                  <a:close/>
                </a:path>
                <a:path w="1172210" h="476250">
                  <a:moveTo>
                    <a:pt x="632460" y="7620"/>
                  </a:moveTo>
                  <a:lnTo>
                    <a:pt x="601979" y="7620"/>
                  </a:lnTo>
                  <a:lnTo>
                    <a:pt x="601979" y="0"/>
                  </a:lnTo>
                  <a:lnTo>
                    <a:pt x="632460" y="0"/>
                  </a:lnTo>
                  <a:lnTo>
                    <a:pt x="632460" y="7620"/>
                  </a:lnTo>
                  <a:close/>
                </a:path>
                <a:path w="1172210" h="476250">
                  <a:moveTo>
                    <a:pt x="685800" y="7620"/>
                  </a:moveTo>
                  <a:lnTo>
                    <a:pt x="655319" y="7620"/>
                  </a:lnTo>
                  <a:lnTo>
                    <a:pt x="655319" y="0"/>
                  </a:lnTo>
                  <a:lnTo>
                    <a:pt x="685800" y="0"/>
                  </a:lnTo>
                  <a:lnTo>
                    <a:pt x="685800" y="7620"/>
                  </a:lnTo>
                  <a:close/>
                </a:path>
                <a:path w="1172210" h="476250">
                  <a:moveTo>
                    <a:pt x="739140" y="7620"/>
                  </a:moveTo>
                  <a:lnTo>
                    <a:pt x="708660" y="7620"/>
                  </a:lnTo>
                  <a:lnTo>
                    <a:pt x="708660" y="0"/>
                  </a:lnTo>
                  <a:lnTo>
                    <a:pt x="739140" y="0"/>
                  </a:lnTo>
                  <a:lnTo>
                    <a:pt x="739140" y="7620"/>
                  </a:lnTo>
                  <a:close/>
                </a:path>
                <a:path w="1172210" h="476250">
                  <a:moveTo>
                    <a:pt x="792479" y="7620"/>
                  </a:moveTo>
                  <a:lnTo>
                    <a:pt x="762000" y="7620"/>
                  </a:lnTo>
                  <a:lnTo>
                    <a:pt x="762000" y="0"/>
                  </a:lnTo>
                  <a:lnTo>
                    <a:pt x="792479" y="0"/>
                  </a:lnTo>
                  <a:lnTo>
                    <a:pt x="792479" y="7620"/>
                  </a:lnTo>
                  <a:close/>
                </a:path>
                <a:path w="1172210" h="476250">
                  <a:moveTo>
                    <a:pt x="845819" y="7620"/>
                  </a:moveTo>
                  <a:lnTo>
                    <a:pt x="815340" y="7620"/>
                  </a:lnTo>
                  <a:lnTo>
                    <a:pt x="815340" y="0"/>
                  </a:lnTo>
                  <a:lnTo>
                    <a:pt x="845819" y="0"/>
                  </a:lnTo>
                  <a:lnTo>
                    <a:pt x="845819" y="7620"/>
                  </a:lnTo>
                  <a:close/>
                </a:path>
                <a:path w="1172210" h="476250">
                  <a:moveTo>
                    <a:pt x="899160" y="7620"/>
                  </a:moveTo>
                  <a:lnTo>
                    <a:pt x="868679" y="7620"/>
                  </a:lnTo>
                  <a:lnTo>
                    <a:pt x="868679" y="0"/>
                  </a:lnTo>
                  <a:lnTo>
                    <a:pt x="899160" y="0"/>
                  </a:lnTo>
                  <a:lnTo>
                    <a:pt x="899160" y="7620"/>
                  </a:lnTo>
                  <a:close/>
                </a:path>
                <a:path w="1172210" h="476250">
                  <a:moveTo>
                    <a:pt x="952500" y="7620"/>
                  </a:moveTo>
                  <a:lnTo>
                    <a:pt x="922019" y="7620"/>
                  </a:lnTo>
                  <a:lnTo>
                    <a:pt x="922019" y="0"/>
                  </a:lnTo>
                  <a:lnTo>
                    <a:pt x="952500" y="0"/>
                  </a:lnTo>
                  <a:lnTo>
                    <a:pt x="952500" y="7620"/>
                  </a:lnTo>
                  <a:close/>
                </a:path>
                <a:path w="1172210" h="476250">
                  <a:moveTo>
                    <a:pt x="1005840" y="7620"/>
                  </a:moveTo>
                  <a:lnTo>
                    <a:pt x="975360" y="7620"/>
                  </a:lnTo>
                  <a:lnTo>
                    <a:pt x="975360" y="0"/>
                  </a:lnTo>
                  <a:lnTo>
                    <a:pt x="1005840" y="0"/>
                  </a:lnTo>
                  <a:lnTo>
                    <a:pt x="1005840" y="7620"/>
                  </a:lnTo>
                  <a:close/>
                </a:path>
                <a:path w="1172210" h="476250">
                  <a:moveTo>
                    <a:pt x="1059180" y="7620"/>
                  </a:moveTo>
                  <a:lnTo>
                    <a:pt x="1028700" y="7620"/>
                  </a:lnTo>
                  <a:lnTo>
                    <a:pt x="1028700" y="0"/>
                  </a:lnTo>
                  <a:lnTo>
                    <a:pt x="1059180" y="0"/>
                  </a:lnTo>
                  <a:lnTo>
                    <a:pt x="1059180" y="7620"/>
                  </a:lnTo>
                  <a:close/>
                </a:path>
                <a:path w="1172210" h="476250">
                  <a:moveTo>
                    <a:pt x="1112520" y="7620"/>
                  </a:moveTo>
                  <a:lnTo>
                    <a:pt x="1082040" y="7620"/>
                  </a:lnTo>
                  <a:lnTo>
                    <a:pt x="1082040" y="0"/>
                  </a:lnTo>
                  <a:lnTo>
                    <a:pt x="1112520" y="0"/>
                  </a:lnTo>
                  <a:lnTo>
                    <a:pt x="1112520" y="7620"/>
                  </a:lnTo>
                  <a:close/>
                </a:path>
                <a:path w="1172210" h="476250">
                  <a:moveTo>
                    <a:pt x="1165860" y="7620"/>
                  </a:moveTo>
                  <a:lnTo>
                    <a:pt x="1135380" y="7620"/>
                  </a:lnTo>
                  <a:lnTo>
                    <a:pt x="1135380" y="0"/>
                  </a:lnTo>
                  <a:lnTo>
                    <a:pt x="1165860" y="0"/>
                  </a:lnTo>
                  <a:lnTo>
                    <a:pt x="1165860" y="7620"/>
                  </a:lnTo>
                  <a:close/>
                </a:path>
                <a:path w="1172210" h="476250">
                  <a:moveTo>
                    <a:pt x="1172210" y="54610"/>
                  </a:moveTo>
                  <a:lnTo>
                    <a:pt x="1164590" y="54610"/>
                  </a:lnTo>
                  <a:lnTo>
                    <a:pt x="1164590" y="24130"/>
                  </a:lnTo>
                  <a:lnTo>
                    <a:pt x="1172210" y="24130"/>
                  </a:lnTo>
                  <a:lnTo>
                    <a:pt x="1172210" y="54610"/>
                  </a:lnTo>
                  <a:close/>
                </a:path>
                <a:path w="1172210" h="476250">
                  <a:moveTo>
                    <a:pt x="1172210" y="107950"/>
                  </a:moveTo>
                  <a:lnTo>
                    <a:pt x="1164590" y="107950"/>
                  </a:lnTo>
                  <a:lnTo>
                    <a:pt x="1164590" y="77470"/>
                  </a:lnTo>
                  <a:lnTo>
                    <a:pt x="1172210" y="77470"/>
                  </a:lnTo>
                  <a:lnTo>
                    <a:pt x="1172210" y="107950"/>
                  </a:lnTo>
                  <a:close/>
                </a:path>
                <a:path w="1172210" h="476250">
                  <a:moveTo>
                    <a:pt x="1172210" y="161289"/>
                  </a:moveTo>
                  <a:lnTo>
                    <a:pt x="1164590" y="161289"/>
                  </a:lnTo>
                  <a:lnTo>
                    <a:pt x="1164590" y="130810"/>
                  </a:lnTo>
                  <a:lnTo>
                    <a:pt x="1172210" y="130810"/>
                  </a:lnTo>
                  <a:lnTo>
                    <a:pt x="1172210" y="161289"/>
                  </a:lnTo>
                  <a:close/>
                </a:path>
                <a:path w="1172210" h="476250">
                  <a:moveTo>
                    <a:pt x="1172210" y="214630"/>
                  </a:moveTo>
                  <a:lnTo>
                    <a:pt x="1164590" y="214630"/>
                  </a:lnTo>
                  <a:lnTo>
                    <a:pt x="1164590" y="184150"/>
                  </a:lnTo>
                  <a:lnTo>
                    <a:pt x="1172210" y="184150"/>
                  </a:lnTo>
                  <a:lnTo>
                    <a:pt x="1172210" y="214630"/>
                  </a:lnTo>
                  <a:close/>
                </a:path>
                <a:path w="1172210" h="476250">
                  <a:moveTo>
                    <a:pt x="1172210" y="267970"/>
                  </a:moveTo>
                  <a:lnTo>
                    <a:pt x="1164590" y="267970"/>
                  </a:lnTo>
                  <a:lnTo>
                    <a:pt x="1164590" y="237489"/>
                  </a:lnTo>
                  <a:lnTo>
                    <a:pt x="1172210" y="237489"/>
                  </a:lnTo>
                  <a:lnTo>
                    <a:pt x="1172210" y="267970"/>
                  </a:lnTo>
                  <a:close/>
                </a:path>
                <a:path w="1172210" h="476250">
                  <a:moveTo>
                    <a:pt x="1172210" y="321310"/>
                  </a:moveTo>
                  <a:lnTo>
                    <a:pt x="1164590" y="321310"/>
                  </a:lnTo>
                  <a:lnTo>
                    <a:pt x="1164590" y="290830"/>
                  </a:lnTo>
                  <a:lnTo>
                    <a:pt x="1172210" y="290830"/>
                  </a:lnTo>
                  <a:lnTo>
                    <a:pt x="1172210" y="321310"/>
                  </a:lnTo>
                  <a:close/>
                </a:path>
                <a:path w="1172210" h="476250">
                  <a:moveTo>
                    <a:pt x="1172210" y="374650"/>
                  </a:moveTo>
                  <a:lnTo>
                    <a:pt x="1164590" y="374650"/>
                  </a:lnTo>
                  <a:lnTo>
                    <a:pt x="1164590" y="344170"/>
                  </a:lnTo>
                  <a:lnTo>
                    <a:pt x="1172210" y="344170"/>
                  </a:lnTo>
                  <a:lnTo>
                    <a:pt x="1172210" y="374650"/>
                  </a:lnTo>
                  <a:close/>
                </a:path>
                <a:path w="1172210" h="476250">
                  <a:moveTo>
                    <a:pt x="1172210" y="427989"/>
                  </a:moveTo>
                  <a:lnTo>
                    <a:pt x="1164590" y="427989"/>
                  </a:lnTo>
                  <a:lnTo>
                    <a:pt x="1164590" y="397510"/>
                  </a:lnTo>
                  <a:lnTo>
                    <a:pt x="1172210" y="397510"/>
                  </a:lnTo>
                  <a:lnTo>
                    <a:pt x="1172210" y="427989"/>
                  </a:lnTo>
                  <a:close/>
                </a:path>
                <a:path w="1172210" h="476250">
                  <a:moveTo>
                    <a:pt x="1164590" y="472439"/>
                  </a:moveTo>
                  <a:lnTo>
                    <a:pt x="1164590" y="450850"/>
                  </a:lnTo>
                  <a:lnTo>
                    <a:pt x="1172210" y="450850"/>
                  </a:lnTo>
                  <a:lnTo>
                    <a:pt x="1172210" y="468630"/>
                  </a:lnTo>
                  <a:lnTo>
                    <a:pt x="1168400" y="468630"/>
                  </a:lnTo>
                  <a:lnTo>
                    <a:pt x="1164590" y="472439"/>
                  </a:lnTo>
                  <a:close/>
                </a:path>
                <a:path w="1172210" h="476250">
                  <a:moveTo>
                    <a:pt x="1172210" y="476250"/>
                  </a:moveTo>
                  <a:lnTo>
                    <a:pt x="1159510" y="476250"/>
                  </a:lnTo>
                  <a:lnTo>
                    <a:pt x="1159510" y="468630"/>
                  </a:lnTo>
                  <a:lnTo>
                    <a:pt x="1164590" y="468630"/>
                  </a:lnTo>
                  <a:lnTo>
                    <a:pt x="1164590" y="472439"/>
                  </a:lnTo>
                  <a:lnTo>
                    <a:pt x="1172210" y="472439"/>
                  </a:lnTo>
                  <a:lnTo>
                    <a:pt x="1172210" y="476250"/>
                  </a:lnTo>
                  <a:close/>
                </a:path>
                <a:path w="1172210" h="476250">
                  <a:moveTo>
                    <a:pt x="1172210" y="472439"/>
                  </a:moveTo>
                  <a:lnTo>
                    <a:pt x="1164590" y="472439"/>
                  </a:lnTo>
                  <a:lnTo>
                    <a:pt x="1168400" y="468630"/>
                  </a:lnTo>
                  <a:lnTo>
                    <a:pt x="1172210" y="468630"/>
                  </a:lnTo>
                  <a:lnTo>
                    <a:pt x="1172210" y="472439"/>
                  </a:lnTo>
                  <a:close/>
                </a:path>
                <a:path w="1172210" h="476250">
                  <a:moveTo>
                    <a:pt x="1136650" y="476250"/>
                  </a:moveTo>
                  <a:lnTo>
                    <a:pt x="1106170" y="476250"/>
                  </a:lnTo>
                  <a:lnTo>
                    <a:pt x="1106170" y="468630"/>
                  </a:lnTo>
                  <a:lnTo>
                    <a:pt x="1136650" y="468630"/>
                  </a:lnTo>
                  <a:lnTo>
                    <a:pt x="1136650" y="476250"/>
                  </a:lnTo>
                  <a:close/>
                </a:path>
                <a:path w="1172210" h="476250">
                  <a:moveTo>
                    <a:pt x="1083310" y="476250"/>
                  </a:moveTo>
                  <a:lnTo>
                    <a:pt x="1052830" y="476250"/>
                  </a:lnTo>
                  <a:lnTo>
                    <a:pt x="1052830" y="468630"/>
                  </a:lnTo>
                  <a:lnTo>
                    <a:pt x="1083310" y="468630"/>
                  </a:lnTo>
                  <a:lnTo>
                    <a:pt x="1083310" y="476250"/>
                  </a:lnTo>
                  <a:close/>
                </a:path>
                <a:path w="1172210" h="476250">
                  <a:moveTo>
                    <a:pt x="1029969" y="476250"/>
                  </a:moveTo>
                  <a:lnTo>
                    <a:pt x="999490" y="476250"/>
                  </a:lnTo>
                  <a:lnTo>
                    <a:pt x="999490" y="468630"/>
                  </a:lnTo>
                  <a:lnTo>
                    <a:pt x="1029969" y="468630"/>
                  </a:lnTo>
                  <a:lnTo>
                    <a:pt x="1029969" y="476250"/>
                  </a:lnTo>
                  <a:close/>
                </a:path>
                <a:path w="1172210" h="476250">
                  <a:moveTo>
                    <a:pt x="976629" y="476250"/>
                  </a:moveTo>
                  <a:lnTo>
                    <a:pt x="946150" y="476250"/>
                  </a:lnTo>
                  <a:lnTo>
                    <a:pt x="946150" y="468630"/>
                  </a:lnTo>
                  <a:lnTo>
                    <a:pt x="976629" y="468630"/>
                  </a:lnTo>
                  <a:lnTo>
                    <a:pt x="976629" y="476250"/>
                  </a:lnTo>
                  <a:close/>
                </a:path>
                <a:path w="1172210" h="476250">
                  <a:moveTo>
                    <a:pt x="923290" y="476250"/>
                  </a:moveTo>
                  <a:lnTo>
                    <a:pt x="892810" y="476250"/>
                  </a:lnTo>
                  <a:lnTo>
                    <a:pt x="892810" y="468630"/>
                  </a:lnTo>
                  <a:lnTo>
                    <a:pt x="923290" y="468630"/>
                  </a:lnTo>
                  <a:lnTo>
                    <a:pt x="923290" y="476250"/>
                  </a:lnTo>
                  <a:close/>
                </a:path>
                <a:path w="1172210" h="476250">
                  <a:moveTo>
                    <a:pt x="869950" y="476250"/>
                  </a:moveTo>
                  <a:lnTo>
                    <a:pt x="839469" y="476250"/>
                  </a:lnTo>
                  <a:lnTo>
                    <a:pt x="839469" y="468630"/>
                  </a:lnTo>
                  <a:lnTo>
                    <a:pt x="869950" y="468630"/>
                  </a:lnTo>
                  <a:lnTo>
                    <a:pt x="869950" y="476250"/>
                  </a:lnTo>
                  <a:close/>
                </a:path>
                <a:path w="1172210" h="476250">
                  <a:moveTo>
                    <a:pt x="816610" y="476250"/>
                  </a:moveTo>
                  <a:lnTo>
                    <a:pt x="786129" y="476250"/>
                  </a:lnTo>
                  <a:lnTo>
                    <a:pt x="786129" y="468630"/>
                  </a:lnTo>
                  <a:lnTo>
                    <a:pt x="816610" y="468630"/>
                  </a:lnTo>
                  <a:lnTo>
                    <a:pt x="816610" y="476250"/>
                  </a:lnTo>
                  <a:close/>
                </a:path>
                <a:path w="1172210" h="476250">
                  <a:moveTo>
                    <a:pt x="763269" y="476250"/>
                  </a:moveTo>
                  <a:lnTo>
                    <a:pt x="732790" y="476250"/>
                  </a:lnTo>
                  <a:lnTo>
                    <a:pt x="732790" y="468630"/>
                  </a:lnTo>
                  <a:lnTo>
                    <a:pt x="763269" y="468630"/>
                  </a:lnTo>
                  <a:lnTo>
                    <a:pt x="763269" y="476250"/>
                  </a:lnTo>
                  <a:close/>
                </a:path>
                <a:path w="1172210" h="476250">
                  <a:moveTo>
                    <a:pt x="709929" y="476250"/>
                  </a:moveTo>
                  <a:lnTo>
                    <a:pt x="679450" y="476250"/>
                  </a:lnTo>
                  <a:lnTo>
                    <a:pt x="679450" y="468630"/>
                  </a:lnTo>
                  <a:lnTo>
                    <a:pt x="709929" y="468630"/>
                  </a:lnTo>
                  <a:lnTo>
                    <a:pt x="709929" y="476250"/>
                  </a:lnTo>
                  <a:close/>
                </a:path>
                <a:path w="1172210" h="476250">
                  <a:moveTo>
                    <a:pt x="656590" y="476250"/>
                  </a:moveTo>
                  <a:lnTo>
                    <a:pt x="626110" y="476250"/>
                  </a:lnTo>
                  <a:lnTo>
                    <a:pt x="626110" y="468630"/>
                  </a:lnTo>
                  <a:lnTo>
                    <a:pt x="656590" y="468630"/>
                  </a:lnTo>
                  <a:lnTo>
                    <a:pt x="656590" y="476250"/>
                  </a:lnTo>
                  <a:close/>
                </a:path>
                <a:path w="1172210" h="476250">
                  <a:moveTo>
                    <a:pt x="603250" y="476250"/>
                  </a:moveTo>
                  <a:lnTo>
                    <a:pt x="572769" y="476250"/>
                  </a:lnTo>
                  <a:lnTo>
                    <a:pt x="572769" y="468630"/>
                  </a:lnTo>
                  <a:lnTo>
                    <a:pt x="603250" y="468630"/>
                  </a:lnTo>
                  <a:lnTo>
                    <a:pt x="603250" y="476250"/>
                  </a:lnTo>
                  <a:close/>
                </a:path>
                <a:path w="1172210" h="476250">
                  <a:moveTo>
                    <a:pt x="549910" y="476250"/>
                  </a:moveTo>
                  <a:lnTo>
                    <a:pt x="519429" y="476250"/>
                  </a:lnTo>
                  <a:lnTo>
                    <a:pt x="519429" y="468630"/>
                  </a:lnTo>
                  <a:lnTo>
                    <a:pt x="549910" y="468630"/>
                  </a:lnTo>
                  <a:lnTo>
                    <a:pt x="549910" y="476250"/>
                  </a:lnTo>
                  <a:close/>
                </a:path>
                <a:path w="1172210" h="476250">
                  <a:moveTo>
                    <a:pt x="496569" y="476250"/>
                  </a:moveTo>
                  <a:lnTo>
                    <a:pt x="466090" y="476250"/>
                  </a:lnTo>
                  <a:lnTo>
                    <a:pt x="466090" y="468630"/>
                  </a:lnTo>
                  <a:lnTo>
                    <a:pt x="496569" y="468630"/>
                  </a:lnTo>
                  <a:lnTo>
                    <a:pt x="496569" y="476250"/>
                  </a:lnTo>
                  <a:close/>
                </a:path>
                <a:path w="1172210" h="476250">
                  <a:moveTo>
                    <a:pt x="443229" y="476250"/>
                  </a:moveTo>
                  <a:lnTo>
                    <a:pt x="412750" y="476250"/>
                  </a:lnTo>
                  <a:lnTo>
                    <a:pt x="412750" y="468630"/>
                  </a:lnTo>
                  <a:lnTo>
                    <a:pt x="443229" y="468630"/>
                  </a:lnTo>
                  <a:lnTo>
                    <a:pt x="443229" y="476250"/>
                  </a:lnTo>
                  <a:close/>
                </a:path>
                <a:path w="1172210" h="476250">
                  <a:moveTo>
                    <a:pt x="389890" y="476250"/>
                  </a:moveTo>
                  <a:lnTo>
                    <a:pt x="359410" y="476250"/>
                  </a:lnTo>
                  <a:lnTo>
                    <a:pt x="359410" y="468630"/>
                  </a:lnTo>
                  <a:lnTo>
                    <a:pt x="389890" y="468630"/>
                  </a:lnTo>
                  <a:lnTo>
                    <a:pt x="389890" y="476250"/>
                  </a:lnTo>
                  <a:close/>
                </a:path>
                <a:path w="1172210" h="476250">
                  <a:moveTo>
                    <a:pt x="336550" y="476250"/>
                  </a:moveTo>
                  <a:lnTo>
                    <a:pt x="306070" y="476250"/>
                  </a:lnTo>
                  <a:lnTo>
                    <a:pt x="306070" y="468630"/>
                  </a:lnTo>
                  <a:lnTo>
                    <a:pt x="336550" y="468630"/>
                  </a:lnTo>
                  <a:lnTo>
                    <a:pt x="336550" y="476250"/>
                  </a:lnTo>
                  <a:close/>
                </a:path>
                <a:path w="1172210" h="476250">
                  <a:moveTo>
                    <a:pt x="283210" y="476250"/>
                  </a:moveTo>
                  <a:lnTo>
                    <a:pt x="252730" y="476250"/>
                  </a:lnTo>
                  <a:lnTo>
                    <a:pt x="252730" y="468630"/>
                  </a:lnTo>
                  <a:lnTo>
                    <a:pt x="283210" y="468630"/>
                  </a:lnTo>
                  <a:lnTo>
                    <a:pt x="283210" y="476250"/>
                  </a:lnTo>
                  <a:close/>
                </a:path>
                <a:path w="1172210" h="476250">
                  <a:moveTo>
                    <a:pt x="229869" y="476250"/>
                  </a:moveTo>
                  <a:lnTo>
                    <a:pt x="199390" y="476250"/>
                  </a:lnTo>
                  <a:lnTo>
                    <a:pt x="199390" y="468630"/>
                  </a:lnTo>
                  <a:lnTo>
                    <a:pt x="229869" y="468630"/>
                  </a:lnTo>
                  <a:lnTo>
                    <a:pt x="229869" y="476250"/>
                  </a:lnTo>
                  <a:close/>
                </a:path>
                <a:path w="1172210" h="476250">
                  <a:moveTo>
                    <a:pt x="176530" y="476250"/>
                  </a:moveTo>
                  <a:lnTo>
                    <a:pt x="146050" y="476250"/>
                  </a:lnTo>
                  <a:lnTo>
                    <a:pt x="146050" y="468630"/>
                  </a:lnTo>
                  <a:lnTo>
                    <a:pt x="176530" y="468630"/>
                  </a:lnTo>
                  <a:lnTo>
                    <a:pt x="176530" y="476250"/>
                  </a:lnTo>
                  <a:close/>
                </a:path>
                <a:path w="1172210" h="476250">
                  <a:moveTo>
                    <a:pt x="123189" y="476250"/>
                  </a:moveTo>
                  <a:lnTo>
                    <a:pt x="92710" y="476250"/>
                  </a:lnTo>
                  <a:lnTo>
                    <a:pt x="92710" y="468630"/>
                  </a:lnTo>
                  <a:lnTo>
                    <a:pt x="123189" y="468630"/>
                  </a:lnTo>
                  <a:lnTo>
                    <a:pt x="123189" y="476250"/>
                  </a:lnTo>
                  <a:close/>
                </a:path>
                <a:path w="1172210" h="476250">
                  <a:moveTo>
                    <a:pt x="69850" y="476250"/>
                  </a:moveTo>
                  <a:lnTo>
                    <a:pt x="39369" y="476250"/>
                  </a:lnTo>
                  <a:lnTo>
                    <a:pt x="39369" y="468630"/>
                  </a:lnTo>
                  <a:lnTo>
                    <a:pt x="69850" y="468630"/>
                  </a:lnTo>
                  <a:lnTo>
                    <a:pt x="69850" y="47625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87095" y="4029455"/>
            <a:ext cx="1164590" cy="4699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Times New Roman"/>
                <a:cs typeface="Times New Roman"/>
              </a:rPr>
              <a:t>Retrieve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264448" y="4846815"/>
            <a:ext cx="1172210" cy="476250"/>
            <a:chOff x="2264448" y="4846815"/>
            <a:chExt cx="1172210" cy="476250"/>
          </a:xfrm>
        </p:grpSpPr>
        <p:sp>
          <p:nvSpPr>
            <p:cNvPr id="61" name="object 61"/>
            <p:cNvSpPr/>
            <p:nvPr/>
          </p:nvSpPr>
          <p:spPr>
            <a:xfrm>
              <a:off x="2267711" y="4850892"/>
              <a:ext cx="1165860" cy="467995"/>
            </a:xfrm>
            <a:custGeom>
              <a:avLst/>
              <a:gdLst/>
              <a:ahLst/>
              <a:cxnLst/>
              <a:rect l="l" t="t" r="r" b="b"/>
              <a:pathLst>
                <a:path w="1165860" h="467995">
                  <a:moveTo>
                    <a:pt x="1165860" y="467867"/>
                  </a:moveTo>
                  <a:lnTo>
                    <a:pt x="0" y="467867"/>
                  </a:lnTo>
                  <a:lnTo>
                    <a:pt x="0" y="0"/>
                  </a:lnTo>
                  <a:lnTo>
                    <a:pt x="1165860" y="0"/>
                  </a:lnTo>
                  <a:lnTo>
                    <a:pt x="1165860" y="467867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264448" y="4846815"/>
              <a:ext cx="1172210" cy="476250"/>
            </a:xfrm>
            <a:custGeom>
              <a:avLst/>
              <a:gdLst/>
              <a:ahLst/>
              <a:cxnLst/>
              <a:rect l="l" t="t" r="r" b="b"/>
              <a:pathLst>
                <a:path w="1172210" h="476250">
                  <a:moveTo>
                    <a:pt x="3810" y="472439"/>
                  </a:moveTo>
                  <a:lnTo>
                    <a:pt x="0" y="472439"/>
                  </a:lnTo>
                  <a:lnTo>
                    <a:pt x="0" y="441960"/>
                  </a:lnTo>
                  <a:lnTo>
                    <a:pt x="7619" y="441960"/>
                  </a:lnTo>
                  <a:lnTo>
                    <a:pt x="7619" y="468629"/>
                  </a:lnTo>
                  <a:lnTo>
                    <a:pt x="3810" y="468629"/>
                  </a:lnTo>
                  <a:lnTo>
                    <a:pt x="3810" y="472439"/>
                  </a:lnTo>
                  <a:close/>
                </a:path>
                <a:path w="1172210" h="476250">
                  <a:moveTo>
                    <a:pt x="16510" y="476250"/>
                  </a:moveTo>
                  <a:lnTo>
                    <a:pt x="3810" y="476250"/>
                  </a:lnTo>
                  <a:lnTo>
                    <a:pt x="3810" y="468629"/>
                  </a:lnTo>
                  <a:lnTo>
                    <a:pt x="7619" y="468629"/>
                  </a:lnTo>
                  <a:lnTo>
                    <a:pt x="7619" y="472439"/>
                  </a:lnTo>
                  <a:lnTo>
                    <a:pt x="16510" y="472439"/>
                  </a:lnTo>
                  <a:lnTo>
                    <a:pt x="16510" y="476250"/>
                  </a:lnTo>
                  <a:close/>
                </a:path>
                <a:path w="1172210" h="476250">
                  <a:moveTo>
                    <a:pt x="16510" y="472439"/>
                  </a:moveTo>
                  <a:lnTo>
                    <a:pt x="7619" y="472439"/>
                  </a:lnTo>
                  <a:lnTo>
                    <a:pt x="7619" y="468629"/>
                  </a:lnTo>
                  <a:lnTo>
                    <a:pt x="16510" y="468629"/>
                  </a:lnTo>
                  <a:lnTo>
                    <a:pt x="16510" y="472439"/>
                  </a:lnTo>
                  <a:close/>
                </a:path>
                <a:path w="1172210" h="476250">
                  <a:moveTo>
                    <a:pt x="7619" y="419100"/>
                  </a:moveTo>
                  <a:lnTo>
                    <a:pt x="0" y="419100"/>
                  </a:lnTo>
                  <a:lnTo>
                    <a:pt x="0" y="388619"/>
                  </a:lnTo>
                  <a:lnTo>
                    <a:pt x="7619" y="388619"/>
                  </a:lnTo>
                  <a:lnTo>
                    <a:pt x="7619" y="419100"/>
                  </a:lnTo>
                  <a:close/>
                </a:path>
                <a:path w="1172210" h="476250">
                  <a:moveTo>
                    <a:pt x="7619" y="365760"/>
                  </a:moveTo>
                  <a:lnTo>
                    <a:pt x="0" y="365760"/>
                  </a:lnTo>
                  <a:lnTo>
                    <a:pt x="0" y="335279"/>
                  </a:lnTo>
                  <a:lnTo>
                    <a:pt x="7619" y="335279"/>
                  </a:lnTo>
                  <a:lnTo>
                    <a:pt x="7619" y="365760"/>
                  </a:lnTo>
                  <a:close/>
                </a:path>
                <a:path w="1172210" h="476250">
                  <a:moveTo>
                    <a:pt x="7619" y="312419"/>
                  </a:moveTo>
                  <a:lnTo>
                    <a:pt x="0" y="312419"/>
                  </a:lnTo>
                  <a:lnTo>
                    <a:pt x="0" y="281939"/>
                  </a:lnTo>
                  <a:lnTo>
                    <a:pt x="7619" y="281939"/>
                  </a:lnTo>
                  <a:lnTo>
                    <a:pt x="7619" y="312419"/>
                  </a:lnTo>
                  <a:close/>
                </a:path>
                <a:path w="1172210" h="476250">
                  <a:moveTo>
                    <a:pt x="7619" y="259079"/>
                  </a:moveTo>
                  <a:lnTo>
                    <a:pt x="0" y="259079"/>
                  </a:lnTo>
                  <a:lnTo>
                    <a:pt x="0" y="228600"/>
                  </a:lnTo>
                  <a:lnTo>
                    <a:pt x="7619" y="228600"/>
                  </a:lnTo>
                  <a:lnTo>
                    <a:pt x="7619" y="259079"/>
                  </a:lnTo>
                  <a:close/>
                </a:path>
                <a:path w="1172210" h="476250">
                  <a:moveTo>
                    <a:pt x="7619" y="205739"/>
                  </a:moveTo>
                  <a:lnTo>
                    <a:pt x="0" y="205739"/>
                  </a:lnTo>
                  <a:lnTo>
                    <a:pt x="0" y="175260"/>
                  </a:lnTo>
                  <a:lnTo>
                    <a:pt x="7619" y="175260"/>
                  </a:lnTo>
                  <a:lnTo>
                    <a:pt x="7619" y="205739"/>
                  </a:lnTo>
                  <a:close/>
                </a:path>
                <a:path w="1172210" h="476250">
                  <a:moveTo>
                    <a:pt x="7619" y="152400"/>
                  </a:moveTo>
                  <a:lnTo>
                    <a:pt x="0" y="152400"/>
                  </a:lnTo>
                  <a:lnTo>
                    <a:pt x="0" y="121919"/>
                  </a:lnTo>
                  <a:lnTo>
                    <a:pt x="7619" y="121919"/>
                  </a:lnTo>
                  <a:lnTo>
                    <a:pt x="7619" y="152400"/>
                  </a:lnTo>
                  <a:close/>
                </a:path>
                <a:path w="1172210" h="476250">
                  <a:moveTo>
                    <a:pt x="7619" y="99060"/>
                  </a:moveTo>
                  <a:lnTo>
                    <a:pt x="0" y="99060"/>
                  </a:lnTo>
                  <a:lnTo>
                    <a:pt x="0" y="68579"/>
                  </a:lnTo>
                  <a:lnTo>
                    <a:pt x="7619" y="68579"/>
                  </a:lnTo>
                  <a:lnTo>
                    <a:pt x="7619" y="99060"/>
                  </a:lnTo>
                  <a:close/>
                </a:path>
                <a:path w="1172210" h="476250">
                  <a:moveTo>
                    <a:pt x="7619" y="45719"/>
                  </a:moveTo>
                  <a:lnTo>
                    <a:pt x="0" y="45719"/>
                  </a:lnTo>
                  <a:lnTo>
                    <a:pt x="0" y="15239"/>
                  </a:lnTo>
                  <a:lnTo>
                    <a:pt x="7619" y="15239"/>
                  </a:lnTo>
                  <a:lnTo>
                    <a:pt x="7619" y="45719"/>
                  </a:lnTo>
                  <a:close/>
                </a:path>
                <a:path w="1172210" h="476250">
                  <a:moveTo>
                    <a:pt x="45719" y="7619"/>
                  </a:moveTo>
                  <a:lnTo>
                    <a:pt x="15239" y="7619"/>
                  </a:lnTo>
                  <a:lnTo>
                    <a:pt x="15239" y="0"/>
                  </a:lnTo>
                  <a:lnTo>
                    <a:pt x="45719" y="0"/>
                  </a:lnTo>
                  <a:lnTo>
                    <a:pt x="45719" y="7619"/>
                  </a:lnTo>
                  <a:close/>
                </a:path>
                <a:path w="1172210" h="476250">
                  <a:moveTo>
                    <a:pt x="99060" y="7619"/>
                  </a:moveTo>
                  <a:lnTo>
                    <a:pt x="68580" y="7619"/>
                  </a:lnTo>
                  <a:lnTo>
                    <a:pt x="68580" y="0"/>
                  </a:lnTo>
                  <a:lnTo>
                    <a:pt x="99060" y="0"/>
                  </a:lnTo>
                  <a:lnTo>
                    <a:pt x="99060" y="7619"/>
                  </a:lnTo>
                  <a:close/>
                </a:path>
                <a:path w="1172210" h="476250">
                  <a:moveTo>
                    <a:pt x="152400" y="7619"/>
                  </a:moveTo>
                  <a:lnTo>
                    <a:pt x="121919" y="7619"/>
                  </a:lnTo>
                  <a:lnTo>
                    <a:pt x="121919" y="0"/>
                  </a:lnTo>
                  <a:lnTo>
                    <a:pt x="152400" y="0"/>
                  </a:lnTo>
                  <a:lnTo>
                    <a:pt x="152400" y="7619"/>
                  </a:lnTo>
                  <a:close/>
                </a:path>
                <a:path w="1172210" h="476250">
                  <a:moveTo>
                    <a:pt x="205739" y="7619"/>
                  </a:moveTo>
                  <a:lnTo>
                    <a:pt x="175260" y="7619"/>
                  </a:lnTo>
                  <a:lnTo>
                    <a:pt x="175260" y="0"/>
                  </a:lnTo>
                  <a:lnTo>
                    <a:pt x="205739" y="0"/>
                  </a:lnTo>
                  <a:lnTo>
                    <a:pt x="205739" y="7619"/>
                  </a:lnTo>
                  <a:close/>
                </a:path>
                <a:path w="1172210" h="476250">
                  <a:moveTo>
                    <a:pt x="259080" y="7619"/>
                  </a:moveTo>
                  <a:lnTo>
                    <a:pt x="228600" y="7619"/>
                  </a:lnTo>
                  <a:lnTo>
                    <a:pt x="228600" y="0"/>
                  </a:lnTo>
                  <a:lnTo>
                    <a:pt x="259080" y="0"/>
                  </a:lnTo>
                  <a:lnTo>
                    <a:pt x="259080" y="7619"/>
                  </a:lnTo>
                  <a:close/>
                </a:path>
                <a:path w="1172210" h="476250">
                  <a:moveTo>
                    <a:pt x="312419" y="7619"/>
                  </a:moveTo>
                  <a:lnTo>
                    <a:pt x="281939" y="7619"/>
                  </a:lnTo>
                  <a:lnTo>
                    <a:pt x="281939" y="0"/>
                  </a:lnTo>
                  <a:lnTo>
                    <a:pt x="312419" y="0"/>
                  </a:lnTo>
                  <a:lnTo>
                    <a:pt x="312419" y="7619"/>
                  </a:lnTo>
                  <a:close/>
                </a:path>
                <a:path w="1172210" h="476250">
                  <a:moveTo>
                    <a:pt x="365760" y="7619"/>
                  </a:moveTo>
                  <a:lnTo>
                    <a:pt x="335280" y="7619"/>
                  </a:lnTo>
                  <a:lnTo>
                    <a:pt x="335280" y="0"/>
                  </a:lnTo>
                  <a:lnTo>
                    <a:pt x="365760" y="0"/>
                  </a:lnTo>
                  <a:lnTo>
                    <a:pt x="365760" y="7619"/>
                  </a:lnTo>
                  <a:close/>
                </a:path>
                <a:path w="1172210" h="476250">
                  <a:moveTo>
                    <a:pt x="419100" y="7619"/>
                  </a:moveTo>
                  <a:lnTo>
                    <a:pt x="388619" y="7619"/>
                  </a:lnTo>
                  <a:lnTo>
                    <a:pt x="388619" y="0"/>
                  </a:lnTo>
                  <a:lnTo>
                    <a:pt x="419100" y="0"/>
                  </a:lnTo>
                  <a:lnTo>
                    <a:pt x="419100" y="7619"/>
                  </a:lnTo>
                  <a:close/>
                </a:path>
                <a:path w="1172210" h="476250">
                  <a:moveTo>
                    <a:pt x="472439" y="7619"/>
                  </a:moveTo>
                  <a:lnTo>
                    <a:pt x="441960" y="7619"/>
                  </a:lnTo>
                  <a:lnTo>
                    <a:pt x="441960" y="0"/>
                  </a:lnTo>
                  <a:lnTo>
                    <a:pt x="472439" y="0"/>
                  </a:lnTo>
                  <a:lnTo>
                    <a:pt x="472439" y="7619"/>
                  </a:lnTo>
                  <a:close/>
                </a:path>
                <a:path w="1172210" h="476250">
                  <a:moveTo>
                    <a:pt x="525780" y="7619"/>
                  </a:moveTo>
                  <a:lnTo>
                    <a:pt x="495300" y="7619"/>
                  </a:lnTo>
                  <a:lnTo>
                    <a:pt x="495300" y="0"/>
                  </a:lnTo>
                  <a:lnTo>
                    <a:pt x="525780" y="0"/>
                  </a:lnTo>
                  <a:lnTo>
                    <a:pt x="525780" y="7619"/>
                  </a:lnTo>
                  <a:close/>
                </a:path>
                <a:path w="1172210" h="476250">
                  <a:moveTo>
                    <a:pt x="579119" y="7619"/>
                  </a:moveTo>
                  <a:lnTo>
                    <a:pt x="548639" y="7619"/>
                  </a:lnTo>
                  <a:lnTo>
                    <a:pt x="548639" y="0"/>
                  </a:lnTo>
                  <a:lnTo>
                    <a:pt x="579119" y="0"/>
                  </a:lnTo>
                  <a:lnTo>
                    <a:pt x="579119" y="7619"/>
                  </a:lnTo>
                  <a:close/>
                </a:path>
                <a:path w="1172210" h="476250">
                  <a:moveTo>
                    <a:pt x="632460" y="7619"/>
                  </a:moveTo>
                  <a:lnTo>
                    <a:pt x="601980" y="7619"/>
                  </a:lnTo>
                  <a:lnTo>
                    <a:pt x="601980" y="0"/>
                  </a:lnTo>
                  <a:lnTo>
                    <a:pt x="632460" y="0"/>
                  </a:lnTo>
                  <a:lnTo>
                    <a:pt x="632460" y="7619"/>
                  </a:lnTo>
                  <a:close/>
                </a:path>
                <a:path w="1172210" h="476250">
                  <a:moveTo>
                    <a:pt x="685800" y="7619"/>
                  </a:moveTo>
                  <a:lnTo>
                    <a:pt x="655319" y="7619"/>
                  </a:lnTo>
                  <a:lnTo>
                    <a:pt x="655319" y="0"/>
                  </a:lnTo>
                  <a:lnTo>
                    <a:pt x="685800" y="0"/>
                  </a:lnTo>
                  <a:lnTo>
                    <a:pt x="685800" y="7619"/>
                  </a:lnTo>
                  <a:close/>
                </a:path>
                <a:path w="1172210" h="476250">
                  <a:moveTo>
                    <a:pt x="739139" y="7619"/>
                  </a:moveTo>
                  <a:lnTo>
                    <a:pt x="708660" y="7619"/>
                  </a:lnTo>
                  <a:lnTo>
                    <a:pt x="708660" y="0"/>
                  </a:lnTo>
                  <a:lnTo>
                    <a:pt x="739139" y="0"/>
                  </a:lnTo>
                  <a:lnTo>
                    <a:pt x="739139" y="7619"/>
                  </a:lnTo>
                  <a:close/>
                </a:path>
                <a:path w="1172210" h="476250">
                  <a:moveTo>
                    <a:pt x="792480" y="7619"/>
                  </a:moveTo>
                  <a:lnTo>
                    <a:pt x="762000" y="7619"/>
                  </a:lnTo>
                  <a:lnTo>
                    <a:pt x="762000" y="0"/>
                  </a:lnTo>
                  <a:lnTo>
                    <a:pt x="792480" y="0"/>
                  </a:lnTo>
                  <a:lnTo>
                    <a:pt x="792480" y="7619"/>
                  </a:lnTo>
                  <a:close/>
                </a:path>
                <a:path w="1172210" h="476250">
                  <a:moveTo>
                    <a:pt x="845819" y="7619"/>
                  </a:moveTo>
                  <a:lnTo>
                    <a:pt x="815339" y="7619"/>
                  </a:lnTo>
                  <a:lnTo>
                    <a:pt x="815339" y="0"/>
                  </a:lnTo>
                  <a:lnTo>
                    <a:pt x="845819" y="0"/>
                  </a:lnTo>
                  <a:lnTo>
                    <a:pt x="845819" y="7619"/>
                  </a:lnTo>
                  <a:close/>
                </a:path>
                <a:path w="1172210" h="476250">
                  <a:moveTo>
                    <a:pt x="899160" y="7619"/>
                  </a:moveTo>
                  <a:lnTo>
                    <a:pt x="868680" y="7619"/>
                  </a:lnTo>
                  <a:lnTo>
                    <a:pt x="868680" y="0"/>
                  </a:lnTo>
                  <a:lnTo>
                    <a:pt x="899160" y="0"/>
                  </a:lnTo>
                  <a:lnTo>
                    <a:pt x="899160" y="7619"/>
                  </a:lnTo>
                  <a:close/>
                </a:path>
                <a:path w="1172210" h="476250">
                  <a:moveTo>
                    <a:pt x="952500" y="7619"/>
                  </a:moveTo>
                  <a:lnTo>
                    <a:pt x="922019" y="7619"/>
                  </a:lnTo>
                  <a:lnTo>
                    <a:pt x="922019" y="0"/>
                  </a:lnTo>
                  <a:lnTo>
                    <a:pt x="952500" y="0"/>
                  </a:lnTo>
                  <a:lnTo>
                    <a:pt x="952500" y="7619"/>
                  </a:lnTo>
                  <a:close/>
                </a:path>
                <a:path w="1172210" h="476250">
                  <a:moveTo>
                    <a:pt x="1005839" y="7619"/>
                  </a:moveTo>
                  <a:lnTo>
                    <a:pt x="975360" y="7619"/>
                  </a:lnTo>
                  <a:lnTo>
                    <a:pt x="975360" y="0"/>
                  </a:lnTo>
                  <a:lnTo>
                    <a:pt x="1005839" y="0"/>
                  </a:lnTo>
                  <a:lnTo>
                    <a:pt x="1005839" y="7619"/>
                  </a:lnTo>
                  <a:close/>
                </a:path>
                <a:path w="1172210" h="476250">
                  <a:moveTo>
                    <a:pt x="1059179" y="7619"/>
                  </a:moveTo>
                  <a:lnTo>
                    <a:pt x="1028700" y="7619"/>
                  </a:lnTo>
                  <a:lnTo>
                    <a:pt x="1028700" y="0"/>
                  </a:lnTo>
                  <a:lnTo>
                    <a:pt x="1059179" y="0"/>
                  </a:lnTo>
                  <a:lnTo>
                    <a:pt x="1059179" y="7619"/>
                  </a:lnTo>
                  <a:close/>
                </a:path>
                <a:path w="1172210" h="476250">
                  <a:moveTo>
                    <a:pt x="1112520" y="7619"/>
                  </a:moveTo>
                  <a:lnTo>
                    <a:pt x="1082039" y="7619"/>
                  </a:lnTo>
                  <a:lnTo>
                    <a:pt x="1082039" y="0"/>
                  </a:lnTo>
                  <a:lnTo>
                    <a:pt x="1112520" y="0"/>
                  </a:lnTo>
                  <a:lnTo>
                    <a:pt x="1112520" y="7619"/>
                  </a:lnTo>
                  <a:close/>
                </a:path>
                <a:path w="1172210" h="476250">
                  <a:moveTo>
                    <a:pt x="1165860" y="7619"/>
                  </a:moveTo>
                  <a:lnTo>
                    <a:pt x="1135379" y="7619"/>
                  </a:lnTo>
                  <a:lnTo>
                    <a:pt x="1135379" y="0"/>
                  </a:lnTo>
                  <a:lnTo>
                    <a:pt x="1165860" y="0"/>
                  </a:lnTo>
                  <a:lnTo>
                    <a:pt x="1165860" y="7619"/>
                  </a:lnTo>
                  <a:close/>
                </a:path>
                <a:path w="1172210" h="476250">
                  <a:moveTo>
                    <a:pt x="1172210" y="54610"/>
                  </a:moveTo>
                  <a:lnTo>
                    <a:pt x="1164589" y="54610"/>
                  </a:lnTo>
                  <a:lnTo>
                    <a:pt x="1164589" y="24129"/>
                  </a:lnTo>
                  <a:lnTo>
                    <a:pt x="1172210" y="24129"/>
                  </a:lnTo>
                  <a:lnTo>
                    <a:pt x="1172210" y="54610"/>
                  </a:lnTo>
                  <a:close/>
                </a:path>
                <a:path w="1172210" h="476250">
                  <a:moveTo>
                    <a:pt x="1172210" y="107950"/>
                  </a:moveTo>
                  <a:lnTo>
                    <a:pt x="1164589" y="107950"/>
                  </a:lnTo>
                  <a:lnTo>
                    <a:pt x="1164589" y="77469"/>
                  </a:lnTo>
                  <a:lnTo>
                    <a:pt x="1172210" y="77469"/>
                  </a:lnTo>
                  <a:lnTo>
                    <a:pt x="1172210" y="107950"/>
                  </a:lnTo>
                  <a:close/>
                </a:path>
                <a:path w="1172210" h="476250">
                  <a:moveTo>
                    <a:pt x="1172210" y="161289"/>
                  </a:moveTo>
                  <a:lnTo>
                    <a:pt x="1164589" y="161289"/>
                  </a:lnTo>
                  <a:lnTo>
                    <a:pt x="1164589" y="130810"/>
                  </a:lnTo>
                  <a:lnTo>
                    <a:pt x="1172210" y="130810"/>
                  </a:lnTo>
                  <a:lnTo>
                    <a:pt x="1172210" y="161289"/>
                  </a:lnTo>
                  <a:close/>
                </a:path>
                <a:path w="1172210" h="476250">
                  <a:moveTo>
                    <a:pt x="1172210" y="214629"/>
                  </a:moveTo>
                  <a:lnTo>
                    <a:pt x="1164589" y="214629"/>
                  </a:lnTo>
                  <a:lnTo>
                    <a:pt x="1164589" y="184150"/>
                  </a:lnTo>
                  <a:lnTo>
                    <a:pt x="1172210" y="184150"/>
                  </a:lnTo>
                  <a:lnTo>
                    <a:pt x="1172210" y="214629"/>
                  </a:lnTo>
                  <a:close/>
                </a:path>
                <a:path w="1172210" h="476250">
                  <a:moveTo>
                    <a:pt x="1172210" y="267969"/>
                  </a:moveTo>
                  <a:lnTo>
                    <a:pt x="1164589" y="267969"/>
                  </a:lnTo>
                  <a:lnTo>
                    <a:pt x="1164589" y="237489"/>
                  </a:lnTo>
                  <a:lnTo>
                    <a:pt x="1172210" y="237489"/>
                  </a:lnTo>
                  <a:lnTo>
                    <a:pt x="1172210" y="267969"/>
                  </a:lnTo>
                  <a:close/>
                </a:path>
                <a:path w="1172210" h="476250">
                  <a:moveTo>
                    <a:pt x="1172210" y="321310"/>
                  </a:moveTo>
                  <a:lnTo>
                    <a:pt x="1164589" y="321310"/>
                  </a:lnTo>
                  <a:lnTo>
                    <a:pt x="1164589" y="290829"/>
                  </a:lnTo>
                  <a:lnTo>
                    <a:pt x="1172210" y="290829"/>
                  </a:lnTo>
                  <a:lnTo>
                    <a:pt x="1172210" y="321310"/>
                  </a:lnTo>
                  <a:close/>
                </a:path>
                <a:path w="1172210" h="476250">
                  <a:moveTo>
                    <a:pt x="1172210" y="374650"/>
                  </a:moveTo>
                  <a:lnTo>
                    <a:pt x="1164589" y="374650"/>
                  </a:lnTo>
                  <a:lnTo>
                    <a:pt x="1164589" y="344169"/>
                  </a:lnTo>
                  <a:lnTo>
                    <a:pt x="1172210" y="344169"/>
                  </a:lnTo>
                  <a:lnTo>
                    <a:pt x="1172210" y="374650"/>
                  </a:lnTo>
                  <a:close/>
                </a:path>
                <a:path w="1172210" h="476250">
                  <a:moveTo>
                    <a:pt x="1172210" y="427989"/>
                  </a:moveTo>
                  <a:lnTo>
                    <a:pt x="1164589" y="427989"/>
                  </a:lnTo>
                  <a:lnTo>
                    <a:pt x="1164589" y="397510"/>
                  </a:lnTo>
                  <a:lnTo>
                    <a:pt x="1172210" y="397510"/>
                  </a:lnTo>
                  <a:lnTo>
                    <a:pt x="1172210" y="427989"/>
                  </a:lnTo>
                  <a:close/>
                </a:path>
                <a:path w="1172210" h="476250">
                  <a:moveTo>
                    <a:pt x="1164589" y="472439"/>
                  </a:moveTo>
                  <a:lnTo>
                    <a:pt x="1164589" y="450850"/>
                  </a:lnTo>
                  <a:lnTo>
                    <a:pt x="1172210" y="450850"/>
                  </a:lnTo>
                  <a:lnTo>
                    <a:pt x="1172210" y="468629"/>
                  </a:lnTo>
                  <a:lnTo>
                    <a:pt x="1168400" y="468629"/>
                  </a:lnTo>
                  <a:lnTo>
                    <a:pt x="1164589" y="472439"/>
                  </a:lnTo>
                  <a:close/>
                </a:path>
                <a:path w="1172210" h="476250">
                  <a:moveTo>
                    <a:pt x="1172210" y="476250"/>
                  </a:moveTo>
                  <a:lnTo>
                    <a:pt x="1159510" y="476250"/>
                  </a:lnTo>
                  <a:lnTo>
                    <a:pt x="1159510" y="468629"/>
                  </a:lnTo>
                  <a:lnTo>
                    <a:pt x="1164589" y="468629"/>
                  </a:lnTo>
                  <a:lnTo>
                    <a:pt x="1164589" y="472439"/>
                  </a:lnTo>
                  <a:lnTo>
                    <a:pt x="1172210" y="472439"/>
                  </a:lnTo>
                  <a:lnTo>
                    <a:pt x="1172210" y="476250"/>
                  </a:lnTo>
                  <a:close/>
                </a:path>
                <a:path w="1172210" h="476250">
                  <a:moveTo>
                    <a:pt x="1172210" y="472439"/>
                  </a:moveTo>
                  <a:lnTo>
                    <a:pt x="1164589" y="472439"/>
                  </a:lnTo>
                  <a:lnTo>
                    <a:pt x="1168400" y="468629"/>
                  </a:lnTo>
                  <a:lnTo>
                    <a:pt x="1172210" y="468629"/>
                  </a:lnTo>
                  <a:lnTo>
                    <a:pt x="1172210" y="472439"/>
                  </a:lnTo>
                  <a:close/>
                </a:path>
                <a:path w="1172210" h="476250">
                  <a:moveTo>
                    <a:pt x="1136650" y="476250"/>
                  </a:moveTo>
                  <a:lnTo>
                    <a:pt x="1106170" y="476250"/>
                  </a:lnTo>
                  <a:lnTo>
                    <a:pt x="1106170" y="468629"/>
                  </a:lnTo>
                  <a:lnTo>
                    <a:pt x="1136650" y="468629"/>
                  </a:lnTo>
                  <a:lnTo>
                    <a:pt x="1136650" y="476250"/>
                  </a:lnTo>
                  <a:close/>
                </a:path>
                <a:path w="1172210" h="476250">
                  <a:moveTo>
                    <a:pt x="1083310" y="476250"/>
                  </a:moveTo>
                  <a:lnTo>
                    <a:pt x="1052829" y="476250"/>
                  </a:lnTo>
                  <a:lnTo>
                    <a:pt x="1052829" y="468629"/>
                  </a:lnTo>
                  <a:lnTo>
                    <a:pt x="1083310" y="468629"/>
                  </a:lnTo>
                  <a:lnTo>
                    <a:pt x="1083310" y="476250"/>
                  </a:lnTo>
                  <a:close/>
                </a:path>
                <a:path w="1172210" h="476250">
                  <a:moveTo>
                    <a:pt x="1029970" y="476250"/>
                  </a:moveTo>
                  <a:lnTo>
                    <a:pt x="999489" y="476250"/>
                  </a:lnTo>
                  <a:lnTo>
                    <a:pt x="999489" y="468629"/>
                  </a:lnTo>
                  <a:lnTo>
                    <a:pt x="1029970" y="468629"/>
                  </a:lnTo>
                  <a:lnTo>
                    <a:pt x="1029970" y="476250"/>
                  </a:lnTo>
                  <a:close/>
                </a:path>
                <a:path w="1172210" h="476250">
                  <a:moveTo>
                    <a:pt x="976630" y="476250"/>
                  </a:moveTo>
                  <a:lnTo>
                    <a:pt x="946150" y="476250"/>
                  </a:lnTo>
                  <a:lnTo>
                    <a:pt x="946150" y="468629"/>
                  </a:lnTo>
                  <a:lnTo>
                    <a:pt x="976630" y="468629"/>
                  </a:lnTo>
                  <a:lnTo>
                    <a:pt x="976630" y="476250"/>
                  </a:lnTo>
                  <a:close/>
                </a:path>
                <a:path w="1172210" h="476250">
                  <a:moveTo>
                    <a:pt x="923289" y="476250"/>
                  </a:moveTo>
                  <a:lnTo>
                    <a:pt x="892810" y="476250"/>
                  </a:lnTo>
                  <a:lnTo>
                    <a:pt x="892810" y="468629"/>
                  </a:lnTo>
                  <a:lnTo>
                    <a:pt x="923289" y="468629"/>
                  </a:lnTo>
                  <a:lnTo>
                    <a:pt x="923289" y="476250"/>
                  </a:lnTo>
                  <a:close/>
                </a:path>
                <a:path w="1172210" h="476250">
                  <a:moveTo>
                    <a:pt x="869950" y="476250"/>
                  </a:moveTo>
                  <a:lnTo>
                    <a:pt x="839469" y="476250"/>
                  </a:lnTo>
                  <a:lnTo>
                    <a:pt x="839469" y="468629"/>
                  </a:lnTo>
                  <a:lnTo>
                    <a:pt x="869950" y="468629"/>
                  </a:lnTo>
                  <a:lnTo>
                    <a:pt x="869950" y="476250"/>
                  </a:lnTo>
                  <a:close/>
                </a:path>
                <a:path w="1172210" h="476250">
                  <a:moveTo>
                    <a:pt x="816610" y="476250"/>
                  </a:moveTo>
                  <a:lnTo>
                    <a:pt x="786130" y="476250"/>
                  </a:lnTo>
                  <a:lnTo>
                    <a:pt x="786130" y="468629"/>
                  </a:lnTo>
                  <a:lnTo>
                    <a:pt x="816610" y="468629"/>
                  </a:lnTo>
                  <a:lnTo>
                    <a:pt x="816610" y="476250"/>
                  </a:lnTo>
                  <a:close/>
                </a:path>
                <a:path w="1172210" h="476250">
                  <a:moveTo>
                    <a:pt x="763269" y="476250"/>
                  </a:moveTo>
                  <a:lnTo>
                    <a:pt x="732789" y="476250"/>
                  </a:lnTo>
                  <a:lnTo>
                    <a:pt x="732789" y="468629"/>
                  </a:lnTo>
                  <a:lnTo>
                    <a:pt x="763269" y="468629"/>
                  </a:lnTo>
                  <a:lnTo>
                    <a:pt x="763269" y="476250"/>
                  </a:lnTo>
                  <a:close/>
                </a:path>
                <a:path w="1172210" h="476250">
                  <a:moveTo>
                    <a:pt x="709930" y="476250"/>
                  </a:moveTo>
                  <a:lnTo>
                    <a:pt x="679450" y="476250"/>
                  </a:lnTo>
                  <a:lnTo>
                    <a:pt x="679450" y="468629"/>
                  </a:lnTo>
                  <a:lnTo>
                    <a:pt x="709930" y="468629"/>
                  </a:lnTo>
                  <a:lnTo>
                    <a:pt x="709930" y="476250"/>
                  </a:lnTo>
                  <a:close/>
                </a:path>
                <a:path w="1172210" h="476250">
                  <a:moveTo>
                    <a:pt x="656589" y="476250"/>
                  </a:moveTo>
                  <a:lnTo>
                    <a:pt x="626110" y="476250"/>
                  </a:lnTo>
                  <a:lnTo>
                    <a:pt x="626110" y="468629"/>
                  </a:lnTo>
                  <a:lnTo>
                    <a:pt x="656589" y="468629"/>
                  </a:lnTo>
                  <a:lnTo>
                    <a:pt x="656589" y="476250"/>
                  </a:lnTo>
                  <a:close/>
                </a:path>
                <a:path w="1172210" h="476250">
                  <a:moveTo>
                    <a:pt x="603250" y="476250"/>
                  </a:moveTo>
                  <a:lnTo>
                    <a:pt x="572769" y="476250"/>
                  </a:lnTo>
                  <a:lnTo>
                    <a:pt x="572769" y="468629"/>
                  </a:lnTo>
                  <a:lnTo>
                    <a:pt x="603250" y="468629"/>
                  </a:lnTo>
                  <a:lnTo>
                    <a:pt x="603250" y="476250"/>
                  </a:lnTo>
                  <a:close/>
                </a:path>
                <a:path w="1172210" h="476250">
                  <a:moveTo>
                    <a:pt x="549910" y="476250"/>
                  </a:moveTo>
                  <a:lnTo>
                    <a:pt x="519430" y="476250"/>
                  </a:lnTo>
                  <a:lnTo>
                    <a:pt x="519430" y="468629"/>
                  </a:lnTo>
                  <a:lnTo>
                    <a:pt x="549910" y="468629"/>
                  </a:lnTo>
                  <a:lnTo>
                    <a:pt x="549910" y="476250"/>
                  </a:lnTo>
                  <a:close/>
                </a:path>
                <a:path w="1172210" h="476250">
                  <a:moveTo>
                    <a:pt x="496569" y="476250"/>
                  </a:moveTo>
                  <a:lnTo>
                    <a:pt x="466089" y="476250"/>
                  </a:lnTo>
                  <a:lnTo>
                    <a:pt x="466089" y="468629"/>
                  </a:lnTo>
                  <a:lnTo>
                    <a:pt x="496569" y="468629"/>
                  </a:lnTo>
                  <a:lnTo>
                    <a:pt x="496569" y="476250"/>
                  </a:lnTo>
                  <a:close/>
                </a:path>
                <a:path w="1172210" h="476250">
                  <a:moveTo>
                    <a:pt x="443230" y="476250"/>
                  </a:moveTo>
                  <a:lnTo>
                    <a:pt x="412750" y="476250"/>
                  </a:lnTo>
                  <a:lnTo>
                    <a:pt x="412750" y="468629"/>
                  </a:lnTo>
                  <a:lnTo>
                    <a:pt x="443230" y="468629"/>
                  </a:lnTo>
                  <a:lnTo>
                    <a:pt x="443230" y="476250"/>
                  </a:lnTo>
                  <a:close/>
                </a:path>
                <a:path w="1172210" h="476250">
                  <a:moveTo>
                    <a:pt x="389889" y="476250"/>
                  </a:moveTo>
                  <a:lnTo>
                    <a:pt x="359410" y="476250"/>
                  </a:lnTo>
                  <a:lnTo>
                    <a:pt x="359410" y="468629"/>
                  </a:lnTo>
                  <a:lnTo>
                    <a:pt x="389889" y="468629"/>
                  </a:lnTo>
                  <a:lnTo>
                    <a:pt x="389889" y="476250"/>
                  </a:lnTo>
                  <a:close/>
                </a:path>
                <a:path w="1172210" h="476250">
                  <a:moveTo>
                    <a:pt x="336550" y="476250"/>
                  </a:moveTo>
                  <a:lnTo>
                    <a:pt x="306069" y="476250"/>
                  </a:lnTo>
                  <a:lnTo>
                    <a:pt x="306069" y="468629"/>
                  </a:lnTo>
                  <a:lnTo>
                    <a:pt x="336550" y="468629"/>
                  </a:lnTo>
                  <a:lnTo>
                    <a:pt x="336550" y="476250"/>
                  </a:lnTo>
                  <a:close/>
                </a:path>
                <a:path w="1172210" h="476250">
                  <a:moveTo>
                    <a:pt x="283210" y="476250"/>
                  </a:moveTo>
                  <a:lnTo>
                    <a:pt x="252730" y="476250"/>
                  </a:lnTo>
                  <a:lnTo>
                    <a:pt x="252730" y="468629"/>
                  </a:lnTo>
                  <a:lnTo>
                    <a:pt x="283210" y="468629"/>
                  </a:lnTo>
                  <a:lnTo>
                    <a:pt x="283210" y="476250"/>
                  </a:lnTo>
                  <a:close/>
                </a:path>
                <a:path w="1172210" h="476250">
                  <a:moveTo>
                    <a:pt x="229869" y="476250"/>
                  </a:moveTo>
                  <a:lnTo>
                    <a:pt x="199389" y="476250"/>
                  </a:lnTo>
                  <a:lnTo>
                    <a:pt x="199389" y="468629"/>
                  </a:lnTo>
                  <a:lnTo>
                    <a:pt x="229869" y="468629"/>
                  </a:lnTo>
                  <a:lnTo>
                    <a:pt x="229869" y="476250"/>
                  </a:lnTo>
                  <a:close/>
                </a:path>
                <a:path w="1172210" h="476250">
                  <a:moveTo>
                    <a:pt x="176530" y="476250"/>
                  </a:moveTo>
                  <a:lnTo>
                    <a:pt x="146050" y="476250"/>
                  </a:lnTo>
                  <a:lnTo>
                    <a:pt x="146050" y="468629"/>
                  </a:lnTo>
                  <a:lnTo>
                    <a:pt x="176530" y="468629"/>
                  </a:lnTo>
                  <a:lnTo>
                    <a:pt x="176530" y="476250"/>
                  </a:lnTo>
                  <a:close/>
                </a:path>
                <a:path w="1172210" h="476250">
                  <a:moveTo>
                    <a:pt x="123189" y="476250"/>
                  </a:moveTo>
                  <a:lnTo>
                    <a:pt x="92710" y="476250"/>
                  </a:lnTo>
                  <a:lnTo>
                    <a:pt x="92710" y="468629"/>
                  </a:lnTo>
                  <a:lnTo>
                    <a:pt x="123189" y="468629"/>
                  </a:lnTo>
                  <a:lnTo>
                    <a:pt x="123189" y="476250"/>
                  </a:lnTo>
                  <a:close/>
                </a:path>
                <a:path w="1172210" h="476250">
                  <a:moveTo>
                    <a:pt x="69850" y="476250"/>
                  </a:moveTo>
                  <a:lnTo>
                    <a:pt x="39369" y="476250"/>
                  </a:lnTo>
                  <a:lnTo>
                    <a:pt x="39369" y="468629"/>
                  </a:lnTo>
                  <a:lnTo>
                    <a:pt x="69850" y="468629"/>
                  </a:lnTo>
                  <a:lnTo>
                    <a:pt x="69850" y="47625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2267711" y="4850891"/>
            <a:ext cx="1165860" cy="46799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655"/>
              </a:spcBef>
            </a:pPr>
            <a:r>
              <a:rPr sz="1800" spc="-10" dirty="0">
                <a:latin typeface="Times New Roman"/>
                <a:cs typeface="Times New Roman"/>
              </a:rPr>
              <a:t>Generate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996680" y="3201492"/>
            <a:ext cx="952500" cy="474980"/>
            <a:chOff x="8996680" y="3201492"/>
            <a:chExt cx="952500" cy="474980"/>
          </a:xfrm>
        </p:grpSpPr>
        <p:sp>
          <p:nvSpPr>
            <p:cNvPr id="65" name="object 65"/>
            <p:cNvSpPr/>
            <p:nvPr/>
          </p:nvSpPr>
          <p:spPr>
            <a:xfrm>
              <a:off x="9000744" y="3204971"/>
              <a:ext cx="944880" cy="467995"/>
            </a:xfrm>
            <a:custGeom>
              <a:avLst/>
              <a:gdLst/>
              <a:ahLst/>
              <a:cxnLst/>
              <a:rect l="l" t="t" r="r" b="b"/>
              <a:pathLst>
                <a:path w="944879" h="467995">
                  <a:moveTo>
                    <a:pt x="944879" y="467868"/>
                  </a:moveTo>
                  <a:lnTo>
                    <a:pt x="0" y="467868"/>
                  </a:lnTo>
                  <a:lnTo>
                    <a:pt x="0" y="0"/>
                  </a:lnTo>
                  <a:lnTo>
                    <a:pt x="944879" y="0"/>
                  </a:lnTo>
                  <a:lnTo>
                    <a:pt x="944879" y="467868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996680" y="3201492"/>
              <a:ext cx="952500" cy="474980"/>
            </a:xfrm>
            <a:custGeom>
              <a:avLst/>
              <a:gdLst/>
              <a:ahLst/>
              <a:cxnLst/>
              <a:rect l="l" t="t" r="r" b="b"/>
              <a:pathLst>
                <a:path w="952500" h="474979">
                  <a:moveTo>
                    <a:pt x="7620" y="471131"/>
                  </a:moveTo>
                  <a:lnTo>
                    <a:pt x="0" y="471131"/>
                  </a:lnTo>
                  <a:lnTo>
                    <a:pt x="0" y="440651"/>
                  </a:lnTo>
                  <a:lnTo>
                    <a:pt x="7620" y="440651"/>
                  </a:lnTo>
                  <a:lnTo>
                    <a:pt x="7620" y="471131"/>
                  </a:lnTo>
                  <a:close/>
                </a:path>
                <a:path w="952500" h="474979">
                  <a:moveTo>
                    <a:pt x="7620" y="417791"/>
                  </a:moveTo>
                  <a:lnTo>
                    <a:pt x="0" y="417791"/>
                  </a:lnTo>
                  <a:lnTo>
                    <a:pt x="0" y="387311"/>
                  </a:lnTo>
                  <a:lnTo>
                    <a:pt x="7620" y="387311"/>
                  </a:lnTo>
                  <a:lnTo>
                    <a:pt x="7620" y="417791"/>
                  </a:lnTo>
                  <a:close/>
                </a:path>
                <a:path w="952500" h="474979">
                  <a:moveTo>
                    <a:pt x="7620" y="364451"/>
                  </a:moveTo>
                  <a:lnTo>
                    <a:pt x="0" y="364451"/>
                  </a:lnTo>
                  <a:lnTo>
                    <a:pt x="0" y="333971"/>
                  </a:lnTo>
                  <a:lnTo>
                    <a:pt x="7620" y="333971"/>
                  </a:lnTo>
                  <a:lnTo>
                    <a:pt x="7620" y="364451"/>
                  </a:lnTo>
                  <a:close/>
                </a:path>
                <a:path w="952500" h="474979">
                  <a:moveTo>
                    <a:pt x="7620" y="311111"/>
                  </a:moveTo>
                  <a:lnTo>
                    <a:pt x="0" y="311111"/>
                  </a:lnTo>
                  <a:lnTo>
                    <a:pt x="0" y="280631"/>
                  </a:lnTo>
                  <a:lnTo>
                    <a:pt x="7620" y="280631"/>
                  </a:lnTo>
                  <a:lnTo>
                    <a:pt x="7620" y="311111"/>
                  </a:lnTo>
                  <a:close/>
                </a:path>
                <a:path w="952500" h="474979">
                  <a:moveTo>
                    <a:pt x="7620" y="257771"/>
                  </a:moveTo>
                  <a:lnTo>
                    <a:pt x="0" y="257771"/>
                  </a:lnTo>
                  <a:lnTo>
                    <a:pt x="0" y="227291"/>
                  </a:lnTo>
                  <a:lnTo>
                    <a:pt x="7620" y="227291"/>
                  </a:lnTo>
                  <a:lnTo>
                    <a:pt x="7620" y="257771"/>
                  </a:lnTo>
                  <a:close/>
                </a:path>
                <a:path w="952500" h="474979">
                  <a:moveTo>
                    <a:pt x="7620" y="204431"/>
                  </a:moveTo>
                  <a:lnTo>
                    <a:pt x="0" y="204431"/>
                  </a:lnTo>
                  <a:lnTo>
                    <a:pt x="0" y="173951"/>
                  </a:lnTo>
                  <a:lnTo>
                    <a:pt x="7620" y="173951"/>
                  </a:lnTo>
                  <a:lnTo>
                    <a:pt x="7620" y="204431"/>
                  </a:lnTo>
                  <a:close/>
                </a:path>
                <a:path w="952500" h="474979">
                  <a:moveTo>
                    <a:pt x="7620" y="151091"/>
                  </a:moveTo>
                  <a:lnTo>
                    <a:pt x="0" y="151091"/>
                  </a:lnTo>
                  <a:lnTo>
                    <a:pt x="0" y="120611"/>
                  </a:lnTo>
                  <a:lnTo>
                    <a:pt x="7620" y="120611"/>
                  </a:lnTo>
                  <a:lnTo>
                    <a:pt x="7620" y="151091"/>
                  </a:lnTo>
                  <a:close/>
                </a:path>
                <a:path w="952500" h="474979">
                  <a:moveTo>
                    <a:pt x="7620" y="97751"/>
                  </a:moveTo>
                  <a:lnTo>
                    <a:pt x="0" y="97751"/>
                  </a:lnTo>
                  <a:lnTo>
                    <a:pt x="0" y="67271"/>
                  </a:lnTo>
                  <a:lnTo>
                    <a:pt x="7620" y="67271"/>
                  </a:lnTo>
                  <a:lnTo>
                    <a:pt x="7620" y="97751"/>
                  </a:lnTo>
                  <a:close/>
                </a:path>
                <a:path w="952500" h="474979">
                  <a:moveTo>
                    <a:pt x="7620" y="44411"/>
                  </a:moveTo>
                  <a:lnTo>
                    <a:pt x="0" y="44411"/>
                  </a:lnTo>
                  <a:lnTo>
                    <a:pt x="0" y="13931"/>
                  </a:lnTo>
                  <a:lnTo>
                    <a:pt x="7620" y="13931"/>
                  </a:lnTo>
                  <a:lnTo>
                    <a:pt x="7620" y="44411"/>
                  </a:lnTo>
                  <a:close/>
                </a:path>
                <a:path w="952500" h="474979">
                  <a:moveTo>
                    <a:pt x="47040" y="7619"/>
                  </a:moveTo>
                  <a:lnTo>
                    <a:pt x="16560" y="7619"/>
                  </a:lnTo>
                  <a:lnTo>
                    <a:pt x="16560" y="0"/>
                  </a:lnTo>
                  <a:lnTo>
                    <a:pt x="47040" y="0"/>
                  </a:lnTo>
                  <a:lnTo>
                    <a:pt x="47040" y="7619"/>
                  </a:lnTo>
                  <a:close/>
                </a:path>
                <a:path w="952500" h="474979">
                  <a:moveTo>
                    <a:pt x="100380" y="7619"/>
                  </a:moveTo>
                  <a:lnTo>
                    <a:pt x="69900" y="7619"/>
                  </a:lnTo>
                  <a:lnTo>
                    <a:pt x="69900" y="0"/>
                  </a:lnTo>
                  <a:lnTo>
                    <a:pt x="100380" y="0"/>
                  </a:lnTo>
                  <a:lnTo>
                    <a:pt x="100380" y="7619"/>
                  </a:lnTo>
                  <a:close/>
                </a:path>
                <a:path w="952500" h="474979">
                  <a:moveTo>
                    <a:pt x="153720" y="7619"/>
                  </a:moveTo>
                  <a:lnTo>
                    <a:pt x="123240" y="7619"/>
                  </a:lnTo>
                  <a:lnTo>
                    <a:pt x="123240" y="0"/>
                  </a:lnTo>
                  <a:lnTo>
                    <a:pt x="153720" y="0"/>
                  </a:lnTo>
                  <a:lnTo>
                    <a:pt x="153720" y="7619"/>
                  </a:lnTo>
                  <a:close/>
                </a:path>
                <a:path w="952500" h="474979">
                  <a:moveTo>
                    <a:pt x="207060" y="7619"/>
                  </a:moveTo>
                  <a:lnTo>
                    <a:pt x="176580" y="7619"/>
                  </a:lnTo>
                  <a:lnTo>
                    <a:pt x="176580" y="0"/>
                  </a:lnTo>
                  <a:lnTo>
                    <a:pt x="207060" y="0"/>
                  </a:lnTo>
                  <a:lnTo>
                    <a:pt x="207060" y="7619"/>
                  </a:lnTo>
                  <a:close/>
                </a:path>
                <a:path w="952500" h="474979">
                  <a:moveTo>
                    <a:pt x="260400" y="7619"/>
                  </a:moveTo>
                  <a:lnTo>
                    <a:pt x="229920" y="7619"/>
                  </a:lnTo>
                  <a:lnTo>
                    <a:pt x="229920" y="0"/>
                  </a:lnTo>
                  <a:lnTo>
                    <a:pt x="260400" y="0"/>
                  </a:lnTo>
                  <a:lnTo>
                    <a:pt x="260400" y="7619"/>
                  </a:lnTo>
                  <a:close/>
                </a:path>
                <a:path w="952500" h="474979">
                  <a:moveTo>
                    <a:pt x="313740" y="7619"/>
                  </a:moveTo>
                  <a:lnTo>
                    <a:pt x="283260" y="7619"/>
                  </a:lnTo>
                  <a:lnTo>
                    <a:pt x="283260" y="0"/>
                  </a:lnTo>
                  <a:lnTo>
                    <a:pt x="313740" y="0"/>
                  </a:lnTo>
                  <a:lnTo>
                    <a:pt x="313740" y="7619"/>
                  </a:lnTo>
                  <a:close/>
                </a:path>
                <a:path w="952500" h="474979">
                  <a:moveTo>
                    <a:pt x="367080" y="7619"/>
                  </a:moveTo>
                  <a:lnTo>
                    <a:pt x="336600" y="7619"/>
                  </a:lnTo>
                  <a:lnTo>
                    <a:pt x="336600" y="0"/>
                  </a:lnTo>
                  <a:lnTo>
                    <a:pt x="367080" y="0"/>
                  </a:lnTo>
                  <a:lnTo>
                    <a:pt x="367080" y="7619"/>
                  </a:lnTo>
                  <a:close/>
                </a:path>
                <a:path w="952500" h="474979">
                  <a:moveTo>
                    <a:pt x="420420" y="7619"/>
                  </a:moveTo>
                  <a:lnTo>
                    <a:pt x="389940" y="7619"/>
                  </a:lnTo>
                  <a:lnTo>
                    <a:pt x="389940" y="0"/>
                  </a:lnTo>
                  <a:lnTo>
                    <a:pt x="420420" y="0"/>
                  </a:lnTo>
                  <a:lnTo>
                    <a:pt x="420420" y="7619"/>
                  </a:lnTo>
                  <a:close/>
                </a:path>
                <a:path w="952500" h="474979">
                  <a:moveTo>
                    <a:pt x="473760" y="7619"/>
                  </a:moveTo>
                  <a:lnTo>
                    <a:pt x="443280" y="7619"/>
                  </a:lnTo>
                  <a:lnTo>
                    <a:pt x="443280" y="0"/>
                  </a:lnTo>
                  <a:lnTo>
                    <a:pt x="473760" y="0"/>
                  </a:lnTo>
                  <a:lnTo>
                    <a:pt x="473760" y="7619"/>
                  </a:lnTo>
                  <a:close/>
                </a:path>
                <a:path w="952500" h="474979">
                  <a:moveTo>
                    <a:pt x="527100" y="7619"/>
                  </a:moveTo>
                  <a:lnTo>
                    <a:pt x="496620" y="7619"/>
                  </a:lnTo>
                  <a:lnTo>
                    <a:pt x="496620" y="0"/>
                  </a:lnTo>
                  <a:lnTo>
                    <a:pt x="527100" y="0"/>
                  </a:lnTo>
                  <a:lnTo>
                    <a:pt x="527100" y="7619"/>
                  </a:lnTo>
                  <a:close/>
                </a:path>
                <a:path w="952500" h="474979">
                  <a:moveTo>
                    <a:pt x="580440" y="7619"/>
                  </a:moveTo>
                  <a:lnTo>
                    <a:pt x="549960" y="7619"/>
                  </a:lnTo>
                  <a:lnTo>
                    <a:pt x="549960" y="0"/>
                  </a:lnTo>
                  <a:lnTo>
                    <a:pt x="580440" y="0"/>
                  </a:lnTo>
                  <a:lnTo>
                    <a:pt x="580440" y="7619"/>
                  </a:lnTo>
                  <a:close/>
                </a:path>
                <a:path w="952500" h="474979">
                  <a:moveTo>
                    <a:pt x="633780" y="7619"/>
                  </a:moveTo>
                  <a:lnTo>
                    <a:pt x="603300" y="7619"/>
                  </a:lnTo>
                  <a:lnTo>
                    <a:pt x="603300" y="0"/>
                  </a:lnTo>
                  <a:lnTo>
                    <a:pt x="633780" y="0"/>
                  </a:lnTo>
                  <a:lnTo>
                    <a:pt x="633780" y="7619"/>
                  </a:lnTo>
                  <a:close/>
                </a:path>
                <a:path w="952500" h="474979">
                  <a:moveTo>
                    <a:pt x="687120" y="7619"/>
                  </a:moveTo>
                  <a:lnTo>
                    <a:pt x="656640" y="7619"/>
                  </a:lnTo>
                  <a:lnTo>
                    <a:pt x="656640" y="0"/>
                  </a:lnTo>
                  <a:lnTo>
                    <a:pt x="687120" y="0"/>
                  </a:lnTo>
                  <a:lnTo>
                    <a:pt x="687120" y="7619"/>
                  </a:lnTo>
                  <a:close/>
                </a:path>
                <a:path w="952500" h="474979">
                  <a:moveTo>
                    <a:pt x="740460" y="7619"/>
                  </a:moveTo>
                  <a:lnTo>
                    <a:pt x="709980" y="7619"/>
                  </a:lnTo>
                  <a:lnTo>
                    <a:pt x="709980" y="0"/>
                  </a:lnTo>
                  <a:lnTo>
                    <a:pt x="740460" y="0"/>
                  </a:lnTo>
                  <a:lnTo>
                    <a:pt x="740460" y="7619"/>
                  </a:lnTo>
                  <a:close/>
                </a:path>
                <a:path w="952500" h="474979">
                  <a:moveTo>
                    <a:pt x="793800" y="7619"/>
                  </a:moveTo>
                  <a:lnTo>
                    <a:pt x="763320" y="7619"/>
                  </a:lnTo>
                  <a:lnTo>
                    <a:pt x="763320" y="0"/>
                  </a:lnTo>
                  <a:lnTo>
                    <a:pt x="793800" y="0"/>
                  </a:lnTo>
                  <a:lnTo>
                    <a:pt x="793800" y="7619"/>
                  </a:lnTo>
                  <a:close/>
                </a:path>
                <a:path w="952500" h="474979">
                  <a:moveTo>
                    <a:pt x="847140" y="7619"/>
                  </a:moveTo>
                  <a:lnTo>
                    <a:pt x="816660" y="7619"/>
                  </a:lnTo>
                  <a:lnTo>
                    <a:pt x="816660" y="0"/>
                  </a:lnTo>
                  <a:lnTo>
                    <a:pt x="847140" y="0"/>
                  </a:lnTo>
                  <a:lnTo>
                    <a:pt x="847140" y="7619"/>
                  </a:lnTo>
                  <a:close/>
                </a:path>
                <a:path w="952500" h="474979">
                  <a:moveTo>
                    <a:pt x="900480" y="7619"/>
                  </a:moveTo>
                  <a:lnTo>
                    <a:pt x="870000" y="7619"/>
                  </a:lnTo>
                  <a:lnTo>
                    <a:pt x="870000" y="0"/>
                  </a:lnTo>
                  <a:lnTo>
                    <a:pt x="900480" y="0"/>
                  </a:lnTo>
                  <a:lnTo>
                    <a:pt x="900480" y="7619"/>
                  </a:lnTo>
                  <a:close/>
                </a:path>
                <a:path w="952500" h="474979">
                  <a:moveTo>
                    <a:pt x="944587" y="7619"/>
                  </a:moveTo>
                  <a:lnTo>
                    <a:pt x="923340" y="7619"/>
                  </a:lnTo>
                  <a:lnTo>
                    <a:pt x="923340" y="0"/>
                  </a:lnTo>
                  <a:lnTo>
                    <a:pt x="952207" y="0"/>
                  </a:lnTo>
                  <a:lnTo>
                    <a:pt x="952207" y="3809"/>
                  </a:lnTo>
                  <a:lnTo>
                    <a:pt x="944587" y="3809"/>
                  </a:lnTo>
                  <a:lnTo>
                    <a:pt x="944587" y="7619"/>
                  </a:lnTo>
                  <a:close/>
                </a:path>
                <a:path w="952500" h="474979">
                  <a:moveTo>
                    <a:pt x="952207" y="9232"/>
                  </a:moveTo>
                  <a:lnTo>
                    <a:pt x="944587" y="9232"/>
                  </a:lnTo>
                  <a:lnTo>
                    <a:pt x="944587" y="3809"/>
                  </a:lnTo>
                  <a:lnTo>
                    <a:pt x="948397" y="7619"/>
                  </a:lnTo>
                  <a:lnTo>
                    <a:pt x="952207" y="7619"/>
                  </a:lnTo>
                  <a:lnTo>
                    <a:pt x="952207" y="9232"/>
                  </a:lnTo>
                  <a:close/>
                </a:path>
                <a:path w="952500" h="474979">
                  <a:moveTo>
                    <a:pt x="952207" y="7619"/>
                  </a:moveTo>
                  <a:lnTo>
                    <a:pt x="948397" y="7619"/>
                  </a:lnTo>
                  <a:lnTo>
                    <a:pt x="944587" y="3809"/>
                  </a:lnTo>
                  <a:lnTo>
                    <a:pt x="952207" y="3809"/>
                  </a:lnTo>
                  <a:lnTo>
                    <a:pt x="952207" y="7619"/>
                  </a:lnTo>
                  <a:close/>
                </a:path>
                <a:path w="952500" h="474979">
                  <a:moveTo>
                    <a:pt x="952207" y="62572"/>
                  </a:moveTo>
                  <a:lnTo>
                    <a:pt x="944587" y="62572"/>
                  </a:lnTo>
                  <a:lnTo>
                    <a:pt x="944587" y="32092"/>
                  </a:lnTo>
                  <a:lnTo>
                    <a:pt x="952207" y="32092"/>
                  </a:lnTo>
                  <a:lnTo>
                    <a:pt x="952207" y="62572"/>
                  </a:lnTo>
                  <a:close/>
                </a:path>
                <a:path w="952500" h="474979">
                  <a:moveTo>
                    <a:pt x="952207" y="115912"/>
                  </a:moveTo>
                  <a:lnTo>
                    <a:pt x="944587" y="115912"/>
                  </a:lnTo>
                  <a:lnTo>
                    <a:pt x="944587" y="85432"/>
                  </a:lnTo>
                  <a:lnTo>
                    <a:pt x="952207" y="85432"/>
                  </a:lnTo>
                  <a:lnTo>
                    <a:pt x="952207" y="115912"/>
                  </a:lnTo>
                  <a:close/>
                </a:path>
                <a:path w="952500" h="474979">
                  <a:moveTo>
                    <a:pt x="952207" y="169252"/>
                  </a:moveTo>
                  <a:lnTo>
                    <a:pt x="944587" y="169252"/>
                  </a:lnTo>
                  <a:lnTo>
                    <a:pt x="944587" y="138772"/>
                  </a:lnTo>
                  <a:lnTo>
                    <a:pt x="952207" y="138772"/>
                  </a:lnTo>
                  <a:lnTo>
                    <a:pt x="952207" y="169252"/>
                  </a:lnTo>
                  <a:close/>
                </a:path>
                <a:path w="952500" h="474979">
                  <a:moveTo>
                    <a:pt x="952207" y="222592"/>
                  </a:moveTo>
                  <a:lnTo>
                    <a:pt x="944587" y="222592"/>
                  </a:lnTo>
                  <a:lnTo>
                    <a:pt x="944587" y="192112"/>
                  </a:lnTo>
                  <a:lnTo>
                    <a:pt x="952207" y="192112"/>
                  </a:lnTo>
                  <a:lnTo>
                    <a:pt x="952207" y="222592"/>
                  </a:lnTo>
                  <a:close/>
                </a:path>
                <a:path w="952500" h="474979">
                  <a:moveTo>
                    <a:pt x="952207" y="275932"/>
                  </a:moveTo>
                  <a:lnTo>
                    <a:pt x="944587" y="275932"/>
                  </a:lnTo>
                  <a:lnTo>
                    <a:pt x="944587" y="245452"/>
                  </a:lnTo>
                  <a:lnTo>
                    <a:pt x="952207" y="245452"/>
                  </a:lnTo>
                  <a:lnTo>
                    <a:pt x="952207" y="275932"/>
                  </a:lnTo>
                  <a:close/>
                </a:path>
                <a:path w="952500" h="474979">
                  <a:moveTo>
                    <a:pt x="952207" y="329272"/>
                  </a:moveTo>
                  <a:lnTo>
                    <a:pt x="944587" y="329272"/>
                  </a:lnTo>
                  <a:lnTo>
                    <a:pt x="944587" y="298792"/>
                  </a:lnTo>
                  <a:lnTo>
                    <a:pt x="952207" y="298792"/>
                  </a:lnTo>
                  <a:lnTo>
                    <a:pt x="952207" y="329272"/>
                  </a:lnTo>
                  <a:close/>
                </a:path>
                <a:path w="952500" h="474979">
                  <a:moveTo>
                    <a:pt x="952207" y="382612"/>
                  </a:moveTo>
                  <a:lnTo>
                    <a:pt x="944587" y="382612"/>
                  </a:lnTo>
                  <a:lnTo>
                    <a:pt x="944587" y="352132"/>
                  </a:lnTo>
                  <a:lnTo>
                    <a:pt x="952207" y="352132"/>
                  </a:lnTo>
                  <a:lnTo>
                    <a:pt x="952207" y="382612"/>
                  </a:lnTo>
                  <a:close/>
                </a:path>
                <a:path w="952500" h="474979">
                  <a:moveTo>
                    <a:pt x="952207" y="435952"/>
                  </a:moveTo>
                  <a:lnTo>
                    <a:pt x="944587" y="435952"/>
                  </a:lnTo>
                  <a:lnTo>
                    <a:pt x="944587" y="405472"/>
                  </a:lnTo>
                  <a:lnTo>
                    <a:pt x="952207" y="405472"/>
                  </a:lnTo>
                  <a:lnTo>
                    <a:pt x="952207" y="435952"/>
                  </a:lnTo>
                  <a:close/>
                </a:path>
                <a:path w="952500" h="474979">
                  <a:moveTo>
                    <a:pt x="944587" y="471131"/>
                  </a:moveTo>
                  <a:lnTo>
                    <a:pt x="944587" y="458812"/>
                  </a:lnTo>
                  <a:lnTo>
                    <a:pt x="952207" y="458812"/>
                  </a:lnTo>
                  <a:lnTo>
                    <a:pt x="952207" y="467321"/>
                  </a:lnTo>
                  <a:lnTo>
                    <a:pt x="948397" y="467321"/>
                  </a:lnTo>
                  <a:lnTo>
                    <a:pt x="944587" y="471131"/>
                  </a:lnTo>
                  <a:close/>
                </a:path>
                <a:path w="952500" h="474979">
                  <a:moveTo>
                    <a:pt x="952207" y="474941"/>
                  </a:moveTo>
                  <a:lnTo>
                    <a:pt x="930236" y="474941"/>
                  </a:lnTo>
                  <a:lnTo>
                    <a:pt x="930236" y="467321"/>
                  </a:lnTo>
                  <a:lnTo>
                    <a:pt x="944587" y="467321"/>
                  </a:lnTo>
                  <a:lnTo>
                    <a:pt x="944587" y="471131"/>
                  </a:lnTo>
                  <a:lnTo>
                    <a:pt x="952207" y="471131"/>
                  </a:lnTo>
                  <a:lnTo>
                    <a:pt x="952207" y="474941"/>
                  </a:lnTo>
                  <a:close/>
                </a:path>
                <a:path w="952500" h="474979">
                  <a:moveTo>
                    <a:pt x="952207" y="471131"/>
                  </a:moveTo>
                  <a:lnTo>
                    <a:pt x="944587" y="471131"/>
                  </a:lnTo>
                  <a:lnTo>
                    <a:pt x="948397" y="467321"/>
                  </a:lnTo>
                  <a:lnTo>
                    <a:pt x="952207" y="467321"/>
                  </a:lnTo>
                  <a:lnTo>
                    <a:pt x="952207" y="471131"/>
                  </a:lnTo>
                  <a:close/>
                </a:path>
                <a:path w="952500" h="474979">
                  <a:moveTo>
                    <a:pt x="907376" y="474941"/>
                  </a:moveTo>
                  <a:lnTo>
                    <a:pt x="876896" y="474941"/>
                  </a:lnTo>
                  <a:lnTo>
                    <a:pt x="876896" y="467321"/>
                  </a:lnTo>
                  <a:lnTo>
                    <a:pt x="907376" y="467321"/>
                  </a:lnTo>
                  <a:lnTo>
                    <a:pt x="907376" y="474941"/>
                  </a:lnTo>
                  <a:close/>
                </a:path>
                <a:path w="952500" h="474979">
                  <a:moveTo>
                    <a:pt x="854036" y="474941"/>
                  </a:moveTo>
                  <a:lnTo>
                    <a:pt x="823556" y="474941"/>
                  </a:lnTo>
                  <a:lnTo>
                    <a:pt x="823556" y="467321"/>
                  </a:lnTo>
                  <a:lnTo>
                    <a:pt x="854036" y="467321"/>
                  </a:lnTo>
                  <a:lnTo>
                    <a:pt x="854036" y="474941"/>
                  </a:lnTo>
                  <a:close/>
                </a:path>
                <a:path w="952500" h="474979">
                  <a:moveTo>
                    <a:pt x="800696" y="474941"/>
                  </a:moveTo>
                  <a:lnTo>
                    <a:pt x="770216" y="474941"/>
                  </a:lnTo>
                  <a:lnTo>
                    <a:pt x="770216" y="467321"/>
                  </a:lnTo>
                  <a:lnTo>
                    <a:pt x="800696" y="467321"/>
                  </a:lnTo>
                  <a:lnTo>
                    <a:pt x="800696" y="474941"/>
                  </a:lnTo>
                  <a:close/>
                </a:path>
                <a:path w="952500" h="474979">
                  <a:moveTo>
                    <a:pt x="747356" y="474941"/>
                  </a:moveTo>
                  <a:lnTo>
                    <a:pt x="716876" y="474941"/>
                  </a:lnTo>
                  <a:lnTo>
                    <a:pt x="716876" y="467321"/>
                  </a:lnTo>
                  <a:lnTo>
                    <a:pt x="747356" y="467321"/>
                  </a:lnTo>
                  <a:lnTo>
                    <a:pt x="747356" y="474941"/>
                  </a:lnTo>
                  <a:close/>
                </a:path>
                <a:path w="952500" h="474979">
                  <a:moveTo>
                    <a:pt x="694016" y="474941"/>
                  </a:moveTo>
                  <a:lnTo>
                    <a:pt x="663536" y="474941"/>
                  </a:lnTo>
                  <a:lnTo>
                    <a:pt x="663536" y="467321"/>
                  </a:lnTo>
                  <a:lnTo>
                    <a:pt x="694016" y="467321"/>
                  </a:lnTo>
                  <a:lnTo>
                    <a:pt x="694016" y="474941"/>
                  </a:lnTo>
                  <a:close/>
                </a:path>
                <a:path w="952500" h="474979">
                  <a:moveTo>
                    <a:pt x="640676" y="474941"/>
                  </a:moveTo>
                  <a:lnTo>
                    <a:pt x="610196" y="474941"/>
                  </a:lnTo>
                  <a:lnTo>
                    <a:pt x="610196" y="467321"/>
                  </a:lnTo>
                  <a:lnTo>
                    <a:pt x="640676" y="467321"/>
                  </a:lnTo>
                  <a:lnTo>
                    <a:pt x="640676" y="474941"/>
                  </a:lnTo>
                  <a:close/>
                </a:path>
                <a:path w="952500" h="474979">
                  <a:moveTo>
                    <a:pt x="587336" y="474941"/>
                  </a:moveTo>
                  <a:lnTo>
                    <a:pt x="556856" y="474941"/>
                  </a:lnTo>
                  <a:lnTo>
                    <a:pt x="556856" y="467321"/>
                  </a:lnTo>
                  <a:lnTo>
                    <a:pt x="587336" y="467321"/>
                  </a:lnTo>
                  <a:lnTo>
                    <a:pt x="587336" y="474941"/>
                  </a:lnTo>
                  <a:close/>
                </a:path>
                <a:path w="952500" h="474979">
                  <a:moveTo>
                    <a:pt x="533996" y="474941"/>
                  </a:moveTo>
                  <a:lnTo>
                    <a:pt x="503516" y="474941"/>
                  </a:lnTo>
                  <a:lnTo>
                    <a:pt x="503516" y="467321"/>
                  </a:lnTo>
                  <a:lnTo>
                    <a:pt x="533996" y="467321"/>
                  </a:lnTo>
                  <a:lnTo>
                    <a:pt x="533996" y="474941"/>
                  </a:lnTo>
                  <a:close/>
                </a:path>
                <a:path w="952500" h="474979">
                  <a:moveTo>
                    <a:pt x="480656" y="474941"/>
                  </a:moveTo>
                  <a:lnTo>
                    <a:pt x="450176" y="474941"/>
                  </a:lnTo>
                  <a:lnTo>
                    <a:pt x="450176" y="467321"/>
                  </a:lnTo>
                  <a:lnTo>
                    <a:pt x="480656" y="467321"/>
                  </a:lnTo>
                  <a:lnTo>
                    <a:pt x="480656" y="474941"/>
                  </a:lnTo>
                  <a:close/>
                </a:path>
                <a:path w="952500" h="474979">
                  <a:moveTo>
                    <a:pt x="427316" y="474941"/>
                  </a:moveTo>
                  <a:lnTo>
                    <a:pt x="396836" y="474941"/>
                  </a:lnTo>
                  <a:lnTo>
                    <a:pt x="396836" y="467321"/>
                  </a:lnTo>
                  <a:lnTo>
                    <a:pt x="427316" y="467321"/>
                  </a:lnTo>
                  <a:lnTo>
                    <a:pt x="427316" y="474941"/>
                  </a:lnTo>
                  <a:close/>
                </a:path>
                <a:path w="952500" h="474979">
                  <a:moveTo>
                    <a:pt x="373976" y="474941"/>
                  </a:moveTo>
                  <a:lnTo>
                    <a:pt x="343496" y="474941"/>
                  </a:lnTo>
                  <a:lnTo>
                    <a:pt x="343496" y="467321"/>
                  </a:lnTo>
                  <a:lnTo>
                    <a:pt x="373976" y="467321"/>
                  </a:lnTo>
                  <a:lnTo>
                    <a:pt x="373976" y="474941"/>
                  </a:lnTo>
                  <a:close/>
                </a:path>
                <a:path w="952500" h="474979">
                  <a:moveTo>
                    <a:pt x="320636" y="474941"/>
                  </a:moveTo>
                  <a:lnTo>
                    <a:pt x="290156" y="474941"/>
                  </a:lnTo>
                  <a:lnTo>
                    <a:pt x="290156" y="467321"/>
                  </a:lnTo>
                  <a:lnTo>
                    <a:pt x="320636" y="467321"/>
                  </a:lnTo>
                  <a:lnTo>
                    <a:pt x="320636" y="474941"/>
                  </a:lnTo>
                  <a:close/>
                </a:path>
                <a:path w="952500" h="474979">
                  <a:moveTo>
                    <a:pt x="267296" y="474941"/>
                  </a:moveTo>
                  <a:lnTo>
                    <a:pt x="236816" y="474941"/>
                  </a:lnTo>
                  <a:lnTo>
                    <a:pt x="236816" y="467321"/>
                  </a:lnTo>
                  <a:lnTo>
                    <a:pt x="267296" y="467321"/>
                  </a:lnTo>
                  <a:lnTo>
                    <a:pt x="267296" y="474941"/>
                  </a:lnTo>
                  <a:close/>
                </a:path>
                <a:path w="952500" h="474979">
                  <a:moveTo>
                    <a:pt x="213956" y="474941"/>
                  </a:moveTo>
                  <a:lnTo>
                    <a:pt x="183476" y="474941"/>
                  </a:lnTo>
                  <a:lnTo>
                    <a:pt x="183476" y="467321"/>
                  </a:lnTo>
                  <a:lnTo>
                    <a:pt x="213956" y="467321"/>
                  </a:lnTo>
                  <a:lnTo>
                    <a:pt x="213956" y="474941"/>
                  </a:lnTo>
                  <a:close/>
                </a:path>
                <a:path w="952500" h="474979">
                  <a:moveTo>
                    <a:pt x="160616" y="474941"/>
                  </a:moveTo>
                  <a:lnTo>
                    <a:pt x="130136" y="474941"/>
                  </a:lnTo>
                  <a:lnTo>
                    <a:pt x="130136" y="467321"/>
                  </a:lnTo>
                  <a:lnTo>
                    <a:pt x="160616" y="467321"/>
                  </a:lnTo>
                  <a:lnTo>
                    <a:pt x="160616" y="474941"/>
                  </a:lnTo>
                  <a:close/>
                </a:path>
                <a:path w="952500" h="474979">
                  <a:moveTo>
                    <a:pt x="107276" y="474941"/>
                  </a:moveTo>
                  <a:lnTo>
                    <a:pt x="76796" y="474941"/>
                  </a:lnTo>
                  <a:lnTo>
                    <a:pt x="76796" y="467321"/>
                  </a:lnTo>
                  <a:lnTo>
                    <a:pt x="107276" y="467321"/>
                  </a:lnTo>
                  <a:lnTo>
                    <a:pt x="107276" y="474941"/>
                  </a:lnTo>
                  <a:close/>
                </a:path>
                <a:path w="952500" h="474979">
                  <a:moveTo>
                    <a:pt x="53936" y="474941"/>
                  </a:moveTo>
                  <a:lnTo>
                    <a:pt x="23456" y="474941"/>
                  </a:lnTo>
                  <a:lnTo>
                    <a:pt x="23456" y="467321"/>
                  </a:lnTo>
                  <a:lnTo>
                    <a:pt x="53936" y="467321"/>
                  </a:lnTo>
                  <a:lnTo>
                    <a:pt x="53936" y="474941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8244840" y="3292297"/>
            <a:ext cx="1701164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042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Generate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168021" y="4295622"/>
            <a:ext cx="1252220" cy="476884"/>
            <a:chOff x="6168021" y="4295622"/>
            <a:chExt cx="1252220" cy="476884"/>
          </a:xfrm>
        </p:grpSpPr>
        <p:sp>
          <p:nvSpPr>
            <p:cNvPr id="69" name="object 69"/>
            <p:cNvSpPr/>
            <p:nvPr/>
          </p:nvSpPr>
          <p:spPr>
            <a:xfrm>
              <a:off x="6172199" y="4299204"/>
              <a:ext cx="1243965" cy="469900"/>
            </a:xfrm>
            <a:custGeom>
              <a:avLst/>
              <a:gdLst/>
              <a:ahLst/>
              <a:cxnLst/>
              <a:rect l="l" t="t" r="r" b="b"/>
              <a:pathLst>
                <a:path w="1243965" h="469900">
                  <a:moveTo>
                    <a:pt x="1243583" y="469391"/>
                  </a:moveTo>
                  <a:lnTo>
                    <a:pt x="0" y="469391"/>
                  </a:lnTo>
                  <a:lnTo>
                    <a:pt x="0" y="0"/>
                  </a:lnTo>
                  <a:lnTo>
                    <a:pt x="1243583" y="0"/>
                  </a:lnTo>
                  <a:lnTo>
                    <a:pt x="1243583" y="469391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168021" y="4295622"/>
              <a:ext cx="1252220" cy="476884"/>
            </a:xfrm>
            <a:custGeom>
              <a:avLst/>
              <a:gdLst/>
              <a:ahLst/>
              <a:cxnLst/>
              <a:rect l="l" t="t" r="r" b="b"/>
              <a:pathLst>
                <a:path w="1252220" h="476885">
                  <a:moveTo>
                    <a:pt x="3810" y="472503"/>
                  </a:moveTo>
                  <a:lnTo>
                    <a:pt x="0" y="472503"/>
                  </a:lnTo>
                  <a:lnTo>
                    <a:pt x="0" y="442023"/>
                  </a:lnTo>
                  <a:lnTo>
                    <a:pt x="7620" y="442023"/>
                  </a:lnTo>
                  <a:lnTo>
                    <a:pt x="7620" y="468693"/>
                  </a:lnTo>
                  <a:lnTo>
                    <a:pt x="3810" y="468693"/>
                  </a:lnTo>
                  <a:lnTo>
                    <a:pt x="3810" y="472503"/>
                  </a:lnTo>
                  <a:close/>
                </a:path>
                <a:path w="1252220" h="476885">
                  <a:moveTo>
                    <a:pt x="16573" y="476313"/>
                  </a:moveTo>
                  <a:lnTo>
                    <a:pt x="3810" y="476313"/>
                  </a:lnTo>
                  <a:lnTo>
                    <a:pt x="3810" y="468693"/>
                  </a:lnTo>
                  <a:lnTo>
                    <a:pt x="7620" y="468693"/>
                  </a:lnTo>
                  <a:lnTo>
                    <a:pt x="7620" y="472503"/>
                  </a:lnTo>
                  <a:lnTo>
                    <a:pt x="16573" y="472503"/>
                  </a:lnTo>
                  <a:lnTo>
                    <a:pt x="16573" y="476313"/>
                  </a:lnTo>
                  <a:close/>
                </a:path>
                <a:path w="1252220" h="476885">
                  <a:moveTo>
                    <a:pt x="16573" y="472503"/>
                  </a:moveTo>
                  <a:lnTo>
                    <a:pt x="7620" y="472503"/>
                  </a:lnTo>
                  <a:lnTo>
                    <a:pt x="7620" y="468693"/>
                  </a:lnTo>
                  <a:lnTo>
                    <a:pt x="16573" y="468693"/>
                  </a:lnTo>
                  <a:lnTo>
                    <a:pt x="16573" y="472503"/>
                  </a:lnTo>
                  <a:close/>
                </a:path>
                <a:path w="1252220" h="476885">
                  <a:moveTo>
                    <a:pt x="7620" y="419163"/>
                  </a:moveTo>
                  <a:lnTo>
                    <a:pt x="0" y="419163"/>
                  </a:lnTo>
                  <a:lnTo>
                    <a:pt x="0" y="388683"/>
                  </a:lnTo>
                  <a:lnTo>
                    <a:pt x="7620" y="388683"/>
                  </a:lnTo>
                  <a:lnTo>
                    <a:pt x="7620" y="419163"/>
                  </a:lnTo>
                  <a:close/>
                </a:path>
                <a:path w="1252220" h="476885">
                  <a:moveTo>
                    <a:pt x="7620" y="365823"/>
                  </a:moveTo>
                  <a:lnTo>
                    <a:pt x="0" y="365823"/>
                  </a:lnTo>
                  <a:lnTo>
                    <a:pt x="0" y="335343"/>
                  </a:lnTo>
                  <a:lnTo>
                    <a:pt x="7620" y="335343"/>
                  </a:lnTo>
                  <a:lnTo>
                    <a:pt x="7620" y="365823"/>
                  </a:lnTo>
                  <a:close/>
                </a:path>
                <a:path w="1252220" h="476885">
                  <a:moveTo>
                    <a:pt x="7620" y="312483"/>
                  </a:moveTo>
                  <a:lnTo>
                    <a:pt x="0" y="312483"/>
                  </a:lnTo>
                  <a:lnTo>
                    <a:pt x="0" y="282003"/>
                  </a:lnTo>
                  <a:lnTo>
                    <a:pt x="7620" y="282003"/>
                  </a:lnTo>
                  <a:lnTo>
                    <a:pt x="7620" y="312483"/>
                  </a:lnTo>
                  <a:close/>
                </a:path>
                <a:path w="1252220" h="476885">
                  <a:moveTo>
                    <a:pt x="7620" y="259143"/>
                  </a:moveTo>
                  <a:lnTo>
                    <a:pt x="0" y="259143"/>
                  </a:lnTo>
                  <a:lnTo>
                    <a:pt x="0" y="228663"/>
                  </a:lnTo>
                  <a:lnTo>
                    <a:pt x="7620" y="228663"/>
                  </a:lnTo>
                  <a:lnTo>
                    <a:pt x="7620" y="259143"/>
                  </a:lnTo>
                  <a:close/>
                </a:path>
                <a:path w="1252220" h="476885">
                  <a:moveTo>
                    <a:pt x="7620" y="205803"/>
                  </a:moveTo>
                  <a:lnTo>
                    <a:pt x="0" y="205803"/>
                  </a:lnTo>
                  <a:lnTo>
                    <a:pt x="0" y="175323"/>
                  </a:lnTo>
                  <a:lnTo>
                    <a:pt x="7620" y="175323"/>
                  </a:lnTo>
                  <a:lnTo>
                    <a:pt x="7620" y="205803"/>
                  </a:lnTo>
                  <a:close/>
                </a:path>
                <a:path w="1252220" h="476885">
                  <a:moveTo>
                    <a:pt x="7620" y="152463"/>
                  </a:moveTo>
                  <a:lnTo>
                    <a:pt x="0" y="152463"/>
                  </a:lnTo>
                  <a:lnTo>
                    <a:pt x="0" y="121983"/>
                  </a:lnTo>
                  <a:lnTo>
                    <a:pt x="7620" y="121983"/>
                  </a:lnTo>
                  <a:lnTo>
                    <a:pt x="7620" y="152463"/>
                  </a:lnTo>
                  <a:close/>
                </a:path>
                <a:path w="1252220" h="476885">
                  <a:moveTo>
                    <a:pt x="7620" y="99123"/>
                  </a:moveTo>
                  <a:lnTo>
                    <a:pt x="0" y="99123"/>
                  </a:lnTo>
                  <a:lnTo>
                    <a:pt x="0" y="68643"/>
                  </a:lnTo>
                  <a:lnTo>
                    <a:pt x="7620" y="68643"/>
                  </a:lnTo>
                  <a:lnTo>
                    <a:pt x="7620" y="99123"/>
                  </a:lnTo>
                  <a:close/>
                </a:path>
                <a:path w="1252220" h="476885">
                  <a:moveTo>
                    <a:pt x="7620" y="45783"/>
                  </a:moveTo>
                  <a:lnTo>
                    <a:pt x="0" y="45783"/>
                  </a:lnTo>
                  <a:lnTo>
                    <a:pt x="0" y="15303"/>
                  </a:lnTo>
                  <a:lnTo>
                    <a:pt x="7620" y="15303"/>
                  </a:lnTo>
                  <a:lnTo>
                    <a:pt x="7620" y="45783"/>
                  </a:lnTo>
                  <a:close/>
                </a:path>
                <a:path w="1252220" h="476885">
                  <a:moveTo>
                    <a:pt x="45669" y="7620"/>
                  </a:moveTo>
                  <a:lnTo>
                    <a:pt x="15189" y="7620"/>
                  </a:lnTo>
                  <a:lnTo>
                    <a:pt x="15189" y="0"/>
                  </a:lnTo>
                  <a:lnTo>
                    <a:pt x="45669" y="0"/>
                  </a:lnTo>
                  <a:lnTo>
                    <a:pt x="45669" y="7620"/>
                  </a:lnTo>
                  <a:close/>
                </a:path>
                <a:path w="1252220" h="476885">
                  <a:moveTo>
                    <a:pt x="99009" y="7620"/>
                  </a:moveTo>
                  <a:lnTo>
                    <a:pt x="68529" y="7620"/>
                  </a:lnTo>
                  <a:lnTo>
                    <a:pt x="68529" y="0"/>
                  </a:lnTo>
                  <a:lnTo>
                    <a:pt x="99009" y="0"/>
                  </a:lnTo>
                  <a:lnTo>
                    <a:pt x="99009" y="7620"/>
                  </a:lnTo>
                  <a:close/>
                </a:path>
                <a:path w="1252220" h="476885">
                  <a:moveTo>
                    <a:pt x="152349" y="7620"/>
                  </a:moveTo>
                  <a:lnTo>
                    <a:pt x="121869" y="7620"/>
                  </a:lnTo>
                  <a:lnTo>
                    <a:pt x="121869" y="0"/>
                  </a:lnTo>
                  <a:lnTo>
                    <a:pt x="152349" y="0"/>
                  </a:lnTo>
                  <a:lnTo>
                    <a:pt x="152349" y="7620"/>
                  </a:lnTo>
                  <a:close/>
                </a:path>
                <a:path w="1252220" h="476885">
                  <a:moveTo>
                    <a:pt x="205689" y="7620"/>
                  </a:moveTo>
                  <a:lnTo>
                    <a:pt x="175209" y="7620"/>
                  </a:lnTo>
                  <a:lnTo>
                    <a:pt x="175209" y="0"/>
                  </a:lnTo>
                  <a:lnTo>
                    <a:pt x="205689" y="0"/>
                  </a:lnTo>
                  <a:lnTo>
                    <a:pt x="205689" y="7620"/>
                  </a:lnTo>
                  <a:close/>
                </a:path>
                <a:path w="1252220" h="476885">
                  <a:moveTo>
                    <a:pt x="259029" y="7620"/>
                  </a:moveTo>
                  <a:lnTo>
                    <a:pt x="228549" y="7620"/>
                  </a:lnTo>
                  <a:lnTo>
                    <a:pt x="228549" y="0"/>
                  </a:lnTo>
                  <a:lnTo>
                    <a:pt x="259029" y="0"/>
                  </a:lnTo>
                  <a:lnTo>
                    <a:pt x="259029" y="7620"/>
                  </a:lnTo>
                  <a:close/>
                </a:path>
                <a:path w="1252220" h="476885">
                  <a:moveTo>
                    <a:pt x="312369" y="7620"/>
                  </a:moveTo>
                  <a:lnTo>
                    <a:pt x="281889" y="7620"/>
                  </a:lnTo>
                  <a:lnTo>
                    <a:pt x="281889" y="0"/>
                  </a:lnTo>
                  <a:lnTo>
                    <a:pt x="312369" y="0"/>
                  </a:lnTo>
                  <a:lnTo>
                    <a:pt x="312369" y="7620"/>
                  </a:lnTo>
                  <a:close/>
                </a:path>
                <a:path w="1252220" h="476885">
                  <a:moveTo>
                    <a:pt x="365709" y="7620"/>
                  </a:moveTo>
                  <a:lnTo>
                    <a:pt x="335229" y="7620"/>
                  </a:lnTo>
                  <a:lnTo>
                    <a:pt x="335229" y="0"/>
                  </a:lnTo>
                  <a:lnTo>
                    <a:pt x="365709" y="0"/>
                  </a:lnTo>
                  <a:lnTo>
                    <a:pt x="365709" y="7620"/>
                  </a:lnTo>
                  <a:close/>
                </a:path>
                <a:path w="1252220" h="476885">
                  <a:moveTo>
                    <a:pt x="419049" y="7620"/>
                  </a:moveTo>
                  <a:lnTo>
                    <a:pt x="388569" y="7620"/>
                  </a:lnTo>
                  <a:lnTo>
                    <a:pt x="388569" y="0"/>
                  </a:lnTo>
                  <a:lnTo>
                    <a:pt x="419049" y="0"/>
                  </a:lnTo>
                  <a:lnTo>
                    <a:pt x="419049" y="7620"/>
                  </a:lnTo>
                  <a:close/>
                </a:path>
                <a:path w="1252220" h="476885">
                  <a:moveTo>
                    <a:pt x="472389" y="7620"/>
                  </a:moveTo>
                  <a:lnTo>
                    <a:pt x="441909" y="7620"/>
                  </a:lnTo>
                  <a:lnTo>
                    <a:pt x="441909" y="0"/>
                  </a:lnTo>
                  <a:lnTo>
                    <a:pt x="472389" y="0"/>
                  </a:lnTo>
                  <a:lnTo>
                    <a:pt x="472389" y="7620"/>
                  </a:lnTo>
                  <a:close/>
                </a:path>
                <a:path w="1252220" h="476885">
                  <a:moveTo>
                    <a:pt x="525729" y="7620"/>
                  </a:moveTo>
                  <a:lnTo>
                    <a:pt x="495249" y="7620"/>
                  </a:lnTo>
                  <a:lnTo>
                    <a:pt x="495249" y="0"/>
                  </a:lnTo>
                  <a:lnTo>
                    <a:pt x="525729" y="0"/>
                  </a:lnTo>
                  <a:lnTo>
                    <a:pt x="525729" y="7620"/>
                  </a:lnTo>
                  <a:close/>
                </a:path>
                <a:path w="1252220" h="476885">
                  <a:moveTo>
                    <a:pt x="579069" y="7620"/>
                  </a:moveTo>
                  <a:lnTo>
                    <a:pt x="548589" y="7620"/>
                  </a:lnTo>
                  <a:lnTo>
                    <a:pt x="548589" y="0"/>
                  </a:lnTo>
                  <a:lnTo>
                    <a:pt x="579069" y="0"/>
                  </a:lnTo>
                  <a:lnTo>
                    <a:pt x="579069" y="7620"/>
                  </a:lnTo>
                  <a:close/>
                </a:path>
                <a:path w="1252220" h="476885">
                  <a:moveTo>
                    <a:pt x="632409" y="7620"/>
                  </a:moveTo>
                  <a:lnTo>
                    <a:pt x="601929" y="7620"/>
                  </a:lnTo>
                  <a:lnTo>
                    <a:pt x="601929" y="0"/>
                  </a:lnTo>
                  <a:lnTo>
                    <a:pt x="632409" y="0"/>
                  </a:lnTo>
                  <a:lnTo>
                    <a:pt x="632409" y="7620"/>
                  </a:lnTo>
                  <a:close/>
                </a:path>
                <a:path w="1252220" h="476885">
                  <a:moveTo>
                    <a:pt x="685749" y="7620"/>
                  </a:moveTo>
                  <a:lnTo>
                    <a:pt x="655269" y="7620"/>
                  </a:lnTo>
                  <a:lnTo>
                    <a:pt x="655269" y="0"/>
                  </a:lnTo>
                  <a:lnTo>
                    <a:pt x="685749" y="0"/>
                  </a:lnTo>
                  <a:lnTo>
                    <a:pt x="685749" y="7620"/>
                  </a:lnTo>
                  <a:close/>
                </a:path>
                <a:path w="1252220" h="476885">
                  <a:moveTo>
                    <a:pt x="739089" y="7620"/>
                  </a:moveTo>
                  <a:lnTo>
                    <a:pt x="708609" y="7620"/>
                  </a:lnTo>
                  <a:lnTo>
                    <a:pt x="708609" y="0"/>
                  </a:lnTo>
                  <a:lnTo>
                    <a:pt x="739089" y="0"/>
                  </a:lnTo>
                  <a:lnTo>
                    <a:pt x="739089" y="7620"/>
                  </a:lnTo>
                  <a:close/>
                </a:path>
                <a:path w="1252220" h="476885">
                  <a:moveTo>
                    <a:pt x="792429" y="7620"/>
                  </a:moveTo>
                  <a:lnTo>
                    <a:pt x="761949" y="7620"/>
                  </a:lnTo>
                  <a:lnTo>
                    <a:pt x="761949" y="0"/>
                  </a:lnTo>
                  <a:lnTo>
                    <a:pt x="792429" y="0"/>
                  </a:lnTo>
                  <a:lnTo>
                    <a:pt x="792429" y="7620"/>
                  </a:lnTo>
                  <a:close/>
                </a:path>
                <a:path w="1252220" h="476885">
                  <a:moveTo>
                    <a:pt x="845769" y="7620"/>
                  </a:moveTo>
                  <a:lnTo>
                    <a:pt x="815289" y="7620"/>
                  </a:lnTo>
                  <a:lnTo>
                    <a:pt x="815289" y="0"/>
                  </a:lnTo>
                  <a:lnTo>
                    <a:pt x="845769" y="0"/>
                  </a:lnTo>
                  <a:lnTo>
                    <a:pt x="845769" y="7620"/>
                  </a:lnTo>
                  <a:close/>
                </a:path>
                <a:path w="1252220" h="476885">
                  <a:moveTo>
                    <a:pt x="899109" y="7620"/>
                  </a:moveTo>
                  <a:lnTo>
                    <a:pt x="868629" y="7620"/>
                  </a:lnTo>
                  <a:lnTo>
                    <a:pt x="868629" y="0"/>
                  </a:lnTo>
                  <a:lnTo>
                    <a:pt x="899109" y="0"/>
                  </a:lnTo>
                  <a:lnTo>
                    <a:pt x="899109" y="7620"/>
                  </a:lnTo>
                  <a:close/>
                </a:path>
                <a:path w="1252220" h="476885">
                  <a:moveTo>
                    <a:pt x="952449" y="7620"/>
                  </a:moveTo>
                  <a:lnTo>
                    <a:pt x="921969" y="7620"/>
                  </a:lnTo>
                  <a:lnTo>
                    <a:pt x="921969" y="0"/>
                  </a:lnTo>
                  <a:lnTo>
                    <a:pt x="952449" y="0"/>
                  </a:lnTo>
                  <a:lnTo>
                    <a:pt x="952449" y="7620"/>
                  </a:lnTo>
                  <a:close/>
                </a:path>
                <a:path w="1252220" h="476885">
                  <a:moveTo>
                    <a:pt x="1005789" y="7620"/>
                  </a:moveTo>
                  <a:lnTo>
                    <a:pt x="975309" y="7620"/>
                  </a:lnTo>
                  <a:lnTo>
                    <a:pt x="975309" y="0"/>
                  </a:lnTo>
                  <a:lnTo>
                    <a:pt x="1005789" y="0"/>
                  </a:lnTo>
                  <a:lnTo>
                    <a:pt x="1005789" y="7620"/>
                  </a:lnTo>
                  <a:close/>
                </a:path>
                <a:path w="1252220" h="476885">
                  <a:moveTo>
                    <a:pt x="1059129" y="7620"/>
                  </a:moveTo>
                  <a:lnTo>
                    <a:pt x="1028649" y="7620"/>
                  </a:lnTo>
                  <a:lnTo>
                    <a:pt x="1028649" y="0"/>
                  </a:lnTo>
                  <a:lnTo>
                    <a:pt x="1059129" y="0"/>
                  </a:lnTo>
                  <a:lnTo>
                    <a:pt x="1059129" y="7620"/>
                  </a:lnTo>
                  <a:close/>
                </a:path>
                <a:path w="1252220" h="476885">
                  <a:moveTo>
                    <a:pt x="1112469" y="7620"/>
                  </a:moveTo>
                  <a:lnTo>
                    <a:pt x="1081989" y="7620"/>
                  </a:lnTo>
                  <a:lnTo>
                    <a:pt x="1081989" y="0"/>
                  </a:lnTo>
                  <a:lnTo>
                    <a:pt x="1112469" y="0"/>
                  </a:lnTo>
                  <a:lnTo>
                    <a:pt x="1112469" y="7620"/>
                  </a:lnTo>
                  <a:close/>
                </a:path>
                <a:path w="1252220" h="476885">
                  <a:moveTo>
                    <a:pt x="1165809" y="7620"/>
                  </a:moveTo>
                  <a:lnTo>
                    <a:pt x="1135329" y="7620"/>
                  </a:lnTo>
                  <a:lnTo>
                    <a:pt x="1135329" y="0"/>
                  </a:lnTo>
                  <a:lnTo>
                    <a:pt x="1165809" y="0"/>
                  </a:lnTo>
                  <a:lnTo>
                    <a:pt x="1165809" y="7620"/>
                  </a:lnTo>
                  <a:close/>
                </a:path>
                <a:path w="1252220" h="476885">
                  <a:moveTo>
                    <a:pt x="1219149" y="7620"/>
                  </a:moveTo>
                  <a:lnTo>
                    <a:pt x="1188669" y="7620"/>
                  </a:lnTo>
                  <a:lnTo>
                    <a:pt x="1188669" y="0"/>
                  </a:lnTo>
                  <a:lnTo>
                    <a:pt x="1219149" y="0"/>
                  </a:lnTo>
                  <a:lnTo>
                    <a:pt x="1219149" y="7620"/>
                  </a:lnTo>
                  <a:close/>
                </a:path>
                <a:path w="1252220" h="476885">
                  <a:moveTo>
                    <a:pt x="1244574" y="7620"/>
                  </a:moveTo>
                  <a:lnTo>
                    <a:pt x="1242009" y="7620"/>
                  </a:lnTo>
                  <a:lnTo>
                    <a:pt x="1242009" y="0"/>
                  </a:lnTo>
                  <a:lnTo>
                    <a:pt x="1252194" y="0"/>
                  </a:lnTo>
                  <a:lnTo>
                    <a:pt x="1252194" y="3810"/>
                  </a:lnTo>
                  <a:lnTo>
                    <a:pt x="1244574" y="3810"/>
                  </a:lnTo>
                  <a:lnTo>
                    <a:pt x="1244574" y="7620"/>
                  </a:lnTo>
                  <a:close/>
                </a:path>
                <a:path w="1252220" h="476885">
                  <a:moveTo>
                    <a:pt x="1252194" y="27914"/>
                  </a:moveTo>
                  <a:lnTo>
                    <a:pt x="1244574" y="27914"/>
                  </a:lnTo>
                  <a:lnTo>
                    <a:pt x="1244574" y="3810"/>
                  </a:lnTo>
                  <a:lnTo>
                    <a:pt x="1248384" y="7620"/>
                  </a:lnTo>
                  <a:lnTo>
                    <a:pt x="1252194" y="7620"/>
                  </a:lnTo>
                  <a:lnTo>
                    <a:pt x="1252194" y="27914"/>
                  </a:lnTo>
                  <a:close/>
                </a:path>
                <a:path w="1252220" h="476885">
                  <a:moveTo>
                    <a:pt x="1252194" y="7620"/>
                  </a:moveTo>
                  <a:lnTo>
                    <a:pt x="1248384" y="7620"/>
                  </a:lnTo>
                  <a:lnTo>
                    <a:pt x="1244574" y="3810"/>
                  </a:lnTo>
                  <a:lnTo>
                    <a:pt x="1252194" y="3810"/>
                  </a:lnTo>
                  <a:lnTo>
                    <a:pt x="1252194" y="7620"/>
                  </a:lnTo>
                  <a:close/>
                </a:path>
                <a:path w="1252220" h="476885">
                  <a:moveTo>
                    <a:pt x="1252194" y="81254"/>
                  </a:moveTo>
                  <a:lnTo>
                    <a:pt x="1244574" y="81254"/>
                  </a:lnTo>
                  <a:lnTo>
                    <a:pt x="1244574" y="50774"/>
                  </a:lnTo>
                  <a:lnTo>
                    <a:pt x="1252194" y="50774"/>
                  </a:lnTo>
                  <a:lnTo>
                    <a:pt x="1252194" y="81254"/>
                  </a:lnTo>
                  <a:close/>
                </a:path>
                <a:path w="1252220" h="476885">
                  <a:moveTo>
                    <a:pt x="1252194" y="134594"/>
                  </a:moveTo>
                  <a:lnTo>
                    <a:pt x="1244574" y="134594"/>
                  </a:lnTo>
                  <a:lnTo>
                    <a:pt x="1244574" y="104114"/>
                  </a:lnTo>
                  <a:lnTo>
                    <a:pt x="1252194" y="104114"/>
                  </a:lnTo>
                  <a:lnTo>
                    <a:pt x="1252194" y="134594"/>
                  </a:lnTo>
                  <a:close/>
                </a:path>
                <a:path w="1252220" h="476885">
                  <a:moveTo>
                    <a:pt x="1252194" y="187934"/>
                  </a:moveTo>
                  <a:lnTo>
                    <a:pt x="1244574" y="187934"/>
                  </a:lnTo>
                  <a:lnTo>
                    <a:pt x="1244574" y="157454"/>
                  </a:lnTo>
                  <a:lnTo>
                    <a:pt x="1252194" y="157454"/>
                  </a:lnTo>
                  <a:lnTo>
                    <a:pt x="1252194" y="187934"/>
                  </a:lnTo>
                  <a:close/>
                </a:path>
                <a:path w="1252220" h="476885">
                  <a:moveTo>
                    <a:pt x="1252194" y="241274"/>
                  </a:moveTo>
                  <a:lnTo>
                    <a:pt x="1244574" y="241274"/>
                  </a:lnTo>
                  <a:lnTo>
                    <a:pt x="1244574" y="210794"/>
                  </a:lnTo>
                  <a:lnTo>
                    <a:pt x="1252194" y="210794"/>
                  </a:lnTo>
                  <a:lnTo>
                    <a:pt x="1252194" y="241274"/>
                  </a:lnTo>
                  <a:close/>
                </a:path>
                <a:path w="1252220" h="476885">
                  <a:moveTo>
                    <a:pt x="1252194" y="294614"/>
                  </a:moveTo>
                  <a:lnTo>
                    <a:pt x="1244574" y="294614"/>
                  </a:lnTo>
                  <a:lnTo>
                    <a:pt x="1244574" y="264134"/>
                  </a:lnTo>
                  <a:lnTo>
                    <a:pt x="1252194" y="264134"/>
                  </a:lnTo>
                  <a:lnTo>
                    <a:pt x="1252194" y="294614"/>
                  </a:lnTo>
                  <a:close/>
                </a:path>
                <a:path w="1252220" h="476885">
                  <a:moveTo>
                    <a:pt x="1252194" y="347954"/>
                  </a:moveTo>
                  <a:lnTo>
                    <a:pt x="1244574" y="347954"/>
                  </a:lnTo>
                  <a:lnTo>
                    <a:pt x="1244574" y="317474"/>
                  </a:lnTo>
                  <a:lnTo>
                    <a:pt x="1252194" y="317474"/>
                  </a:lnTo>
                  <a:lnTo>
                    <a:pt x="1252194" y="347954"/>
                  </a:lnTo>
                  <a:close/>
                </a:path>
                <a:path w="1252220" h="476885">
                  <a:moveTo>
                    <a:pt x="1252194" y="401294"/>
                  </a:moveTo>
                  <a:lnTo>
                    <a:pt x="1244574" y="401294"/>
                  </a:lnTo>
                  <a:lnTo>
                    <a:pt x="1244574" y="370814"/>
                  </a:lnTo>
                  <a:lnTo>
                    <a:pt x="1252194" y="370814"/>
                  </a:lnTo>
                  <a:lnTo>
                    <a:pt x="1252194" y="401294"/>
                  </a:lnTo>
                  <a:close/>
                </a:path>
                <a:path w="1252220" h="476885">
                  <a:moveTo>
                    <a:pt x="1252194" y="454634"/>
                  </a:moveTo>
                  <a:lnTo>
                    <a:pt x="1244574" y="454634"/>
                  </a:lnTo>
                  <a:lnTo>
                    <a:pt x="1244574" y="424154"/>
                  </a:lnTo>
                  <a:lnTo>
                    <a:pt x="1252194" y="424154"/>
                  </a:lnTo>
                  <a:lnTo>
                    <a:pt x="1252194" y="454634"/>
                  </a:lnTo>
                  <a:close/>
                </a:path>
                <a:path w="1252220" h="476885">
                  <a:moveTo>
                    <a:pt x="1243393" y="476313"/>
                  </a:moveTo>
                  <a:lnTo>
                    <a:pt x="1212913" y="476313"/>
                  </a:lnTo>
                  <a:lnTo>
                    <a:pt x="1212913" y="468693"/>
                  </a:lnTo>
                  <a:lnTo>
                    <a:pt x="1243393" y="468693"/>
                  </a:lnTo>
                  <a:lnTo>
                    <a:pt x="1243393" y="476313"/>
                  </a:lnTo>
                  <a:close/>
                </a:path>
                <a:path w="1252220" h="476885">
                  <a:moveTo>
                    <a:pt x="1190053" y="476313"/>
                  </a:moveTo>
                  <a:lnTo>
                    <a:pt x="1159573" y="476313"/>
                  </a:lnTo>
                  <a:lnTo>
                    <a:pt x="1159573" y="468693"/>
                  </a:lnTo>
                  <a:lnTo>
                    <a:pt x="1190053" y="468693"/>
                  </a:lnTo>
                  <a:lnTo>
                    <a:pt x="1190053" y="476313"/>
                  </a:lnTo>
                  <a:close/>
                </a:path>
                <a:path w="1252220" h="476885">
                  <a:moveTo>
                    <a:pt x="1136713" y="476313"/>
                  </a:moveTo>
                  <a:lnTo>
                    <a:pt x="1106233" y="476313"/>
                  </a:lnTo>
                  <a:lnTo>
                    <a:pt x="1106233" y="468693"/>
                  </a:lnTo>
                  <a:lnTo>
                    <a:pt x="1136713" y="468693"/>
                  </a:lnTo>
                  <a:lnTo>
                    <a:pt x="1136713" y="476313"/>
                  </a:lnTo>
                  <a:close/>
                </a:path>
                <a:path w="1252220" h="476885">
                  <a:moveTo>
                    <a:pt x="1083373" y="476313"/>
                  </a:moveTo>
                  <a:lnTo>
                    <a:pt x="1052893" y="476313"/>
                  </a:lnTo>
                  <a:lnTo>
                    <a:pt x="1052893" y="468693"/>
                  </a:lnTo>
                  <a:lnTo>
                    <a:pt x="1083373" y="468693"/>
                  </a:lnTo>
                  <a:lnTo>
                    <a:pt x="1083373" y="476313"/>
                  </a:lnTo>
                  <a:close/>
                </a:path>
                <a:path w="1252220" h="476885">
                  <a:moveTo>
                    <a:pt x="1030033" y="476313"/>
                  </a:moveTo>
                  <a:lnTo>
                    <a:pt x="999553" y="476313"/>
                  </a:lnTo>
                  <a:lnTo>
                    <a:pt x="999553" y="468693"/>
                  </a:lnTo>
                  <a:lnTo>
                    <a:pt x="1030033" y="468693"/>
                  </a:lnTo>
                  <a:lnTo>
                    <a:pt x="1030033" y="476313"/>
                  </a:lnTo>
                  <a:close/>
                </a:path>
                <a:path w="1252220" h="476885">
                  <a:moveTo>
                    <a:pt x="976693" y="476313"/>
                  </a:moveTo>
                  <a:lnTo>
                    <a:pt x="946213" y="476313"/>
                  </a:lnTo>
                  <a:lnTo>
                    <a:pt x="946213" y="468693"/>
                  </a:lnTo>
                  <a:lnTo>
                    <a:pt x="976693" y="468693"/>
                  </a:lnTo>
                  <a:lnTo>
                    <a:pt x="976693" y="476313"/>
                  </a:lnTo>
                  <a:close/>
                </a:path>
                <a:path w="1252220" h="476885">
                  <a:moveTo>
                    <a:pt x="923353" y="476313"/>
                  </a:moveTo>
                  <a:lnTo>
                    <a:pt x="892873" y="476313"/>
                  </a:lnTo>
                  <a:lnTo>
                    <a:pt x="892873" y="468693"/>
                  </a:lnTo>
                  <a:lnTo>
                    <a:pt x="923353" y="468693"/>
                  </a:lnTo>
                  <a:lnTo>
                    <a:pt x="923353" y="476313"/>
                  </a:lnTo>
                  <a:close/>
                </a:path>
                <a:path w="1252220" h="476885">
                  <a:moveTo>
                    <a:pt x="870013" y="476313"/>
                  </a:moveTo>
                  <a:lnTo>
                    <a:pt x="839533" y="476313"/>
                  </a:lnTo>
                  <a:lnTo>
                    <a:pt x="839533" y="468693"/>
                  </a:lnTo>
                  <a:lnTo>
                    <a:pt x="870013" y="468693"/>
                  </a:lnTo>
                  <a:lnTo>
                    <a:pt x="870013" y="476313"/>
                  </a:lnTo>
                  <a:close/>
                </a:path>
                <a:path w="1252220" h="476885">
                  <a:moveTo>
                    <a:pt x="816673" y="476313"/>
                  </a:moveTo>
                  <a:lnTo>
                    <a:pt x="786193" y="476313"/>
                  </a:lnTo>
                  <a:lnTo>
                    <a:pt x="786193" y="468693"/>
                  </a:lnTo>
                  <a:lnTo>
                    <a:pt x="816673" y="468693"/>
                  </a:lnTo>
                  <a:lnTo>
                    <a:pt x="816673" y="476313"/>
                  </a:lnTo>
                  <a:close/>
                </a:path>
                <a:path w="1252220" h="476885">
                  <a:moveTo>
                    <a:pt x="763333" y="476313"/>
                  </a:moveTo>
                  <a:lnTo>
                    <a:pt x="732853" y="476313"/>
                  </a:lnTo>
                  <a:lnTo>
                    <a:pt x="732853" y="468693"/>
                  </a:lnTo>
                  <a:lnTo>
                    <a:pt x="763333" y="468693"/>
                  </a:lnTo>
                  <a:lnTo>
                    <a:pt x="763333" y="476313"/>
                  </a:lnTo>
                  <a:close/>
                </a:path>
                <a:path w="1252220" h="476885">
                  <a:moveTo>
                    <a:pt x="709993" y="476313"/>
                  </a:moveTo>
                  <a:lnTo>
                    <a:pt x="679513" y="476313"/>
                  </a:lnTo>
                  <a:lnTo>
                    <a:pt x="679513" y="468693"/>
                  </a:lnTo>
                  <a:lnTo>
                    <a:pt x="709993" y="468693"/>
                  </a:lnTo>
                  <a:lnTo>
                    <a:pt x="709993" y="476313"/>
                  </a:lnTo>
                  <a:close/>
                </a:path>
                <a:path w="1252220" h="476885">
                  <a:moveTo>
                    <a:pt x="656653" y="476313"/>
                  </a:moveTo>
                  <a:lnTo>
                    <a:pt x="626173" y="476313"/>
                  </a:lnTo>
                  <a:lnTo>
                    <a:pt x="626173" y="468693"/>
                  </a:lnTo>
                  <a:lnTo>
                    <a:pt x="656653" y="468693"/>
                  </a:lnTo>
                  <a:lnTo>
                    <a:pt x="656653" y="476313"/>
                  </a:lnTo>
                  <a:close/>
                </a:path>
                <a:path w="1252220" h="476885">
                  <a:moveTo>
                    <a:pt x="603313" y="476313"/>
                  </a:moveTo>
                  <a:lnTo>
                    <a:pt x="572833" y="476313"/>
                  </a:lnTo>
                  <a:lnTo>
                    <a:pt x="572833" y="468693"/>
                  </a:lnTo>
                  <a:lnTo>
                    <a:pt x="603313" y="468693"/>
                  </a:lnTo>
                  <a:lnTo>
                    <a:pt x="603313" y="476313"/>
                  </a:lnTo>
                  <a:close/>
                </a:path>
                <a:path w="1252220" h="476885">
                  <a:moveTo>
                    <a:pt x="549973" y="476313"/>
                  </a:moveTo>
                  <a:lnTo>
                    <a:pt x="519493" y="476313"/>
                  </a:lnTo>
                  <a:lnTo>
                    <a:pt x="519493" y="468693"/>
                  </a:lnTo>
                  <a:lnTo>
                    <a:pt x="549973" y="468693"/>
                  </a:lnTo>
                  <a:lnTo>
                    <a:pt x="549973" y="476313"/>
                  </a:lnTo>
                  <a:close/>
                </a:path>
                <a:path w="1252220" h="476885">
                  <a:moveTo>
                    <a:pt x="496633" y="476313"/>
                  </a:moveTo>
                  <a:lnTo>
                    <a:pt x="466153" y="476313"/>
                  </a:lnTo>
                  <a:lnTo>
                    <a:pt x="466153" y="468693"/>
                  </a:lnTo>
                  <a:lnTo>
                    <a:pt x="496633" y="468693"/>
                  </a:lnTo>
                  <a:lnTo>
                    <a:pt x="496633" y="476313"/>
                  </a:lnTo>
                  <a:close/>
                </a:path>
                <a:path w="1252220" h="476885">
                  <a:moveTo>
                    <a:pt x="443293" y="476313"/>
                  </a:moveTo>
                  <a:lnTo>
                    <a:pt x="412813" y="476313"/>
                  </a:lnTo>
                  <a:lnTo>
                    <a:pt x="412813" y="468693"/>
                  </a:lnTo>
                  <a:lnTo>
                    <a:pt x="443293" y="468693"/>
                  </a:lnTo>
                  <a:lnTo>
                    <a:pt x="443293" y="476313"/>
                  </a:lnTo>
                  <a:close/>
                </a:path>
                <a:path w="1252220" h="476885">
                  <a:moveTo>
                    <a:pt x="389953" y="476313"/>
                  </a:moveTo>
                  <a:lnTo>
                    <a:pt x="359473" y="476313"/>
                  </a:lnTo>
                  <a:lnTo>
                    <a:pt x="359473" y="468693"/>
                  </a:lnTo>
                  <a:lnTo>
                    <a:pt x="389953" y="468693"/>
                  </a:lnTo>
                  <a:lnTo>
                    <a:pt x="389953" y="476313"/>
                  </a:lnTo>
                  <a:close/>
                </a:path>
                <a:path w="1252220" h="476885">
                  <a:moveTo>
                    <a:pt x="336613" y="476313"/>
                  </a:moveTo>
                  <a:lnTo>
                    <a:pt x="306133" y="476313"/>
                  </a:lnTo>
                  <a:lnTo>
                    <a:pt x="306133" y="468693"/>
                  </a:lnTo>
                  <a:lnTo>
                    <a:pt x="336613" y="468693"/>
                  </a:lnTo>
                  <a:lnTo>
                    <a:pt x="336613" y="476313"/>
                  </a:lnTo>
                  <a:close/>
                </a:path>
                <a:path w="1252220" h="476885">
                  <a:moveTo>
                    <a:pt x="283273" y="476313"/>
                  </a:moveTo>
                  <a:lnTo>
                    <a:pt x="252793" y="476313"/>
                  </a:lnTo>
                  <a:lnTo>
                    <a:pt x="252793" y="468693"/>
                  </a:lnTo>
                  <a:lnTo>
                    <a:pt x="283273" y="468693"/>
                  </a:lnTo>
                  <a:lnTo>
                    <a:pt x="283273" y="476313"/>
                  </a:lnTo>
                  <a:close/>
                </a:path>
                <a:path w="1252220" h="476885">
                  <a:moveTo>
                    <a:pt x="229933" y="476313"/>
                  </a:moveTo>
                  <a:lnTo>
                    <a:pt x="199453" y="476313"/>
                  </a:lnTo>
                  <a:lnTo>
                    <a:pt x="199453" y="468693"/>
                  </a:lnTo>
                  <a:lnTo>
                    <a:pt x="229933" y="468693"/>
                  </a:lnTo>
                  <a:lnTo>
                    <a:pt x="229933" y="476313"/>
                  </a:lnTo>
                  <a:close/>
                </a:path>
                <a:path w="1252220" h="476885">
                  <a:moveTo>
                    <a:pt x="176593" y="476313"/>
                  </a:moveTo>
                  <a:lnTo>
                    <a:pt x="146113" y="476313"/>
                  </a:lnTo>
                  <a:lnTo>
                    <a:pt x="146113" y="468693"/>
                  </a:lnTo>
                  <a:lnTo>
                    <a:pt x="176593" y="468693"/>
                  </a:lnTo>
                  <a:lnTo>
                    <a:pt x="176593" y="476313"/>
                  </a:lnTo>
                  <a:close/>
                </a:path>
                <a:path w="1252220" h="476885">
                  <a:moveTo>
                    <a:pt x="123253" y="476313"/>
                  </a:moveTo>
                  <a:lnTo>
                    <a:pt x="92773" y="476313"/>
                  </a:lnTo>
                  <a:lnTo>
                    <a:pt x="92773" y="468693"/>
                  </a:lnTo>
                  <a:lnTo>
                    <a:pt x="123253" y="468693"/>
                  </a:lnTo>
                  <a:lnTo>
                    <a:pt x="123253" y="476313"/>
                  </a:lnTo>
                  <a:close/>
                </a:path>
                <a:path w="1252220" h="476885">
                  <a:moveTo>
                    <a:pt x="69913" y="476313"/>
                  </a:moveTo>
                  <a:lnTo>
                    <a:pt x="39433" y="476313"/>
                  </a:lnTo>
                  <a:lnTo>
                    <a:pt x="39433" y="468693"/>
                  </a:lnTo>
                  <a:lnTo>
                    <a:pt x="69913" y="468693"/>
                  </a:lnTo>
                  <a:lnTo>
                    <a:pt x="69913" y="47631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431546" y="4370552"/>
            <a:ext cx="736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Rewrite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7412596" y="4295622"/>
            <a:ext cx="1247775" cy="476884"/>
            <a:chOff x="7412596" y="4295622"/>
            <a:chExt cx="1247775" cy="476884"/>
          </a:xfrm>
        </p:grpSpPr>
        <p:sp>
          <p:nvSpPr>
            <p:cNvPr id="73" name="object 73"/>
            <p:cNvSpPr/>
            <p:nvPr/>
          </p:nvSpPr>
          <p:spPr>
            <a:xfrm>
              <a:off x="7415784" y="4299204"/>
              <a:ext cx="1240790" cy="469900"/>
            </a:xfrm>
            <a:custGeom>
              <a:avLst/>
              <a:gdLst/>
              <a:ahLst/>
              <a:cxnLst/>
              <a:rect l="l" t="t" r="r" b="b"/>
              <a:pathLst>
                <a:path w="1240790" h="469900">
                  <a:moveTo>
                    <a:pt x="1240535" y="469391"/>
                  </a:moveTo>
                  <a:lnTo>
                    <a:pt x="0" y="469391"/>
                  </a:lnTo>
                  <a:lnTo>
                    <a:pt x="0" y="0"/>
                  </a:lnTo>
                  <a:lnTo>
                    <a:pt x="1240535" y="0"/>
                  </a:lnTo>
                  <a:lnTo>
                    <a:pt x="1240535" y="469391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412596" y="4295622"/>
              <a:ext cx="1247775" cy="476884"/>
            </a:xfrm>
            <a:custGeom>
              <a:avLst/>
              <a:gdLst/>
              <a:ahLst/>
              <a:cxnLst/>
              <a:rect l="l" t="t" r="r" b="b"/>
              <a:pathLst>
                <a:path w="1247775" h="476885">
                  <a:moveTo>
                    <a:pt x="3810" y="472503"/>
                  </a:moveTo>
                  <a:lnTo>
                    <a:pt x="0" y="472503"/>
                  </a:lnTo>
                  <a:lnTo>
                    <a:pt x="0" y="442023"/>
                  </a:lnTo>
                  <a:lnTo>
                    <a:pt x="7620" y="442023"/>
                  </a:lnTo>
                  <a:lnTo>
                    <a:pt x="7620" y="468693"/>
                  </a:lnTo>
                  <a:lnTo>
                    <a:pt x="3810" y="468693"/>
                  </a:lnTo>
                  <a:lnTo>
                    <a:pt x="3810" y="472503"/>
                  </a:lnTo>
                  <a:close/>
                </a:path>
                <a:path w="1247775" h="476885">
                  <a:moveTo>
                    <a:pt x="6642" y="476313"/>
                  </a:moveTo>
                  <a:lnTo>
                    <a:pt x="3810" y="476313"/>
                  </a:lnTo>
                  <a:lnTo>
                    <a:pt x="3810" y="468693"/>
                  </a:lnTo>
                  <a:lnTo>
                    <a:pt x="6642" y="468693"/>
                  </a:lnTo>
                  <a:lnTo>
                    <a:pt x="6642" y="476313"/>
                  </a:lnTo>
                  <a:close/>
                </a:path>
                <a:path w="1247775" h="476885">
                  <a:moveTo>
                    <a:pt x="7620" y="472503"/>
                  </a:moveTo>
                  <a:lnTo>
                    <a:pt x="6642" y="472503"/>
                  </a:lnTo>
                  <a:lnTo>
                    <a:pt x="6642" y="468693"/>
                  </a:lnTo>
                  <a:lnTo>
                    <a:pt x="7620" y="468693"/>
                  </a:lnTo>
                  <a:lnTo>
                    <a:pt x="7620" y="472503"/>
                  </a:lnTo>
                  <a:close/>
                </a:path>
                <a:path w="1247775" h="476885">
                  <a:moveTo>
                    <a:pt x="7620" y="419163"/>
                  </a:moveTo>
                  <a:lnTo>
                    <a:pt x="0" y="419163"/>
                  </a:lnTo>
                  <a:lnTo>
                    <a:pt x="0" y="388683"/>
                  </a:lnTo>
                  <a:lnTo>
                    <a:pt x="7620" y="388683"/>
                  </a:lnTo>
                  <a:lnTo>
                    <a:pt x="7620" y="419163"/>
                  </a:lnTo>
                  <a:close/>
                </a:path>
                <a:path w="1247775" h="476885">
                  <a:moveTo>
                    <a:pt x="7620" y="365823"/>
                  </a:moveTo>
                  <a:lnTo>
                    <a:pt x="0" y="365823"/>
                  </a:lnTo>
                  <a:lnTo>
                    <a:pt x="0" y="335343"/>
                  </a:lnTo>
                  <a:lnTo>
                    <a:pt x="7620" y="335343"/>
                  </a:lnTo>
                  <a:lnTo>
                    <a:pt x="7620" y="365823"/>
                  </a:lnTo>
                  <a:close/>
                </a:path>
                <a:path w="1247775" h="476885">
                  <a:moveTo>
                    <a:pt x="7620" y="312483"/>
                  </a:moveTo>
                  <a:lnTo>
                    <a:pt x="0" y="312483"/>
                  </a:lnTo>
                  <a:lnTo>
                    <a:pt x="0" y="282003"/>
                  </a:lnTo>
                  <a:lnTo>
                    <a:pt x="7620" y="282003"/>
                  </a:lnTo>
                  <a:lnTo>
                    <a:pt x="7620" y="312483"/>
                  </a:lnTo>
                  <a:close/>
                </a:path>
                <a:path w="1247775" h="476885">
                  <a:moveTo>
                    <a:pt x="7620" y="259143"/>
                  </a:moveTo>
                  <a:lnTo>
                    <a:pt x="0" y="259143"/>
                  </a:lnTo>
                  <a:lnTo>
                    <a:pt x="0" y="228663"/>
                  </a:lnTo>
                  <a:lnTo>
                    <a:pt x="7620" y="228663"/>
                  </a:lnTo>
                  <a:lnTo>
                    <a:pt x="7620" y="259143"/>
                  </a:lnTo>
                  <a:close/>
                </a:path>
                <a:path w="1247775" h="476885">
                  <a:moveTo>
                    <a:pt x="7620" y="205803"/>
                  </a:moveTo>
                  <a:lnTo>
                    <a:pt x="0" y="205803"/>
                  </a:lnTo>
                  <a:lnTo>
                    <a:pt x="0" y="175323"/>
                  </a:lnTo>
                  <a:lnTo>
                    <a:pt x="7620" y="175323"/>
                  </a:lnTo>
                  <a:lnTo>
                    <a:pt x="7620" y="205803"/>
                  </a:lnTo>
                  <a:close/>
                </a:path>
                <a:path w="1247775" h="476885">
                  <a:moveTo>
                    <a:pt x="7620" y="152463"/>
                  </a:moveTo>
                  <a:lnTo>
                    <a:pt x="0" y="152463"/>
                  </a:lnTo>
                  <a:lnTo>
                    <a:pt x="0" y="121983"/>
                  </a:lnTo>
                  <a:lnTo>
                    <a:pt x="7620" y="121983"/>
                  </a:lnTo>
                  <a:lnTo>
                    <a:pt x="7620" y="152463"/>
                  </a:lnTo>
                  <a:close/>
                </a:path>
                <a:path w="1247775" h="476885">
                  <a:moveTo>
                    <a:pt x="7620" y="99123"/>
                  </a:moveTo>
                  <a:lnTo>
                    <a:pt x="0" y="99123"/>
                  </a:lnTo>
                  <a:lnTo>
                    <a:pt x="0" y="68643"/>
                  </a:lnTo>
                  <a:lnTo>
                    <a:pt x="7620" y="68643"/>
                  </a:lnTo>
                  <a:lnTo>
                    <a:pt x="7620" y="99123"/>
                  </a:lnTo>
                  <a:close/>
                </a:path>
                <a:path w="1247775" h="476885">
                  <a:moveTo>
                    <a:pt x="7620" y="45783"/>
                  </a:moveTo>
                  <a:lnTo>
                    <a:pt x="0" y="45783"/>
                  </a:lnTo>
                  <a:lnTo>
                    <a:pt x="0" y="15303"/>
                  </a:lnTo>
                  <a:lnTo>
                    <a:pt x="7620" y="15303"/>
                  </a:lnTo>
                  <a:lnTo>
                    <a:pt x="7620" y="45783"/>
                  </a:lnTo>
                  <a:close/>
                </a:path>
                <a:path w="1247775" h="476885">
                  <a:moveTo>
                    <a:pt x="45669" y="7620"/>
                  </a:moveTo>
                  <a:lnTo>
                    <a:pt x="15189" y="7620"/>
                  </a:lnTo>
                  <a:lnTo>
                    <a:pt x="15189" y="0"/>
                  </a:lnTo>
                  <a:lnTo>
                    <a:pt x="45669" y="0"/>
                  </a:lnTo>
                  <a:lnTo>
                    <a:pt x="45669" y="7620"/>
                  </a:lnTo>
                  <a:close/>
                </a:path>
                <a:path w="1247775" h="476885">
                  <a:moveTo>
                    <a:pt x="99009" y="7620"/>
                  </a:moveTo>
                  <a:lnTo>
                    <a:pt x="68529" y="7620"/>
                  </a:lnTo>
                  <a:lnTo>
                    <a:pt x="68529" y="0"/>
                  </a:lnTo>
                  <a:lnTo>
                    <a:pt x="99009" y="0"/>
                  </a:lnTo>
                  <a:lnTo>
                    <a:pt x="99009" y="7620"/>
                  </a:lnTo>
                  <a:close/>
                </a:path>
                <a:path w="1247775" h="476885">
                  <a:moveTo>
                    <a:pt x="152349" y="7620"/>
                  </a:moveTo>
                  <a:lnTo>
                    <a:pt x="121869" y="7620"/>
                  </a:lnTo>
                  <a:lnTo>
                    <a:pt x="121869" y="0"/>
                  </a:lnTo>
                  <a:lnTo>
                    <a:pt x="152349" y="0"/>
                  </a:lnTo>
                  <a:lnTo>
                    <a:pt x="152349" y="7620"/>
                  </a:lnTo>
                  <a:close/>
                </a:path>
                <a:path w="1247775" h="476885">
                  <a:moveTo>
                    <a:pt x="205689" y="7620"/>
                  </a:moveTo>
                  <a:lnTo>
                    <a:pt x="175209" y="7620"/>
                  </a:lnTo>
                  <a:lnTo>
                    <a:pt x="175209" y="0"/>
                  </a:lnTo>
                  <a:lnTo>
                    <a:pt x="205689" y="0"/>
                  </a:lnTo>
                  <a:lnTo>
                    <a:pt x="205689" y="7620"/>
                  </a:lnTo>
                  <a:close/>
                </a:path>
                <a:path w="1247775" h="476885">
                  <a:moveTo>
                    <a:pt x="259029" y="7620"/>
                  </a:moveTo>
                  <a:lnTo>
                    <a:pt x="228549" y="7620"/>
                  </a:lnTo>
                  <a:lnTo>
                    <a:pt x="228549" y="0"/>
                  </a:lnTo>
                  <a:lnTo>
                    <a:pt x="259029" y="0"/>
                  </a:lnTo>
                  <a:lnTo>
                    <a:pt x="259029" y="7620"/>
                  </a:lnTo>
                  <a:close/>
                </a:path>
                <a:path w="1247775" h="476885">
                  <a:moveTo>
                    <a:pt x="312369" y="7620"/>
                  </a:moveTo>
                  <a:lnTo>
                    <a:pt x="281889" y="7620"/>
                  </a:lnTo>
                  <a:lnTo>
                    <a:pt x="281889" y="0"/>
                  </a:lnTo>
                  <a:lnTo>
                    <a:pt x="312369" y="0"/>
                  </a:lnTo>
                  <a:lnTo>
                    <a:pt x="312369" y="7620"/>
                  </a:lnTo>
                  <a:close/>
                </a:path>
                <a:path w="1247775" h="476885">
                  <a:moveTo>
                    <a:pt x="365709" y="7620"/>
                  </a:moveTo>
                  <a:lnTo>
                    <a:pt x="335229" y="7620"/>
                  </a:lnTo>
                  <a:lnTo>
                    <a:pt x="335229" y="0"/>
                  </a:lnTo>
                  <a:lnTo>
                    <a:pt x="365709" y="0"/>
                  </a:lnTo>
                  <a:lnTo>
                    <a:pt x="365709" y="7620"/>
                  </a:lnTo>
                  <a:close/>
                </a:path>
                <a:path w="1247775" h="476885">
                  <a:moveTo>
                    <a:pt x="419049" y="7620"/>
                  </a:moveTo>
                  <a:lnTo>
                    <a:pt x="388569" y="7620"/>
                  </a:lnTo>
                  <a:lnTo>
                    <a:pt x="388569" y="0"/>
                  </a:lnTo>
                  <a:lnTo>
                    <a:pt x="419049" y="0"/>
                  </a:lnTo>
                  <a:lnTo>
                    <a:pt x="419049" y="7620"/>
                  </a:lnTo>
                  <a:close/>
                </a:path>
                <a:path w="1247775" h="476885">
                  <a:moveTo>
                    <a:pt x="472389" y="7620"/>
                  </a:moveTo>
                  <a:lnTo>
                    <a:pt x="441909" y="7620"/>
                  </a:lnTo>
                  <a:lnTo>
                    <a:pt x="441909" y="0"/>
                  </a:lnTo>
                  <a:lnTo>
                    <a:pt x="472389" y="0"/>
                  </a:lnTo>
                  <a:lnTo>
                    <a:pt x="472389" y="7620"/>
                  </a:lnTo>
                  <a:close/>
                </a:path>
                <a:path w="1247775" h="476885">
                  <a:moveTo>
                    <a:pt x="525729" y="7620"/>
                  </a:moveTo>
                  <a:lnTo>
                    <a:pt x="495249" y="7620"/>
                  </a:lnTo>
                  <a:lnTo>
                    <a:pt x="495249" y="0"/>
                  </a:lnTo>
                  <a:lnTo>
                    <a:pt x="525729" y="0"/>
                  </a:lnTo>
                  <a:lnTo>
                    <a:pt x="525729" y="7620"/>
                  </a:lnTo>
                  <a:close/>
                </a:path>
                <a:path w="1247775" h="476885">
                  <a:moveTo>
                    <a:pt x="579069" y="7620"/>
                  </a:moveTo>
                  <a:lnTo>
                    <a:pt x="548589" y="7620"/>
                  </a:lnTo>
                  <a:lnTo>
                    <a:pt x="548589" y="0"/>
                  </a:lnTo>
                  <a:lnTo>
                    <a:pt x="579069" y="0"/>
                  </a:lnTo>
                  <a:lnTo>
                    <a:pt x="579069" y="7620"/>
                  </a:lnTo>
                  <a:close/>
                </a:path>
                <a:path w="1247775" h="476885">
                  <a:moveTo>
                    <a:pt x="632409" y="7620"/>
                  </a:moveTo>
                  <a:lnTo>
                    <a:pt x="601929" y="7620"/>
                  </a:lnTo>
                  <a:lnTo>
                    <a:pt x="601929" y="0"/>
                  </a:lnTo>
                  <a:lnTo>
                    <a:pt x="632409" y="0"/>
                  </a:lnTo>
                  <a:lnTo>
                    <a:pt x="632409" y="7620"/>
                  </a:lnTo>
                  <a:close/>
                </a:path>
                <a:path w="1247775" h="476885">
                  <a:moveTo>
                    <a:pt x="685749" y="7620"/>
                  </a:moveTo>
                  <a:lnTo>
                    <a:pt x="655269" y="7620"/>
                  </a:lnTo>
                  <a:lnTo>
                    <a:pt x="655269" y="0"/>
                  </a:lnTo>
                  <a:lnTo>
                    <a:pt x="685749" y="0"/>
                  </a:lnTo>
                  <a:lnTo>
                    <a:pt x="685749" y="7620"/>
                  </a:lnTo>
                  <a:close/>
                </a:path>
                <a:path w="1247775" h="476885">
                  <a:moveTo>
                    <a:pt x="739089" y="7620"/>
                  </a:moveTo>
                  <a:lnTo>
                    <a:pt x="708609" y="7620"/>
                  </a:lnTo>
                  <a:lnTo>
                    <a:pt x="708609" y="0"/>
                  </a:lnTo>
                  <a:lnTo>
                    <a:pt x="739089" y="0"/>
                  </a:lnTo>
                  <a:lnTo>
                    <a:pt x="739089" y="7620"/>
                  </a:lnTo>
                  <a:close/>
                </a:path>
                <a:path w="1247775" h="476885">
                  <a:moveTo>
                    <a:pt x="792429" y="7620"/>
                  </a:moveTo>
                  <a:lnTo>
                    <a:pt x="761949" y="7620"/>
                  </a:lnTo>
                  <a:lnTo>
                    <a:pt x="761949" y="0"/>
                  </a:lnTo>
                  <a:lnTo>
                    <a:pt x="792429" y="0"/>
                  </a:lnTo>
                  <a:lnTo>
                    <a:pt x="792429" y="7620"/>
                  </a:lnTo>
                  <a:close/>
                </a:path>
                <a:path w="1247775" h="476885">
                  <a:moveTo>
                    <a:pt x="845769" y="7620"/>
                  </a:moveTo>
                  <a:lnTo>
                    <a:pt x="815289" y="7620"/>
                  </a:lnTo>
                  <a:lnTo>
                    <a:pt x="815289" y="0"/>
                  </a:lnTo>
                  <a:lnTo>
                    <a:pt x="845769" y="0"/>
                  </a:lnTo>
                  <a:lnTo>
                    <a:pt x="845769" y="7620"/>
                  </a:lnTo>
                  <a:close/>
                </a:path>
                <a:path w="1247775" h="476885">
                  <a:moveTo>
                    <a:pt x="899109" y="7620"/>
                  </a:moveTo>
                  <a:lnTo>
                    <a:pt x="868629" y="7620"/>
                  </a:lnTo>
                  <a:lnTo>
                    <a:pt x="868629" y="0"/>
                  </a:lnTo>
                  <a:lnTo>
                    <a:pt x="899109" y="0"/>
                  </a:lnTo>
                  <a:lnTo>
                    <a:pt x="899109" y="7620"/>
                  </a:lnTo>
                  <a:close/>
                </a:path>
                <a:path w="1247775" h="476885">
                  <a:moveTo>
                    <a:pt x="952449" y="7620"/>
                  </a:moveTo>
                  <a:lnTo>
                    <a:pt x="921969" y="7620"/>
                  </a:lnTo>
                  <a:lnTo>
                    <a:pt x="921969" y="0"/>
                  </a:lnTo>
                  <a:lnTo>
                    <a:pt x="952449" y="0"/>
                  </a:lnTo>
                  <a:lnTo>
                    <a:pt x="952449" y="7620"/>
                  </a:lnTo>
                  <a:close/>
                </a:path>
                <a:path w="1247775" h="476885">
                  <a:moveTo>
                    <a:pt x="1005789" y="7620"/>
                  </a:moveTo>
                  <a:lnTo>
                    <a:pt x="975309" y="7620"/>
                  </a:lnTo>
                  <a:lnTo>
                    <a:pt x="975309" y="0"/>
                  </a:lnTo>
                  <a:lnTo>
                    <a:pt x="1005789" y="0"/>
                  </a:lnTo>
                  <a:lnTo>
                    <a:pt x="1005789" y="7620"/>
                  </a:lnTo>
                  <a:close/>
                </a:path>
                <a:path w="1247775" h="476885">
                  <a:moveTo>
                    <a:pt x="1059129" y="7620"/>
                  </a:moveTo>
                  <a:lnTo>
                    <a:pt x="1028649" y="7620"/>
                  </a:lnTo>
                  <a:lnTo>
                    <a:pt x="1028649" y="0"/>
                  </a:lnTo>
                  <a:lnTo>
                    <a:pt x="1059129" y="0"/>
                  </a:lnTo>
                  <a:lnTo>
                    <a:pt x="1059129" y="7620"/>
                  </a:lnTo>
                  <a:close/>
                </a:path>
                <a:path w="1247775" h="476885">
                  <a:moveTo>
                    <a:pt x="1112469" y="7620"/>
                  </a:moveTo>
                  <a:lnTo>
                    <a:pt x="1081989" y="7620"/>
                  </a:lnTo>
                  <a:lnTo>
                    <a:pt x="1081989" y="0"/>
                  </a:lnTo>
                  <a:lnTo>
                    <a:pt x="1112469" y="0"/>
                  </a:lnTo>
                  <a:lnTo>
                    <a:pt x="1112469" y="7620"/>
                  </a:lnTo>
                  <a:close/>
                </a:path>
                <a:path w="1247775" h="476885">
                  <a:moveTo>
                    <a:pt x="1165809" y="7620"/>
                  </a:moveTo>
                  <a:lnTo>
                    <a:pt x="1135329" y="7620"/>
                  </a:lnTo>
                  <a:lnTo>
                    <a:pt x="1135329" y="0"/>
                  </a:lnTo>
                  <a:lnTo>
                    <a:pt x="1165809" y="0"/>
                  </a:lnTo>
                  <a:lnTo>
                    <a:pt x="1165809" y="7620"/>
                  </a:lnTo>
                  <a:close/>
                </a:path>
                <a:path w="1247775" h="476885">
                  <a:moveTo>
                    <a:pt x="1219149" y="7620"/>
                  </a:moveTo>
                  <a:lnTo>
                    <a:pt x="1188669" y="7620"/>
                  </a:lnTo>
                  <a:lnTo>
                    <a:pt x="1188669" y="0"/>
                  </a:lnTo>
                  <a:lnTo>
                    <a:pt x="1219149" y="0"/>
                  </a:lnTo>
                  <a:lnTo>
                    <a:pt x="1219149" y="7620"/>
                  </a:lnTo>
                  <a:close/>
                </a:path>
                <a:path w="1247775" h="476885">
                  <a:moveTo>
                    <a:pt x="1247241" y="7620"/>
                  </a:moveTo>
                  <a:lnTo>
                    <a:pt x="1243431" y="7620"/>
                  </a:lnTo>
                  <a:lnTo>
                    <a:pt x="1242009" y="6202"/>
                  </a:lnTo>
                  <a:lnTo>
                    <a:pt x="1242009" y="0"/>
                  </a:lnTo>
                  <a:lnTo>
                    <a:pt x="1247241" y="0"/>
                  </a:lnTo>
                  <a:lnTo>
                    <a:pt x="1247241" y="7620"/>
                  </a:lnTo>
                  <a:close/>
                </a:path>
                <a:path w="1247775" h="476885">
                  <a:moveTo>
                    <a:pt x="1247241" y="32880"/>
                  </a:moveTo>
                  <a:lnTo>
                    <a:pt x="1239608" y="32880"/>
                  </a:lnTo>
                  <a:lnTo>
                    <a:pt x="1239608" y="3810"/>
                  </a:lnTo>
                  <a:lnTo>
                    <a:pt x="1242009" y="6202"/>
                  </a:lnTo>
                  <a:lnTo>
                    <a:pt x="1242009" y="7620"/>
                  </a:lnTo>
                  <a:lnTo>
                    <a:pt x="1247241" y="7620"/>
                  </a:lnTo>
                  <a:lnTo>
                    <a:pt x="1247241" y="32880"/>
                  </a:lnTo>
                  <a:close/>
                </a:path>
                <a:path w="1247775" h="476885">
                  <a:moveTo>
                    <a:pt x="1243431" y="7620"/>
                  </a:moveTo>
                  <a:lnTo>
                    <a:pt x="1242009" y="7620"/>
                  </a:lnTo>
                  <a:lnTo>
                    <a:pt x="1242009" y="6202"/>
                  </a:lnTo>
                  <a:lnTo>
                    <a:pt x="1243431" y="7620"/>
                  </a:lnTo>
                  <a:close/>
                </a:path>
                <a:path w="1247775" h="476885">
                  <a:moveTo>
                    <a:pt x="1247241" y="86220"/>
                  </a:moveTo>
                  <a:lnTo>
                    <a:pt x="1239608" y="86220"/>
                  </a:lnTo>
                  <a:lnTo>
                    <a:pt x="1239608" y="55740"/>
                  </a:lnTo>
                  <a:lnTo>
                    <a:pt x="1247241" y="55740"/>
                  </a:lnTo>
                  <a:lnTo>
                    <a:pt x="1247241" y="86220"/>
                  </a:lnTo>
                  <a:close/>
                </a:path>
                <a:path w="1247775" h="476885">
                  <a:moveTo>
                    <a:pt x="1247241" y="139560"/>
                  </a:moveTo>
                  <a:lnTo>
                    <a:pt x="1239608" y="139560"/>
                  </a:lnTo>
                  <a:lnTo>
                    <a:pt x="1239608" y="109080"/>
                  </a:lnTo>
                  <a:lnTo>
                    <a:pt x="1247241" y="109080"/>
                  </a:lnTo>
                  <a:lnTo>
                    <a:pt x="1247241" y="139560"/>
                  </a:lnTo>
                  <a:close/>
                </a:path>
                <a:path w="1247775" h="476885">
                  <a:moveTo>
                    <a:pt x="1247241" y="192900"/>
                  </a:moveTo>
                  <a:lnTo>
                    <a:pt x="1239608" y="192900"/>
                  </a:lnTo>
                  <a:lnTo>
                    <a:pt x="1239608" y="162420"/>
                  </a:lnTo>
                  <a:lnTo>
                    <a:pt x="1247241" y="162420"/>
                  </a:lnTo>
                  <a:lnTo>
                    <a:pt x="1247241" y="192900"/>
                  </a:lnTo>
                  <a:close/>
                </a:path>
                <a:path w="1247775" h="476885">
                  <a:moveTo>
                    <a:pt x="1247241" y="246240"/>
                  </a:moveTo>
                  <a:lnTo>
                    <a:pt x="1239608" y="246240"/>
                  </a:lnTo>
                  <a:lnTo>
                    <a:pt x="1239608" y="215760"/>
                  </a:lnTo>
                  <a:lnTo>
                    <a:pt x="1247241" y="215760"/>
                  </a:lnTo>
                  <a:lnTo>
                    <a:pt x="1247241" y="246240"/>
                  </a:lnTo>
                  <a:close/>
                </a:path>
                <a:path w="1247775" h="476885">
                  <a:moveTo>
                    <a:pt x="1247241" y="299580"/>
                  </a:moveTo>
                  <a:lnTo>
                    <a:pt x="1239608" y="299580"/>
                  </a:lnTo>
                  <a:lnTo>
                    <a:pt x="1239608" y="269100"/>
                  </a:lnTo>
                  <a:lnTo>
                    <a:pt x="1247241" y="269100"/>
                  </a:lnTo>
                  <a:lnTo>
                    <a:pt x="1247241" y="299580"/>
                  </a:lnTo>
                  <a:close/>
                </a:path>
                <a:path w="1247775" h="476885">
                  <a:moveTo>
                    <a:pt x="1247241" y="352920"/>
                  </a:moveTo>
                  <a:lnTo>
                    <a:pt x="1239608" y="352920"/>
                  </a:lnTo>
                  <a:lnTo>
                    <a:pt x="1239608" y="322440"/>
                  </a:lnTo>
                  <a:lnTo>
                    <a:pt x="1247241" y="322440"/>
                  </a:lnTo>
                  <a:lnTo>
                    <a:pt x="1247241" y="352920"/>
                  </a:lnTo>
                  <a:close/>
                </a:path>
                <a:path w="1247775" h="476885">
                  <a:moveTo>
                    <a:pt x="1247241" y="406260"/>
                  </a:moveTo>
                  <a:lnTo>
                    <a:pt x="1239608" y="406260"/>
                  </a:lnTo>
                  <a:lnTo>
                    <a:pt x="1239608" y="375780"/>
                  </a:lnTo>
                  <a:lnTo>
                    <a:pt x="1247241" y="375780"/>
                  </a:lnTo>
                  <a:lnTo>
                    <a:pt x="1247241" y="406260"/>
                  </a:lnTo>
                  <a:close/>
                </a:path>
                <a:path w="1247775" h="476885">
                  <a:moveTo>
                    <a:pt x="1247241" y="459600"/>
                  </a:moveTo>
                  <a:lnTo>
                    <a:pt x="1239608" y="459600"/>
                  </a:lnTo>
                  <a:lnTo>
                    <a:pt x="1239608" y="429120"/>
                  </a:lnTo>
                  <a:lnTo>
                    <a:pt x="1247241" y="429120"/>
                  </a:lnTo>
                  <a:lnTo>
                    <a:pt x="1247241" y="459600"/>
                  </a:lnTo>
                  <a:close/>
                </a:path>
                <a:path w="1247775" h="476885">
                  <a:moveTo>
                    <a:pt x="1233462" y="476313"/>
                  </a:moveTo>
                  <a:lnTo>
                    <a:pt x="1202982" y="476313"/>
                  </a:lnTo>
                  <a:lnTo>
                    <a:pt x="1202982" y="468693"/>
                  </a:lnTo>
                  <a:lnTo>
                    <a:pt x="1233462" y="468693"/>
                  </a:lnTo>
                  <a:lnTo>
                    <a:pt x="1233462" y="476313"/>
                  </a:lnTo>
                  <a:close/>
                </a:path>
                <a:path w="1247775" h="476885">
                  <a:moveTo>
                    <a:pt x="1180122" y="476313"/>
                  </a:moveTo>
                  <a:lnTo>
                    <a:pt x="1149642" y="476313"/>
                  </a:lnTo>
                  <a:lnTo>
                    <a:pt x="1149642" y="468693"/>
                  </a:lnTo>
                  <a:lnTo>
                    <a:pt x="1180122" y="468693"/>
                  </a:lnTo>
                  <a:lnTo>
                    <a:pt x="1180122" y="476313"/>
                  </a:lnTo>
                  <a:close/>
                </a:path>
                <a:path w="1247775" h="476885">
                  <a:moveTo>
                    <a:pt x="1126782" y="476313"/>
                  </a:moveTo>
                  <a:lnTo>
                    <a:pt x="1096302" y="476313"/>
                  </a:lnTo>
                  <a:lnTo>
                    <a:pt x="1096302" y="468693"/>
                  </a:lnTo>
                  <a:lnTo>
                    <a:pt x="1126782" y="468693"/>
                  </a:lnTo>
                  <a:lnTo>
                    <a:pt x="1126782" y="476313"/>
                  </a:lnTo>
                  <a:close/>
                </a:path>
                <a:path w="1247775" h="476885">
                  <a:moveTo>
                    <a:pt x="1073442" y="476313"/>
                  </a:moveTo>
                  <a:lnTo>
                    <a:pt x="1042962" y="476313"/>
                  </a:lnTo>
                  <a:lnTo>
                    <a:pt x="1042962" y="468693"/>
                  </a:lnTo>
                  <a:lnTo>
                    <a:pt x="1073442" y="468693"/>
                  </a:lnTo>
                  <a:lnTo>
                    <a:pt x="1073442" y="476313"/>
                  </a:lnTo>
                  <a:close/>
                </a:path>
                <a:path w="1247775" h="476885">
                  <a:moveTo>
                    <a:pt x="1020102" y="476313"/>
                  </a:moveTo>
                  <a:lnTo>
                    <a:pt x="989622" y="476313"/>
                  </a:lnTo>
                  <a:lnTo>
                    <a:pt x="989622" y="468693"/>
                  </a:lnTo>
                  <a:lnTo>
                    <a:pt x="1020102" y="468693"/>
                  </a:lnTo>
                  <a:lnTo>
                    <a:pt x="1020102" y="476313"/>
                  </a:lnTo>
                  <a:close/>
                </a:path>
                <a:path w="1247775" h="476885">
                  <a:moveTo>
                    <a:pt x="966762" y="476313"/>
                  </a:moveTo>
                  <a:lnTo>
                    <a:pt x="936282" y="476313"/>
                  </a:lnTo>
                  <a:lnTo>
                    <a:pt x="936282" y="468693"/>
                  </a:lnTo>
                  <a:lnTo>
                    <a:pt x="966762" y="468693"/>
                  </a:lnTo>
                  <a:lnTo>
                    <a:pt x="966762" y="476313"/>
                  </a:lnTo>
                  <a:close/>
                </a:path>
                <a:path w="1247775" h="476885">
                  <a:moveTo>
                    <a:pt x="913422" y="476313"/>
                  </a:moveTo>
                  <a:lnTo>
                    <a:pt x="882942" y="476313"/>
                  </a:lnTo>
                  <a:lnTo>
                    <a:pt x="882942" y="468693"/>
                  </a:lnTo>
                  <a:lnTo>
                    <a:pt x="913422" y="468693"/>
                  </a:lnTo>
                  <a:lnTo>
                    <a:pt x="913422" y="476313"/>
                  </a:lnTo>
                  <a:close/>
                </a:path>
                <a:path w="1247775" h="476885">
                  <a:moveTo>
                    <a:pt x="860082" y="476313"/>
                  </a:moveTo>
                  <a:lnTo>
                    <a:pt x="829602" y="476313"/>
                  </a:lnTo>
                  <a:lnTo>
                    <a:pt x="829602" y="468693"/>
                  </a:lnTo>
                  <a:lnTo>
                    <a:pt x="860082" y="468693"/>
                  </a:lnTo>
                  <a:lnTo>
                    <a:pt x="860082" y="476313"/>
                  </a:lnTo>
                  <a:close/>
                </a:path>
                <a:path w="1247775" h="476885">
                  <a:moveTo>
                    <a:pt x="806742" y="476313"/>
                  </a:moveTo>
                  <a:lnTo>
                    <a:pt x="776262" y="476313"/>
                  </a:lnTo>
                  <a:lnTo>
                    <a:pt x="776262" y="468693"/>
                  </a:lnTo>
                  <a:lnTo>
                    <a:pt x="806742" y="468693"/>
                  </a:lnTo>
                  <a:lnTo>
                    <a:pt x="806742" y="476313"/>
                  </a:lnTo>
                  <a:close/>
                </a:path>
                <a:path w="1247775" h="476885">
                  <a:moveTo>
                    <a:pt x="753402" y="476313"/>
                  </a:moveTo>
                  <a:lnTo>
                    <a:pt x="722922" y="476313"/>
                  </a:lnTo>
                  <a:lnTo>
                    <a:pt x="722922" y="468693"/>
                  </a:lnTo>
                  <a:lnTo>
                    <a:pt x="753402" y="468693"/>
                  </a:lnTo>
                  <a:lnTo>
                    <a:pt x="753402" y="476313"/>
                  </a:lnTo>
                  <a:close/>
                </a:path>
                <a:path w="1247775" h="476885">
                  <a:moveTo>
                    <a:pt x="700062" y="476313"/>
                  </a:moveTo>
                  <a:lnTo>
                    <a:pt x="669582" y="476313"/>
                  </a:lnTo>
                  <a:lnTo>
                    <a:pt x="669582" y="468693"/>
                  </a:lnTo>
                  <a:lnTo>
                    <a:pt x="700062" y="468693"/>
                  </a:lnTo>
                  <a:lnTo>
                    <a:pt x="700062" y="476313"/>
                  </a:lnTo>
                  <a:close/>
                </a:path>
                <a:path w="1247775" h="476885">
                  <a:moveTo>
                    <a:pt x="646722" y="476313"/>
                  </a:moveTo>
                  <a:lnTo>
                    <a:pt x="616242" y="476313"/>
                  </a:lnTo>
                  <a:lnTo>
                    <a:pt x="616242" y="468693"/>
                  </a:lnTo>
                  <a:lnTo>
                    <a:pt x="646722" y="468693"/>
                  </a:lnTo>
                  <a:lnTo>
                    <a:pt x="646722" y="476313"/>
                  </a:lnTo>
                  <a:close/>
                </a:path>
                <a:path w="1247775" h="476885">
                  <a:moveTo>
                    <a:pt x="593382" y="476313"/>
                  </a:moveTo>
                  <a:lnTo>
                    <a:pt x="562902" y="476313"/>
                  </a:lnTo>
                  <a:lnTo>
                    <a:pt x="562902" y="468693"/>
                  </a:lnTo>
                  <a:lnTo>
                    <a:pt x="593382" y="468693"/>
                  </a:lnTo>
                  <a:lnTo>
                    <a:pt x="593382" y="476313"/>
                  </a:lnTo>
                  <a:close/>
                </a:path>
                <a:path w="1247775" h="476885">
                  <a:moveTo>
                    <a:pt x="540042" y="476313"/>
                  </a:moveTo>
                  <a:lnTo>
                    <a:pt x="509562" y="476313"/>
                  </a:lnTo>
                  <a:lnTo>
                    <a:pt x="509562" y="468693"/>
                  </a:lnTo>
                  <a:lnTo>
                    <a:pt x="540042" y="468693"/>
                  </a:lnTo>
                  <a:lnTo>
                    <a:pt x="540042" y="476313"/>
                  </a:lnTo>
                  <a:close/>
                </a:path>
                <a:path w="1247775" h="476885">
                  <a:moveTo>
                    <a:pt x="486702" y="476313"/>
                  </a:moveTo>
                  <a:lnTo>
                    <a:pt x="456222" y="476313"/>
                  </a:lnTo>
                  <a:lnTo>
                    <a:pt x="456222" y="468693"/>
                  </a:lnTo>
                  <a:lnTo>
                    <a:pt x="486702" y="468693"/>
                  </a:lnTo>
                  <a:lnTo>
                    <a:pt x="486702" y="476313"/>
                  </a:lnTo>
                  <a:close/>
                </a:path>
                <a:path w="1247775" h="476885">
                  <a:moveTo>
                    <a:pt x="433362" y="476313"/>
                  </a:moveTo>
                  <a:lnTo>
                    <a:pt x="402882" y="476313"/>
                  </a:lnTo>
                  <a:lnTo>
                    <a:pt x="402882" y="468693"/>
                  </a:lnTo>
                  <a:lnTo>
                    <a:pt x="433362" y="468693"/>
                  </a:lnTo>
                  <a:lnTo>
                    <a:pt x="433362" y="476313"/>
                  </a:lnTo>
                  <a:close/>
                </a:path>
                <a:path w="1247775" h="476885">
                  <a:moveTo>
                    <a:pt x="380022" y="476313"/>
                  </a:moveTo>
                  <a:lnTo>
                    <a:pt x="349542" y="476313"/>
                  </a:lnTo>
                  <a:lnTo>
                    <a:pt x="349542" y="468693"/>
                  </a:lnTo>
                  <a:lnTo>
                    <a:pt x="380022" y="468693"/>
                  </a:lnTo>
                  <a:lnTo>
                    <a:pt x="380022" y="476313"/>
                  </a:lnTo>
                  <a:close/>
                </a:path>
                <a:path w="1247775" h="476885">
                  <a:moveTo>
                    <a:pt x="326682" y="476313"/>
                  </a:moveTo>
                  <a:lnTo>
                    <a:pt x="296202" y="476313"/>
                  </a:lnTo>
                  <a:lnTo>
                    <a:pt x="296202" y="468693"/>
                  </a:lnTo>
                  <a:lnTo>
                    <a:pt x="326682" y="468693"/>
                  </a:lnTo>
                  <a:lnTo>
                    <a:pt x="326682" y="476313"/>
                  </a:lnTo>
                  <a:close/>
                </a:path>
                <a:path w="1247775" h="476885">
                  <a:moveTo>
                    <a:pt x="273342" y="476313"/>
                  </a:moveTo>
                  <a:lnTo>
                    <a:pt x="242862" y="476313"/>
                  </a:lnTo>
                  <a:lnTo>
                    <a:pt x="242862" y="468693"/>
                  </a:lnTo>
                  <a:lnTo>
                    <a:pt x="273342" y="468693"/>
                  </a:lnTo>
                  <a:lnTo>
                    <a:pt x="273342" y="476313"/>
                  </a:lnTo>
                  <a:close/>
                </a:path>
                <a:path w="1247775" h="476885">
                  <a:moveTo>
                    <a:pt x="220002" y="476313"/>
                  </a:moveTo>
                  <a:lnTo>
                    <a:pt x="189522" y="476313"/>
                  </a:lnTo>
                  <a:lnTo>
                    <a:pt x="189522" y="468693"/>
                  </a:lnTo>
                  <a:lnTo>
                    <a:pt x="220002" y="468693"/>
                  </a:lnTo>
                  <a:lnTo>
                    <a:pt x="220002" y="476313"/>
                  </a:lnTo>
                  <a:close/>
                </a:path>
                <a:path w="1247775" h="476885">
                  <a:moveTo>
                    <a:pt x="166662" y="476313"/>
                  </a:moveTo>
                  <a:lnTo>
                    <a:pt x="136182" y="476313"/>
                  </a:lnTo>
                  <a:lnTo>
                    <a:pt x="136182" y="468693"/>
                  </a:lnTo>
                  <a:lnTo>
                    <a:pt x="166662" y="468693"/>
                  </a:lnTo>
                  <a:lnTo>
                    <a:pt x="166662" y="476313"/>
                  </a:lnTo>
                  <a:close/>
                </a:path>
                <a:path w="1247775" h="476885">
                  <a:moveTo>
                    <a:pt x="113322" y="476313"/>
                  </a:moveTo>
                  <a:lnTo>
                    <a:pt x="82842" y="476313"/>
                  </a:lnTo>
                  <a:lnTo>
                    <a:pt x="82842" y="468693"/>
                  </a:lnTo>
                  <a:lnTo>
                    <a:pt x="113322" y="468693"/>
                  </a:lnTo>
                  <a:lnTo>
                    <a:pt x="113322" y="476313"/>
                  </a:lnTo>
                  <a:close/>
                </a:path>
                <a:path w="1247775" h="476885">
                  <a:moveTo>
                    <a:pt x="59982" y="476313"/>
                  </a:moveTo>
                  <a:lnTo>
                    <a:pt x="29502" y="476313"/>
                  </a:lnTo>
                  <a:lnTo>
                    <a:pt x="29502" y="468693"/>
                  </a:lnTo>
                  <a:lnTo>
                    <a:pt x="59982" y="468693"/>
                  </a:lnTo>
                  <a:lnTo>
                    <a:pt x="59982" y="476313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7648816" y="4370552"/>
            <a:ext cx="787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Retrieve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8652154" y="4295622"/>
            <a:ext cx="1217930" cy="476884"/>
            <a:chOff x="8652154" y="4295622"/>
            <a:chExt cx="1217930" cy="476884"/>
          </a:xfrm>
        </p:grpSpPr>
        <p:sp>
          <p:nvSpPr>
            <p:cNvPr id="77" name="object 77"/>
            <p:cNvSpPr/>
            <p:nvPr/>
          </p:nvSpPr>
          <p:spPr>
            <a:xfrm>
              <a:off x="8656319" y="4299204"/>
              <a:ext cx="1210310" cy="469900"/>
            </a:xfrm>
            <a:custGeom>
              <a:avLst/>
              <a:gdLst/>
              <a:ahLst/>
              <a:cxnLst/>
              <a:rect l="l" t="t" r="r" b="b"/>
              <a:pathLst>
                <a:path w="1210309" h="469900">
                  <a:moveTo>
                    <a:pt x="1210055" y="469391"/>
                  </a:moveTo>
                  <a:lnTo>
                    <a:pt x="0" y="469391"/>
                  </a:lnTo>
                  <a:lnTo>
                    <a:pt x="0" y="0"/>
                  </a:lnTo>
                  <a:lnTo>
                    <a:pt x="1210055" y="0"/>
                  </a:lnTo>
                  <a:lnTo>
                    <a:pt x="1210055" y="469391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652154" y="4295622"/>
              <a:ext cx="1217930" cy="476884"/>
            </a:xfrm>
            <a:custGeom>
              <a:avLst/>
              <a:gdLst/>
              <a:ahLst/>
              <a:cxnLst/>
              <a:rect l="l" t="t" r="r" b="b"/>
              <a:pathLst>
                <a:path w="1217929" h="476885">
                  <a:moveTo>
                    <a:pt x="7619" y="472503"/>
                  </a:moveTo>
                  <a:lnTo>
                    <a:pt x="0" y="472503"/>
                  </a:lnTo>
                  <a:lnTo>
                    <a:pt x="0" y="442023"/>
                  </a:lnTo>
                  <a:lnTo>
                    <a:pt x="7619" y="442023"/>
                  </a:lnTo>
                  <a:lnTo>
                    <a:pt x="7619" y="472503"/>
                  </a:lnTo>
                  <a:close/>
                </a:path>
                <a:path w="1217929" h="476885">
                  <a:moveTo>
                    <a:pt x="7619" y="419163"/>
                  </a:moveTo>
                  <a:lnTo>
                    <a:pt x="0" y="419163"/>
                  </a:lnTo>
                  <a:lnTo>
                    <a:pt x="0" y="388683"/>
                  </a:lnTo>
                  <a:lnTo>
                    <a:pt x="7619" y="388683"/>
                  </a:lnTo>
                  <a:lnTo>
                    <a:pt x="7619" y="419163"/>
                  </a:lnTo>
                  <a:close/>
                </a:path>
                <a:path w="1217929" h="476885">
                  <a:moveTo>
                    <a:pt x="7619" y="365823"/>
                  </a:moveTo>
                  <a:lnTo>
                    <a:pt x="0" y="365823"/>
                  </a:lnTo>
                  <a:lnTo>
                    <a:pt x="0" y="335343"/>
                  </a:lnTo>
                  <a:lnTo>
                    <a:pt x="7619" y="335343"/>
                  </a:lnTo>
                  <a:lnTo>
                    <a:pt x="7619" y="365823"/>
                  </a:lnTo>
                  <a:close/>
                </a:path>
                <a:path w="1217929" h="476885">
                  <a:moveTo>
                    <a:pt x="7619" y="312483"/>
                  </a:moveTo>
                  <a:lnTo>
                    <a:pt x="0" y="312483"/>
                  </a:lnTo>
                  <a:lnTo>
                    <a:pt x="0" y="282003"/>
                  </a:lnTo>
                  <a:lnTo>
                    <a:pt x="7619" y="282003"/>
                  </a:lnTo>
                  <a:lnTo>
                    <a:pt x="7619" y="312483"/>
                  </a:lnTo>
                  <a:close/>
                </a:path>
                <a:path w="1217929" h="476885">
                  <a:moveTo>
                    <a:pt x="7619" y="259143"/>
                  </a:moveTo>
                  <a:lnTo>
                    <a:pt x="0" y="259143"/>
                  </a:lnTo>
                  <a:lnTo>
                    <a:pt x="0" y="228663"/>
                  </a:lnTo>
                  <a:lnTo>
                    <a:pt x="7619" y="228663"/>
                  </a:lnTo>
                  <a:lnTo>
                    <a:pt x="7619" y="259143"/>
                  </a:lnTo>
                  <a:close/>
                </a:path>
                <a:path w="1217929" h="476885">
                  <a:moveTo>
                    <a:pt x="7619" y="205803"/>
                  </a:moveTo>
                  <a:lnTo>
                    <a:pt x="0" y="205803"/>
                  </a:lnTo>
                  <a:lnTo>
                    <a:pt x="0" y="175323"/>
                  </a:lnTo>
                  <a:lnTo>
                    <a:pt x="7619" y="175323"/>
                  </a:lnTo>
                  <a:lnTo>
                    <a:pt x="7619" y="205803"/>
                  </a:lnTo>
                  <a:close/>
                </a:path>
                <a:path w="1217929" h="476885">
                  <a:moveTo>
                    <a:pt x="7619" y="152463"/>
                  </a:moveTo>
                  <a:lnTo>
                    <a:pt x="0" y="152463"/>
                  </a:lnTo>
                  <a:lnTo>
                    <a:pt x="0" y="121983"/>
                  </a:lnTo>
                  <a:lnTo>
                    <a:pt x="7619" y="121983"/>
                  </a:lnTo>
                  <a:lnTo>
                    <a:pt x="7619" y="152463"/>
                  </a:lnTo>
                  <a:close/>
                </a:path>
                <a:path w="1217929" h="476885">
                  <a:moveTo>
                    <a:pt x="7619" y="99123"/>
                  </a:moveTo>
                  <a:lnTo>
                    <a:pt x="0" y="99123"/>
                  </a:lnTo>
                  <a:lnTo>
                    <a:pt x="0" y="68643"/>
                  </a:lnTo>
                  <a:lnTo>
                    <a:pt x="7619" y="68643"/>
                  </a:lnTo>
                  <a:lnTo>
                    <a:pt x="7619" y="99123"/>
                  </a:lnTo>
                  <a:close/>
                </a:path>
                <a:path w="1217929" h="476885">
                  <a:moveTo>
                    <a:pt x="7619" y="45783"/>
                  </a:moveTo>
                  <a:lnTo>
                    <a:pt x="0" y="45783"/>
                  </a:lnTo>
                  <a:lnTo>
                    <a:pt x="0" y="15303"/>
                  </a:lnTo>
                  <a:lnTo>
                    <a:pt x="7619" y="15303"/>
                  </a:lnTo>
                  <a:lnTo>
                    <a:pt x="7619" y="45783"/>
                  </a:lnTo>
                  <a:close/>
                </a:path>
                <a:path w="1217929" h="476885">
                  <a:moveTo>
                    <a:pt x="45669" y="7620"/>
                  </a:moveTo>
                  <a:lnTo>
                    <a:pt x="15189" y="7620"/>
                  </a:lnTo>
                  <a:lnTo>
                    <a:pt x="15189" y="0"/>
                  </a:lnTo>
                  <a:lnTo>
                    <a:pt x="45669" y="0"/>
                  </a:lnTo>
                  <a:lnTo>
                    <a:pt x="45669" y="7620"/>
                  </a:lnTo>
                  <a:close/>
                </a:path>
                <a:path w="1217929" h="476885">
                  <a:moveTo>
                    <a:pt x="99009" y="7620"/>
                  </a:moveTo>
                  <a:lnTo>
                    <a:pt x="68529" y="7620"/>
                  </a:lnTo>
                  <a:lnTo>
                    <a:pt x="68529" y="0"/>
                  </a:lnTo>
                  <a:lnTo>
                    <a:pt x="99009" y="0"/>
                  </a:lnTo>
                  <a:lnTo>
                    <a:pt x="99009" y="7620"/>
                  </a:lnTo>
                  <a:close/>
                </a:path>
                <a:path w="1217929" h="476885">
                  <a:moveTo>
                    <a:pt x="152349" y="7620"/>
                  </a:moveTo>
                  <a:lnTo>
                    <a:pt x="121869" y="7620"/>
                  </a:lnTo>
                  <a:lnTo>
                    <a:pt x="121869" y="0"/>
                  </a:lnTo>
                  <a:lnTo>
                    <a:pt x="152349" y="0"/>
                  </a:lnTo>
                  <a:lnTo>
                    <a:pt x="152349" y="7620"/>
                  </a:lnTo>
                  <a:close/>
                </a:path>
                <a:path w="1217929" h="476885">
                  <a:moveTo>
                    <a:pt x="205689" y="7620"/>
                  </a:moveTo>
                  <a:lnTo>
                    <a:pt x="175209" y="7620"/>
                  </a:lnTo>
                  <a:lnTo>
                    <a:pt x="175209" y="0"/>
                  </a:lnTo>
                  <a:lnTo>
                    <a:pt x="205689" y="0"/>
                  </a:lnTo>
                  <a:lnTo>
                    <a:pt x="205689" y="7620"/>
                  </a:lnTo>
                  <a:close/>
                </a:path>
                <a:path w="1217929" h="476885">
                  <a:moveTo>
                    <a:pt x="259029" y="7620"/>
                  </a:moveTo>
                  <a:lnTo>
                    <a:pt x="228549" y="7620"/>
                  </a:lnTo>
                  <a:lnTo>
                    <a:pt x="228549" y="0"/>
                  </a:lnTo>
                  <a:lnTo>
                    <a:pt x="259029" y="0"/>
                  </a:lnTo>
                  <a:lnTo>
                    <a:pt x="259029" y="7620"/>
                  </a:lnTo>
                  <a:close/>
                </a:path>
                <a:path w="1217929" h="476885">
                  <a:moveTo>
                    <a:pt x="312369" y="7620"/>
                  </a:moveTo>
                  <a:lnTo>
                    <a:pt x="281889" y="7620"/>
                  </a:lnTo>
                  <a:lnTo>
                    <a:pt x="281889" y="0"/>
                  </a:lnTo>
                  <a:lnTo>
                    <a:pt x="312369" y="0"/>
                  </a:lnTo>
                  <a:lnTo>
                    <a:pt x="312369" y="7620"/>
                  </a:lnTo>
                  <a:close/>
                </a:path>
                <a:path w="1217929" h="476885">
                  <a:moveTo>
                    <a:pt x="365709" y="7620"/>
                  </a:moveTo>
                  <a:lnTo>
                    <a:pt x="335229" y="7620"/>
                  </a:lnTo>
                  <a:lnTo>
                    <a:pt x="335229" y="0"/>
                  </a:lnTo>
                  <a:lnTo>
                    <a:pt x="365709" y="0"/>
                  </a:lnTo>
                  <a:lnTo>
                    <a:pt x="365709" y="7620"/>
                  </a:lnTo>
                  <a:close/>
                </a:path>
                <a:path w="1217929" h="476885">
                  <a:moveTo>
                    <a:pt x="419049" y="7620"/>
                  </a:moveTo>
                  <a:lnTo>
                    <a:pt x="388569" y="7620"/>
                  </a:lnTo>
                  <a:lnTo>
                    <a:pt x="388569" y="0"/>
                  </a:lnTo>
                  <a:lnTo>
                    <a:pt x="419049" y="0"/>
                  </a:lnTo>
                  <a:lnTo>
                    <a:pt x="419049" y="7620"/>
                  </a:lnTo>
                  <a:close/>
                </a:path>
                <a:path w="1217929" h="476885">
                  <a:moveTo>
                    <a:pt x="472389" y="7620"/>
                  </a:moveTo>
                  <a:lnTo>
                    <a:pt x="441909" y="7620"/>
                  </a:lnTo>
                  <a:lnTo>
                    <a:pt x="441909" y="0"/>
                  </a:lnTo>
                  <a:lnTo>
                    <a:pt x="472389" y="0"/>
                  </a:lnTo>
                  <a:lnTo>
                    <a:pt x="472389" y="7620"/>
                  </a:lnTo>
                  <a:close/>
                </a:path>
                <a:path w="1217929" h="476885">
                  <a:moveTo>
                    <a:pt x="525729" y="7620"/>
                  </a:moveTo>
                  <a:lnTo>
                    <a:pt x="495249" y="7620"/>
                  </a:lnTo>
                  <a:lnTo>
                    <a:pt x="495249" y="0"/>
                  </a:lnTo>
                  <a:lnTo>
                    <a:pt x="525729" y="0"/>
                  </a:lnTo>
                  <a:lnTo>
                    <a:pt x="525729" y="7620"/>
                  </a:lnTo>
                  <a:close/>
                </a:path>
                <a:path w="1217929" h="476885">
                  <a:moveTo>
                    <a:pt x="579069" y="7620"/>
                  </a:moveTo>
                  <a:lnTo>
                    <a:pt x="548589" y="7620"/>
                  </a:lnTo>
                  <a:lnTo>
                    <a:pt x="548589" y="0"/>
                  </a:lnTo>
                  <a:lnTo>
                    <a:pt x="579069" y="0"/>
                  </a:lnTo>
                  <a:lnTo>
                    <a:pt x="579069" y="7620"/>
                  </a:lnTo>
                  <a:close/>
                </a:path>
                <a:path w="1217929" h="476885">
                  <a:moveTo>
                    <a:pt x="632409" y="7620"/>
                  </a:moveTo>
                  <a:lnTo>
                    <a:pt x="601929" y="7620"/>
                  </a:lnTo>
                  <a:lnTo>
                    <a:pt x="601929" y="0"/>
                  </a:lnTo>
                  <a:lnTo>
                    <a:pt x="632409" y="0"/>
                  </a:lnTo>
                  <a:lnTo>
                    <a:pt x="632409" y="7620"/>
                  </a:lnTo>
                  <a:close/>
                </a:path>
                <a:path w="1217929" h="476885">
                  <a:moveTo>
                    <a:pt x="685749" y="7620"/>
                  </a:moveTo>
                  <a:lnTo>
                    <a:pt x="655269" y="7620"/>
                  </a:lnTo>
                  <a:lnTo>
                    <a:pt x="655269" y="0"/>
                  </a:lnTo>
                  <a:lnTo>
                    <a:pt x="685749" y="0"/>
                  </a:lnTo>
                  <a:lnTo>
                    <a:pt x="685749" y="7620"/>
                  </a:lnTo>
                  <a:close/>
                </a:path>
                <a:path w="1217929" h="476885">
                  <a:moveTo>
                    <a:pt x="739089" y="7620"/>
                  </a:moveTo>
                  <a:lnTo>
                    <a:pt x="708609" y="7620"/>
                  </a:lnTo>
                  <a:lnTo>
                    <a:pt x="708609" y="0"/>
                  </a:lnTo>
                  <a:lnTo>
                    <a:pt x="739089" y="0"/>
                  </a:lnTo>
                  <a:lnTo>
                    <a:pt x="739089" y="7620"/>
                  </a:lnTo>
                  <a:close/>
                </a:path>
                <a:path w="1217929" h="476885">
                  <a:moveTo>
                    <a:pt x="792429" y="7620"/>
                  </a:moveTo>
                  <a:lnTo>
                    <a:pt x="761949" y="7620"/>
                  </a:lnTo>
                  <a:lnTo>
                    <a:pt x="761949" y="0"/>
                  </a:lnTo>
                  <a:lnTo>
                    <a:pt x="792429" y="0"/>
                  </a:lnTo>
                  <a:lnTo>
                    <a:pt x="792429" y="7620"/>
                  </a:lnTo>
                  <a:close/>
                </a:path>
                <a:path w="1217929" h="476885">
                  <a:moveTo>
                    <a:pt x="845769" y="7620"/>
                  </a:moveTo>
                  <a:lnTo>
                    <a:pt x="815289" y="7620"/>
                  </a:lnTo>
                  <a:lnTo>
                    <a:pt x="815289" y="0"/>
                  </a:lnTo>
                  <a:lnTo>
                    <a:pt x="845769" y="0"/>
                  </a:lnTo>
                  <a:lnTo>
                    <a:pt x="845769" y="7620"/>
                  </a:lnTo>
                  <a:close/>
                </a:path>
                <a:path w="1217929" h="476885">
                  <a:moveTo>
                    <a:pt x="899109" y="7620"/>
                  </a:moveTo>
                  <a:lnTo>
                    <a:pt x="868629" y="7620"/>
                  </a:lnTo>
                  <a:lnTo>
                    <a:pt x="868629" y="0"/>
                  </a:lnTo>
                  <a:lnTo>
                    <a:pt x="899109" y="0"/>
                  </a:lnTo>
                  <a:lnTo>
                    <a:pt x="899109" y="7620"/>
                  </a:lnTo>
                  <a:close/>
                </a:path>
                <a:path w="1217929" h="476885">
                  <a:moveTo>
                    <a:pt x="952449" y="7620"/>
                  </a:moveTo>
                  <a:lnTo>
                    <a:pt x="921969" y="7620"/>
                  </a:lnTo>
                  <a:lnTo>
                    <a:pt x="921969" y="0"/>
                  </a:lnTo>
                  <a:lnTo>
                    <a:pt x="952449" y="0"/>
                  </a:lnTo>
                  <a:lnTo>
                    <a:pt x="952449" y="7620"/>
                  </a:lnTo>
                  <a:close/>
                </a:path>
                <a:path w="1217929" h="476885">
                  <a:moveTo>
                    <a:pt x="1005789" y="7620"/>
                  </a:moveTo>
                  <a:lnTo>
                    <a:pt x="975309" y="7620"/>
                  </a:lnTo>
                  <a:lnTo>
                    <a:pt x="975309" y="0"/>
                  </a:lnTo>
                  <a:lnTo>
                    <a:pt x="1005789" y="0"/>
                  </a:lnTo>
                  <a:lnTo>
                    <a:pt x="1005789" y="7620"/>
                  </a:lnTo>
                  <a:close/>
                </a:path>
                <a:path w="1217929" h="476885">
                  <a:moveTo>
                    <a:pt x="1059129" y="7620"/>
                  </a:moveTo>
                  <a:lnTo>
                    <a:pt x="1028649" y="7620"/>
                  </a:lnTo>
                  <a:lnTo>
                    <a:pt x="1028649" y="0"/>
                  </a:lnTo>
                  <a:lnTo>
                    <a:pt x="1059129" y="0"/>
                  </a:lnTo>
                  <a:lnTo>
                    <a:pt x="1059129" y="7620"/>
                  </a:lnTo>
                  <a:close/>
                </a:path>
                <a:path w="1217929" h="476885">
                  <a:moveTo>
                    <a:pt x="1112469" y="7620"/>
                  </a:moveTo>
                  <a:lnTo>
                    <a:pt x="1081989" y="7620"/>
                  </a:lnTo>
                  <a:lnTo>
                    <a:pt x="1081989" y="0"/>
                  </a:lnTo>
                  <a:lnTo>
                    <a:pt x="1112469" y="0"/>
                  </a:lnTo>
                  <a:lnTo>
                    <a:pt x="1112469" y="7620"/>
                  </a:lnTo>
                  <a:close/>
                </a:path>
                <a:path w="1217929" h="476885">
                  <a:moveTo>
                    <a:pt x="1165809" y="7620"/>
                  </a:moveTo>
                  <a:lnTo>
                    <a:pt x="1135329" y="7620"/>
                  </a:lnTo>
                  <a:lnTo>
                    <a:pt x="1135329" y="0"/>
                  </a:lnTo>
                  <a:lnTo>
                    <a:pt x="1165809" y="0"/>
                  </a:lnTo>
                  <a:lnTo>
                    <a:pt x="1165809" y="7620"/>
                  </a:lnTo>
                  <a:close/>
                </a:path>
                <a:path w="1217929" h="476885">
                  <a:moveTo>
                    <a:pt x="1209725" y="7620"/>
                  </a:moveTo>
                  <a:lnTo>
                    <a:pt x="1188669" y="7620"/>
                  </a:lnTo>
                  <a:lnTo>
                    <a:pt x="1188669" y="0"/>
                  </a:lnTo>
                  <a:lnTo>
                    <a:pt x="1217345" y="0"/>
                  </a:lnTo>
                  <a:lnTo>
                    <a:pt x="1217345" y="3810"/>
                  </a:lnTo>
                  <a:lnTo>
                    <a:pt x="1209725" y="3810"/>
                  </a:lnTo>
                  <a:lnTo>
                    <a:pt x="1209725" y="7620"/>
                  </a:lnTo>
                  <a:close/>
                </a:path>
                <a:path w="1217929" h="476885">
                  <a:moveTo>
                    <a:pt x="1217345" y="9423"/>
                  </a:moveTo>
                  <a:lnTo>
                    <a:pt x="1209725" y="9423"/>
                  </a:lnTo>
                  <a:lnTo>
                    <a:pt x="1209725" y="3810"/>
                  </a:lnTo>
                  <a:lnTo>
                    <a:pt x="1213535" y="7620"/>
                  </a:lnTo>
                  <a:lnTo>
                    <a:pt x="1217345" y="7620"/>
                  </a:lnTo>
                  <a:lnTo>
                    <a:pt x="1217345" y="9423"/>
                  </a:lnTo>
                  <a:close/>
                </a:path>
                <a:path w="1217929" h="476885">
                  <a:moveTo>
                    <a:pt x="1217345" y="7620"/>
                  </a:moveTo>
                  <a:lnTo>
                    <a:pt x="1213535" y="7620"/>
                  </a:lnTo>
                  <a:lnTo>
                    <a:pt x="1209725" y="3810"/>
                  </a:lnTo>
                  <a:lnTo>
                    <a:pt x="1217345" y="3810"/>
                  </a:lnTo>
                  <a:lnTo>
                    <a:pt x="1217345" y="7620"/>
                  </a:lnTo>
                  <a:close/>
                </a:path>
                <a:path w="1217929" h="476885">
                  <a:moveTo>
                    <a:pt x="1217345" y="62763"/>
                  </a:moveTo>
                  <a:lnTo>
                    <a:pt x="1209725" y="62763"/>
                  </a:lnTo>
                  <a:lnTo>
                    <a:pt x="1209725" y="32283"/>
                  </a:lnTo>
                  <a:lnTo>
                    <a:pt x="1217345" y="32283"/>
                  </a:lnTo>
                  <a:lnTo>
                    <a:pt x="1217345" y="62763"/>
                  </a:lnTo>
                  <a:close/>
                </a:path>
                <a:path w="1217929" h="476885">
                  <a:moveTo>
                    <a:pt x="1217345" y="116103"/>
                  </a:moveTo>
                  <a:lnTo>
                    <a:pt x="1209725" y="116103"/>
                  </a:lnTo>
                  <a:lnTo>
                    <a:pt x="1209725" y="85623"/>
                  </a:lnTo>
                  <a:lnTo>
                    <a:pt x="1217345" y="85623"/>
                  </a:lnTo>
                  <a:lnTo>
                    <a:pt x="1217345" y="116103"/>
                  </a:lnTo>
                  <a:close/>
                </a:path>
                <a:path w="1217929" h="476885">
                  <a:moveTo>
                    <a:pt x="1217345" y="169443"/>
                  </a:moveTo>
                  <a:lnTo>
                    <a:pt x="1209725" y="169443"/>
                  </a:lnTo>
                  <a:lnTo>
                    <a:pt x="1209725" y="138963"/>
                  </a:lnTo>
                  <a:lnTo>
                    <a:pt x="1217345" y="138963"/>
                  </a:lnTo>
                  <a:lnTo>
                    <a:pt x="1217345" y="169443"/>
                  </a:lnTo>
                  <a:close/>
                </a:path>
                <a:path w="1217929" h="476885">
                  <a:moveTo>
                    <a:pt x="1217345" y="222783"/>
                  </a:moveTo>
                  <a:lnTo>
                    <a:pt x="1209725" y="222783"/>
                  </a:lnTo>
                  <a:lnTo>
                    <a:pt x="1209725" y="192303"/>
                  </a:lnTo>
                  <a:lnTo>
                    <a:pt x="1217345" y="192303"/>
                  </a:lnTo>
                  <a:lnTo>
                    <a:pt x="1217345" y="222783"/>
                  </a:lnTo>
                  <a:close/>
                </a:path>
                <a:path w="1217929" h="476885">
                  <a:moveTo>
                    <a:pt x="1217345" y="276123"/>
                  </a:moveTo>
                  <a:lnTo>
                    <a:pt x="1209725" y="276123"/>
                  </a:lnTo>
                  <a:lnTo>
                    <a:pt x="1209725" y="245643"/>
                  </a:lnTo>
                  <a:lnTo>
                    <a:pt x="1217345" y="245643"/>
                  </a:lnTo>
                  <a:lnTo>
                    <a:pt x="1217345" y="276123"/>
                  </a:lnTo>
                  <a:close/>
                </a:path>
                <a:path w="1217929" h="476885">
                  <a:moveTo>
                    <a:pt x="1217345" y="329463"/>
                  </a:moveTo>
                  <a:lnTo>
                    <a:pt x="1209725" y="329463"/>
                  </a:lnTo>
                  <a:lnTo>
                    <a:pt x="1209725" y="298983"/>
                  </a:lnTo>
                  <a:lnTo>
                    <a:pt x="1217345" y="298983"/>
                  </a:lnTo>
                  <a:lnTo>
                    <a:pt x="1217345" y="329463"/>
                  </a:lnTo>
                  <a:close/>
                </a:path>
                <a:path w="1217929" h="476885">
                  <a:moveTo>
                    <a:pt x="1217345" y="382803"/>
                  </a:moveTo>
                  <a:lnTo>
                    <a:pt x="1209725" y="382803"/>
                  </a:lnTo>
                  <a:lnTo>
                    <a:pt x="1209725" y="352323"/>
                  </a:lnTo>
                  <a:lnTo>
                    <a:pt x="1217345" y="352323"/>
                  </a:lnTo>
                  <a:lnTo>
                    <a:pt x="1217345" y="382803"/>
                  </a:lnTo>
                  <a:close/>
                </a:path>
                <a:path w="1217929" h="476885">
                  <a:moveTo>
                    <a:pt x="1217345" y="436143"/>
                  </a:moveTo>
                  <a:lnTo>
                    <a:pt x="1209725" y="436143"/>
                  </a:lnTo>
                  <a:lnTo>
                    <a:pt x="1209725" y="405663"/>
                  </a:lnTo>
                  <a:lnTo>
                    <a:pt x="1217345" y="405663"/>
                  </a:lnTo>
                  <a:lnTo>
                    <a:pt x="1217345" y="436143"/>
                  </a:lnTo>
                  <a:close/>
                </a:path>
                <a:path w="1217929" h="476885">
                  <a:moveTo>
                    <a:pt x="1209725" y="472503"/>
                  </a:moveTo>
                  <a:lnTo>
                    <a:pt x="1209725" y="459003"/>
                  </a:lnTo>
                  <a:lnTo>
                    <a:pt x="1217345" y="459003"/>
                  </a:lnTo>
                  <a:lnTo>
                    <a:pt x="1217345" y="468693"/>
                  </a:lnTo>
                  <a:lnTo>
                    <a:pt x="1213535" y="468693"/>
                  </a:lnTo>
                  <a:lnTo>
                    <a:pt x="1209725" y="472503"/>
                  </a:lnTo>
                  <a:close/>
                </a:path>
                <a:path w="1217929" h="476885">
                  <a:moveTo>
                    <a:pt x="1217345" y="476313"/>
                  </a:moveTo>
                  <a:lnTo>
                    <a:pt x="1196555" y="476313"/>
                  </a:lnTo>
                  <a:lnTo>
                    <a:pt x="1196555" y="468693"/>
                  </a:lnTo>
                  <a:lnTo>
                    <a:pt x="1209725" y="468693"/>
                  </a:lnTo>
                  <a:lnTo>
                    <a:pt x="1209725" y="472503"/>
                  </a:lnTo>
                  <a:lnTo>
                    <a:pt x="1217345" y="472503"/>
                  </a:lnTo>
                  <a:lnTo>
                    <a:pt x="1217345" y="476313"/>
                  </a:lnTo>
                  <a:close/>
                </a:path>
                <a:path w="1217929" h="476885">
                  <a:moveTo>
                    <a:pt x="1217345" y="472503"/>
                  </a:moveTo>
                  <a:lnTo>
                    <a:pt x="1209725" y="472503"/>
                  </a:lnTo>
                  <a:lnTo>
                    <a:pt x="1213535" y="468693"/>
                  </a:lnTo>
                  <a:lnTo>
                    <a:pt x="1217345" y="468693"/>
                  </a:lnTo>
                  <a:lnTo>
                    <a:pt x="1217345" y="472503"/>
                  </a:lnTo>
                  <a:close/>
                </a:path>
                <a:path w="1217929" h="476885">
                  <a:moveTo>
                    <a:pt x="1173695" y="476313"/>
                  </a:moveTo>
                  <a:lnTo>
                    <a:pt x="1143215" y="476313"/>
                  </a:lnTo>
                  <a:lnTo>
                    <a:pt x="1143215" y="468693"/>
                  </a:lnTo>
                  <a:lnTo>
                    <a:pt x="1173695" y="468693"/>
                  </a:lnTo>
                  <a:lnTo>
                    <a:pt x="1173695" y="476313"/>
                  </a:lnTo>
                  <a:close/>
                </a:path>
                <a:path w="1217929" h="476885">
                  <a:moveTo>
                    <a:pt x="1120355" y="476313"/>
                  </a:moveTo>
                  <a:lnTo>
                    <a:pt x="1089875" y="476313"/>
                  </a:lnTo>
                  <a:lnTo>
                    <a:pt x="1089875" y="468693"/>
                  </a:lnTo>
                  <a:lnTo>
                    <a:pt x="1120355" y="468693"/>
                  </a:lnTo>
                  <a:lnTo>
                    <a:pt x="1120355" y="476313"/>
                  </a:lnTo>
                  <a:close/>
                </a:path>
                <a:path w="1217929" h="476885">
                  <a:moveTo>
                    <a:pt x="1067015" y="476313"/>
                  </a:moveTo>
                  <a:lnTo>
                    <a:pt x="1036535" y="476313"/>
                  </a:lnTo>
                  <a:lnTo>
                    <a:pt x="1036535" y="468693"/>
                  </a:lnTo>
                  <a:lnTo>
                    <a:pt x="1067015" y="468693"/>
                  </a:lnTo>
                  <a:lnTo>
                    <a:pt x="1067015" y="476313"/>
                  </a:lnTo>
                  <a:close/>
                </a:path>
                <a:path w="1217929" h="476885">
                  <a:moveTo>
                    <a:pt x="1013675" y="476313"/>
                  </a:moveTo>
                  <a:lnTo>
                    <a:pt x="983195" y="476313"/>
                  </a:lnTo>
                  <a:lnTo>
                    <a:pt x="983195" y="468693"/>
                  </a:lnTo>
                  <a:lnTo>
                    <a:pt x="1013675" y="468693"/>
                  </a:lnTo>
                  <a:lnTo>
                    <a:pt x="1013675" y="476313"/>
                  </a:lnTo>
                  <a:close/>
                </a:path>
                <a:path w="1217929" h="476885">
                  <a:moveTo>
                    <a:pt x="960335" y="476313"/>
                  </a:moveTo>
                  <a:lnTo>
                    <a:pt x="929855" y="476313"/>
                  </a:lnTo>
                  <a:lnTo>
                    <a:pt x="929855" y="468693"/>
                  </a:lnTo>
                  <a:lnTo>
                    <a:pt x="960335" y="468693"/>
                  </a:lnTo>
                  <a:lnTo>
                    <a:pt x="960335" y="476313"/>
                  </a:lnTo>
                  <a:close/>
                </a:path>
                <a:path w="1217929" h="476885">
                  <a:moveTo>
                    <a:pt x="906995" y="476313"/>
                  </a:moveTo>
                  <a:lnTo>
                    <a:pt x="876515" y="476313"/>
                  </a:lnTo>
                  <a:lnTo>
                    <a:pt x="876515" y="468693"/>
                  </a:lnTo>
                  <a:lnTo>
                    <a:pt x="906995" y="468693"/>
                  </a:lnTo>
                  <a:lnTo>
                    <a:pt x="906995" y="476313"/>
                  </a:lnTo>
                  <a:close/>
                </a:path>
                <a:path w="1217929" h="476885">
                  <a:moveTo>
                    <a:pt x="853655" y="476313"/>
                  </a:moveTo>
                  <a:lnTo>
                    <a:pt x="823175" y="476313"/>
                  </a:lnTo>
                  <a:lnTo>
                    <a:pt x="823175" y="468693"/>
                  </a:lnTo>
                  <a:lnTo>
                    <a:pt x="853655" y="468693"/>
                  </a:lnTo>
                  <a:lnTo>
                    <a:pt x="853655" y="476313"/>
                  </a:lnTo>
                  <a:close/>
                </a:path>
                <a:path w="1217929" h="476885">
                  <a:moveTo>
                    <a:pt x="800315" y="476313"/>
                  </a:moveTo>
                  <a:lnTo>
                    <a:pt x="769835" y="476313"/>
                  </a:lnTo>
                  <a:lnTo>
                    <a:pt x="769835" y="468693"/>
                  </a:lnTo>
                  <a:lnTo>
                    <a:pt x="800315" y="468693"/>
                  </a:lnTo>
                  <a:lnTo>
                    <a:pt x="800315" y="476313"/>
                  </a:lnTo>
                  <a:close/>
                </a:path>
                <a:path w="1217929" h="476885">
                  <a:moveTo>
                    <a:pt x="746975" y="476313"/>
                  </a:moveTo>
                  <a:lnTo>
                    <a:pt x="716495" y="476313"/>
                  </a:lnTo>
                  <a:lnTo>
                    <a:pt x="716495" y="468693"/>
                  </a:lnTo>
                  <a:lnTo>
                    <a:pt x="746975" y="468693"/>
                  </a:lnTo>
                  <a:lnTo>
                    <a:pt x="746975" y="476313"/>
                  </a:lnTo>
                  <a:close/>
                </a:path>
                <a:path w="1217929" h="476885">
                  <a:moveTo>
                    <a:pt x="693635" y="476313"/>
                  </a:moveTo>
                  <a:lnTo>
                    <a:pt x="663155" y="476313"/>
                  </a:lnTo>
                  <a:lnTo>
                    <a:pt x="663155" y="468693"/>
                  </a:lnTo>
                  <a:lnTo>
                    <a:pt x="693635" y="468693"/>
                  </a:lnTo>
                  <a:lnTo>
                    <a:pt x="693635" y="476313"/>
                  </a:lnTo>
                  <a:close/>
                </a:path>
                <a:path w="1217929" h="476885">
                  <a:moveTo>
                    <a:pt x="640295" y="476313"/>
                  </a:moveTo>
                  <a:lnTo>
                    <a:pt x="609815" y="476313"/>
                  </a:lnTo>
                  <a:lnTo>
                    <a:pt x="609815" y="468693"/>
                  </a:lnTo>
                  <a:lnTo>
                    <a:pt x="640295" y="468693"/>
                  </a:lnTo>
                  <a:lnTo>
                    <a:pt x="640295" y="476313"/>
                  </a:lnTo>
                  <a:close/>
                </a:path>
                <a:path w="1217929" h="476885">
                  <a:moveTo>
                    <a:pt x="586955" y="476313"/>
                  </a:moveTo>
                  <a:lnTo>
                    <a:pt x="556475" y="476313"/>
                  </a:lnTo>
                  <a:lnTo>
                    <a:pt x="556475" y="468693"/>
                  </a:lnTo>
                  <a:lnTo>
                    <a:pt x="586955" y="468693"/>
                  </a:lnTo>
                  <a:lnTo>
                    <a:pt x="586955" y="476313"/>
                  </a:lnTo>
                  <a:close/>
                </a:path>
                <a:path w="1217929" h="476885">
                  <a:moveTo>
                    <a:pt x="533615" y="476313"/>
                  </a:moveTo>
                  <a:lnTo>
                    <a:pt x="503135" y="476313"/>
                  </a:lnTo>
                  <a:lnTo>
                    <a:pt x="503135" y="468693"/>
                  </a:lnTo>
                  <a:lnTo>
                    <a:pt x="533615" y="468693"/>
                  </a:lnTo>
                  <a:lnTo>
                    <a:pt x="533615" y="476313"/>
                  </a:lnTo>
                  <a:close/>
                </a:path>
                <a:path w="1217929" h="476885">
                  <a:moveTo>
                    <a:pt x="480275" y="476313"/>
                  </a:moveTo>
                  <a:lnTo>
                    <a:pt x="449795" y="476313"/>
                  </a:lnTo>
                  <a:lnTo>
                    <a:pt x="449795" y="468693"/>
                  </a:lnTo>
                  <a:lnTo>
                    <a:pt x="480275" y="468693"/>
                  </a:lnTo>
                  <a:lnTo>
                    <a:pt x="480275" y="476313"/>
                  </a:lnTo>
                  <a:close/>
                </a:path>
                <a:path w="1217929" h="476885">
                  <a:moveTo>
                    <a:pt x="426935" y="476313"/>
                  </a:moveTo>
                  <a:lnTo>
                    <a:pt x="396455" y="476313"/>
                  </a:lnTo>
                  <a:lnTo>
                    <a:pt x="396455" y="468693"/>
                  </a:lnTo>
                  <a:lnTo>
                    <a:pt x="426935" y="468693"/>
                  </a:lnTo>
                  <a:lnTo>
                    <a:pt x="426935" y="476313"/>
                  </a:lnTo>
                  <a:close/>
                </a:path>
                <a:path w="1217929" h="476885">
                  <a:moveTo>
                    <a:pt x="373595" y="476313"/>
                  </a:moveTo>
                  <a:lnTo>
                    <a:pt x="343115" y="476313"/>
                  </a:lnTo>
                  <a:lnTo>
                    <a:pt x="343115" y="468693"/>
                  </a:lnTo>
                  <a:lnTo>
                    <a:pt x="373595" y="468693"/>
                  </a:lnTo>
                  <a:lnTo>
                    <a:pt x="373595" y="476313"/>
                  </a:lnTo>
                  <a:close/>
                </a:path>
                <a:path w="1217929" h="476885">
                  <a:moveTo>
                    <a:pt x="320255" y="476313"/>
                  </a:moveTo>
                  <a:lnTo>
                    <a:pt x="289775" y="476313"/>
                  </a:lnTo>
                  <a:lnTo>
                    <a:pt x="289775" y="468693"/>
                  </a:lnTo>
                  <a:lnTo>
                    <a:pt x="320255" y="468693"/>
                  </a:lnTo>
                  <a:lnTo>
                    <a:pt x="320255" y="476313"/>
                  </a:lnTo>
                  <a:close/>
                </a:path>
                <a:path w="1217929" h="476885">
                  <a:moveTo>
                    <a:pt x="266915" y="476313"/>
                  </a:moveTo>
                  <a:lnTo>
                    <a:pt x="236435" y="476313"/>
                  </a:lnTo>
                  <a:lnTo>
                    <a:pt x="236435" y="468693"/>
                  </a:lnTo>
                  <a:lnTo>
                    <a:pt x="266915" y="468693"/>
                  </a:lnTo>
                  <a:lnTo>
                    <a:pt x="266915" y="476313"/>
                  </a:lnTo>
                  <a:close/>
                </a:path>
                <a:path w="1217929" h="476885">
                  <a:moveTo>
                    <a:pt x="213575" y="476313"/>
                  </a:moveTo>
                  <a:lnTo>
                    <a:pt x="183095" y="476313"/>
                  </a:lnTo>
                  <a:lnTo>
                    <a:pt x="183095" y="468693"/>
                  </a:lnTo>
                  <a:lnTo>
                    <a:pt x="213575" y="468693"/>
                  </a:lnTo>
                  <a:lnTo>
                    <a:pt x="213575" y="476313"/>
                  </a:lnTo>
                  <a:close/>
                </a:path>
                <a:path w="1217929" h="476885">
                  <a:moveTo>
                    <a:pt x="160235" y="476313"/>
                  </a:moveTo>
                  <a:lnTo>
                    <a:pt x="129755" y="476313"/>
                  </a:lnTo>
                  <a:lnTo>
                    <a:pt x="129755" y="468693"/>
                  </a:lnTo>
                  <a:lnTo>
                    <a:pt x="160235" y="468693"/>
                  </a:lnTo>
                  <a:lnTo>
                    <a:pt x="160235" y="476313"/>
                  </a:lnTo>
                  <a:close/>
                </a:path>
                <a:path w="1217929" h="476885">
                  <a:moveTo>
                    <a:pt x="106895" y="476313"/>
                  </a:moveTo>
                  <a:lnTo>
                    <a:pt x="76415" y="476313"/>
                  </a:lnTo>
                  <a:lnTo>
                    <a:pt x="76415" y="468693"/>
                  </a:lnTo>
                  <a:lnTo>
                    <a:pt x="106895" y="468693"/>
                  </a:lnTo>
                  <a:lnTo>
                    <a:pt x="106895" y="476313"/>
                  </a:lnTo>
                  <a:close/>
                </a:path>
                <a:path w="1217929" h="476885">
                  <a:moveTo>
                    <a:pt x="53555" y="476313"/>
                  </a:moveTo>
                  <a:lnTo>
                    <a:pt x="23075" y="476313"/>
                  </a:lnTo>
                  <a:lnTo>
                    <a:pt x="23075" y="468693"/>
                  </a:lnTo>
                  <a:lnTo>
                    <a:pt x="53555" y="468693"/>
                  </a:lnTo>
                  <a:lnTo>
                    <a:pt x="53555" y="476313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9025534" y="4370552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Read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4683162" y="3087255"/>
            <a:ext cx="1324610" cy="732155"/>
          </a:xfrm>
          <a:custGeom>
            <a:avLst/>
            <a:gdLst/>
            <a:ahLst/>
            <a:cxnLst/>
            <a:rect l="l" t="t" r="r" b="b"/>
            <a:pathLst>
              <a:path w="1324610" h="732154">
                <a:moveTo>
                  <a:pt x="1324330" y="731647"/>
                </a:moveTo>
                <a:lnTo>
                  <a:pt x="0" y="731647"/>
                </a:lnTo>
                <a:lnTo>
                  <a:pt x="0" y="0"/>
                </a:lnTo>
                <a:lnTo>
                  <a:pt x="1324330" y="0"/>
                </a:lnTo>
                <a:lnTo>
                  <a:pt x="132433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712597"/>
                </a:lnTo>
                <a:lnTo>
                  <a:pt x="9525" y="712597"/>
                </a:lnTo>
                <a:lnTo>
                  <a:pt x="19050" y="722122"/>
                </a:lnTo>
                <a:lnTo>
                  <a:pt x="1324330" y="722122"/>
                </a:lnTo>
                <a:lnTo>
                  <a:pt x="1324330" y="731647"/>
                </a:lnTo>
                <a:close/>
              </a:path>
              <a:path w="1324610" h="73215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24610" h="732154">
                <a:moveTo>
                  <a:pt x="130528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305280" y="9525"/>
                </a:lnTo>
                <a:lnTo>
                  <a:pt x="1305280" y="19050"/>
                </a:lnTo>
                <a:close/>
              </a:path>
              <a:path w="1324610" h="732154">
                <a:moveTo>
                  <a:pt x="1305280" y="722122"/>
                </a:moveTo>
                <a:lnTo>
                  <a:pt x="1305280" y="9525"/>
                </a:lnTo>
                <a:lnTo>
                  <a:pt x="1314805" y="19050"/>
                </a:lnTo>
                <a:lnTo>
                  <a:pt x="1324330" y="19050"/>
                </a:lnTo>
                <a:lnTo>
                  <a:pt x="1324330" y="712597"/>
                </a:lnTo>
                <a:lnTo>
                  <a:pt x="1314805" y="712597"/>
                </a:lnTo>
                <a:lnTo>
                  <a:pt x="1305280" y="722122"/>
                </a:lnTo>
                <a:close/>
              </a:path>
              <a:path w="1324610" h="732154">
                <a:moveTo>
                  <a:pt x="1324330" y="19050"/>
                </a:moveTo>
                <a:lnTo>
                  <a:pt x="1314805" y="19050"/>
                </a:lnTo>
                <a:lnTo>
                  <a:pt x="1305280" y="9525"/>
                </a:lnTo>
                <a:lnTo>
                  <a:pt x="1324330" y="9525"/>
                </a:lnTo>
                <a:lnTo>
                  <a:pt x="1324330" y="19050"/>
                </a:lnTo>
                <a:close/>
              </a:path>
              <a:path w="1324610" h="732154">
                <a:moveTo>
                  <a:pt x="19050" y="722122"/>
                </a:moveTo>
                <a:lnTo>
                  <a:pt x="9525" y="712597"/>
                </a:lnTo>
                <a:lnTo>
                  <a:pt x="19050" y="712597"/>
                </a:lnTo>
                <a:lnTo>
                  <a:pt x="19050" y="722122"/>
                </a:lnTo>
                <a:close/>
              </a:path>
              <a:path w="1324610" h="732154">
                <a:moveTo>
                  <a:pt x="1305280" y="722122"/>
                </a:moveTo>
                <a:lnTo>
                  <a:pt x="19050" y="722122"/>
                </a:lnTo>
                <a:lnTo>
                  <a:pt x="19050" y="712597"/>
                </a:lnTo>
                <a:lnTo>
                  <a:pt x="1305280" y="712597"/>
                </a:lnTo>
                <a:lnTo>
                  <a:pt x="1305280" y="722122"/>
                </a:lnTo>
                <a:close/>
              </a:path>
              <a:path w="1324610" h="732154">
                <a:moveTo>
                  <a:pt x="1324330" y="722122"/>
                </a:moveTo>
                <a:lnTo>
                  <a:pt x="1305280" y="722122"/>
                </a:lnTo>
                <a:lnTo>
                  <a:pt x="1314805" y="712597"/>
                </a:lnTo>
                <a:lnTo>
                  <a:pt x="1324330" y="712597"/>
                </a:lnTo>
                <a:lnTo>
                  <a:pt x="1324330" y="72212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5095278" y="3216160"/>
            <a:ext cx="4997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366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EC7C30"/>
                </a:solidFill>
                <a:latin typeface="Times New Roman"/>
                <a:cs typeface="Times New Roman"/>
              </a:rPr>
              <a:t>DSP </a:t>
            </a:r>
            <a:r>
              <a:rPr sz="1400" spc="-10" dirty="0">
                <a:solidFill>
                  <a:srgbClr val="EC7C30"/>
                </a:solidFill>
                <a:latin typeface="Times New Roman"/>
                <a:cs typeface="Times New Roman"/>
              </a:rPr>
              <a:t>(2022)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683162" y="4201960"/>
            <a:ext cx="1324610" cy="732155"/>
          </a:xfrm>
          <a:custGeom>
            <a:avLst/>
            <a:gdLst/>
            <a:ahLst/>
            <a:cxnLst/>
            <a:rect l="l" t="t" r="r" b="b"/>
            <a:pathLst>
              <a:path w="1324610" h="732154">
                <a:moveTo>
                  <a:pt x="1324330" y="731634"/>
                </a:moveTo>
                <a:lnTo>
                  <a:pt x="0" y="731634"/>
                </a:lnTo>
                <a:lnTo>
                  <a:pt x="0" y="0"/>
                </a:lnTo>
                <a:lnTo>
                  <a:pt x="1324330" y="0"/>
                </a:lnTo>
                <a:lnTo>
                  <a:pt x="132433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712584"/>
                </a:lnTo>
                <a:lnTo>
                  <a:pt x="9525" y="712584"/>
                </a:lnTo>
                <a:lnTo>
                  <a:pt x="19050" y="722109"/>
                </a:lnTo>
                <a:lnTo>
                  <a:pt x="1324330" y="722109"/>
                </a:lnTo>
                <a:lnTo>
                  <a:pt x="1324330" y="731634"/>
                </a:lnTo>
                <a:close/>
              </a:path>
              <a:path w="1324610" h="73215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24610" h="732154">
                <a:moveTo>
                  <a:pt x="130528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305280" y="9525"/>
                </a:lnTo>
                <a:lnTo>
                  <a:pt x="1305280" y="19050"/>
                </a:lnTo>
                <a:close/>
              </a:path>
              <a:path w="1324610" h="732154">
                <a:moveTo>
                  <a:pt x="1305280" y="722109"/>
                </a:moveTo>
                <a:lnTo>
                  <a:pt x="1305280" y="9525"/>
                </a:lnTo>
                <a:lnTo>
                  <a:pt x="1314805" y="19050"/>
                </a:lnTo>
                <a:lnTo>
                  <a:pt x="1324330" y="19050"/>
                </a:lnTo>
                <a:lnTo>
                  <a:pt x="1324330" y="712584"/>
                </a:lnTo>
                <a:lnTo>
                  <a:pt x="1314805" y="712584"/>
                </a:lnTo>
                <a:lnTo>
                  <a:pt x="1305280" y="722109"/>
                </a:lnTo>
                <a:close/>
              </a:path>
              <a:path w="1324610" h="732154">
                <a:moveTo>
                  <a:pt x="1324330" y="19050"/>
                </a:moveTo>
                <a:lnTo>
                  <a:pt x="1314805" y="19050"/>
                </a:lnTo>
                <a:lnTo>
                  <a:pt x="1305280" y="9525"/>
                </a:lnTo>
                <a:lnTo>
                  <a:pt x="1324330" y="9525"/>
                </a:lnTo>
                <a:lnTo>
                  <a:pt x="1324330" y="19050"/>
                </a:lnTo>
                <a:close/>
              </a:path>
              <a:path w="1324610" h="732154">
                <a:moveTo>
                  <a:pt x="19050" y="722109"/>
                </a:moveTo>
                <a:lnTo>
                  <a:pt x="9525" y="712584"/>
                </a:lnTo>
                <a:lnTo>
                  <a:pt x="19050" y="712584"/>
                </a:lnTo>
                <a:lnTo>
                  <a:pt x="19050" y="722109"/>
                </a:lnTo>
                <a:close/>
              </a:path>
              <a:path w="1324610" h="732154">
                <a:moveTo>
                  <a:pt x="1305280" y="722109"/>
                </a:moveTo>
                <a:lnTo>
                  <a:pt x="19050" y="722109"/>
                </a:lnTo>
                <a:lnTo>
                  <a:pt x="19050" y="712584"/>
                </a:lnTo>
                <a:lnTo>
                  <a:pt x="1305280" y="712584"/>
                </a:lnTo>
                <a:lnTo>
                  <a:pt x="1305280" y="722109"/>
                </a:lnTo>
                <a:close/>
              </a:path>
              <a:path w="1324610" h="732154">
                <a:moveTo>
                  <a:pt x="1324330" y="722109"/>
                </a:moveTo>
                <a:lnTo>
                  <a:pt x="1305280" y="722109"/>
                </a:lnTo>
                <a:lnTo>
                  <a:pt x="1314805" y="712584"/>
                </a:lnTo>
                <a:lnTo>
                  <a:pt x="1324330" y="712584"/>
                </a:lnTo>
                <a:lnTo>
                  <a:pt x="1324330" y="72210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4819053" y="4224820"/>
            <a:ext cx="105219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EC7C30"/>
                </a:solidFill>
                <a:latin typeface="Times New Roman"/>
                <a:cs typeface="Times New Roman"/>
              </a:rPr>
              <a:t>Rewrite- Retrieve-</a:t>
            </a:r>
            <a:r>
              <a:rPr sz="1400" spc="-20" dirty="0">
                <a:solidFill>
                  <a:srgbClr val="EC7C30"/>
                </a:solidFill>
                <a:latin typeface="Times New Roman"/>
                <a:cs typeface="Times New Roman"/>
              </a:rPr>
              <a:t>Read </a:t>
            </a:r>
            <a:r>
              <a:rPr sz="1400" spc="-10" dirty="0">
                <a:solidFill>
                  <a:srgbClr val="EC7C30"/>
                </a:solidFill>
                <a:latin typeface="Times New Roman"/>
                <a:cs typeface="Times New Roman"/>
              </a:rPr>
              <a:t>(2023)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168034" y="5419915"/>
            <a:ext cx="3702050" cy="476884"/>
            <a:chOff x="6168034" y="5419915"/>
            <a:chExt cx="3702050" cy="476884"/>
          </a:xfrm>
        </p:grpSpPr>
        <p:sp>
          <p:nvSpPr>
            <p:cNvPr id="85" name="object 85"/>
            <p:cNvSpPr/>
            <p:nvPr/>
          </p:nvSpPr>
          <p:spPr>
            <a:xfrm>
              <a:off x="6172199" y="5423916"/>
              <a:ext cx="1243965" cy="467995"/>
            </a:xfrm>
            <a:custGeom>
              <a:avLst/>
              <a:gdLst/>
              <a:ahLst/>
              <a:cxnLst/>
              <a:rect l="l" t="t" r="r" b="b"/>
              <a:pathLst>
                <a:path w="1243965" h="467995">
                  <a:moveTo>
                    <a:pt x="1243583" y="467867"/>
                  </a:moveTo>
                  <a:lnTo>
                    <a:pt x="0" y="467867"/>
                  </a:lnTo>
                  <a:lnTo>
                    <a:pt x="0" y="0"/>
                  </a:lnTo>
                  <a:lnTo>
                    <a:pt x="1243583" y="0"/>
                  </a:lnTo>
                  <a:lnTo>
                    <a:pt x="1243583" y="467867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168034" y="5419915"/>
              <a:ext cx="1252220" cy="476250"/>
            </a:xfrm>
            <a:custGeom>
              <a:avLst/>
              <a:gdLst/>
              <a:ahLst/>
              <a:cxnLst/>
              <a:rect l="l" t="t" r="r" b="b"/>
              <a:pathLst>
                <a:path w="1252220" h="476250">
                  <a:moveTo>
                    <a:pt x="3809" y="472439"/>
                  </a:moveTo>
                  <a:lnTo>
                    <a:pt x="0" y="472439"/>
                  </a:lnTo>
                  <a:lnTo>
                    <a:pt x="0" y="441960"/>
                  </a:lnTo>
                  <a:lnTo>
                    <a:pt x="7619" y="441960"/>
                  </a:lnTo>
                  <a:lnTo>
                    <a:pt x="7619" y="468630"/>
                  </a:lnTo>
                  <a:lnTo>
                    <a:pt x="3809" y="468630"/>
                  </a:lnTo>
                  <a:lnTo>
                    <a:pt x="3809" y="472439"/>
                  </a:lnTo>
                  <a:close/>
                </a:path>
                <a:path w="1252220" h="476250">
                  <a:moveTo>
                    <a:pt x="16344" y="476250"/>
                  </a:moveTo>
                  <a:lnTo>
                    <a:pt x="3809" y="476250"/>
                  </a:lnTo>
                  <a:lnTo>
                    <a:pt x="3809" y="468630"/>
                  </a:lnTo>
                  <a:lnTo>
                    <a:pt x="7619" y="468630"/>
                  </a:lnTo>
                  <a:lnTo>
                    <a:pt x="7619" y="472439"/>
                  </a:lnTo>
                  <a:lnTo>
                    <a:pt x="16344" y="472439"/>
                  </a:lnTo>
                  <a:lnTo>
                    <a:pt x="16344" y="476250"/>
                  </a:lnTo>
                  <a:close/>
                </a:path>
                <a:path w="1252220" h="476250">
                  <a:moveTo>
                    <a:pt x="16344" y="472439"/>
                  </a:moveTo>
                  <a:lnTo>
                    <a:pt x="7619" y="472439"/>
                  </a:lnTo>
                  <a:lnTo>
                    <a:pt x="7619" y="468630"/>
                  </a:lnTo>
                  <a:lnTo>
                    <a:pt x="16344" y="468630"/>
                  </a:lnTo>
                  <a:lnTo>
                    <a:pt x="16344" y="472439"/>
                  </a:lnTo>
                  <a:close/>
                </a:path>
                <a:path w="1252220" h="476250">
                  <a:moveTo>
                    <a:pt x="7619" y="419100"/>
                  </a:moveTo>
                  <a:lnTo>
                    <a:pt x="0" y="419100"/>
                  </a:lnTo>
                  <a:lnTo>
                    <a:pt x="0" y="388620"/>
                  </a:lnTo>
                  <a:lnTo>
                    <a:pt x="7619" y="388620"/>
                  </a:lnTo>
                  <a:lnTo>
                    <a:pt x="7619" y="419100"/>
                  </a:lnTo>
                  <a:close/>
                </a:path>
                <a:path w="1252220" h="476250">
                  <a:moveTo>
                    <a:pt x="7619" y="365760"/>
                  </a:moveTo>
                  <a:lnTo>
                    <a:pt x="0" y="365760"/>
                  </a:lnTo>
                  <a:lnTo>
                    <a:pt x="0" y="335280"/>
                  </a:lnTo>
                  <a:lnTo>
                    <a:pt x="7619" y="335280"/>
                  </a:lnTo>
                  <a:lnTo>
                    <a:pt x="7619" y="365760"/>
                  </a:lnTo>
                  <a:close/>
                </a:path>
                <a:path w="1252220" h="476250">
                  <a:moveTo>
                    <a:pt x="7619" y="312420"/>
                  </a:moveTo>
                  <a:lnTo>
                    <a:pt x="0" y="312420"/>
                  </a:lnTo>
                  <a:lnTo>
                    <a:pt x="0" y="281939"/>
                  </a:lnTo>
                  <a:lnTo>
                    <a:pt x="7619" y="281939"/>
                  </a:lnTo>
                  <a:lnTo>
                    <a:pt x="7619" y="312420"/>
                  </a:lnTo>
                  <a:close/>
                </a:path>
                <a:path w="1252220" h="476250">
                  <a:moveTo>
                    <a:pt x="7619" y="259080"/>
                  </a:moveTo>
                  <a:lnTo>
                    <a:pt x="0" y="259080"/>
                  </a:lnTo>
                  <a:lnTo>
                    <a:pt x="0" y="228600"/>
                  </a:lnTo>
                  <a:lnTo>
                    <a:pt x="7619" y="228600"/>
                  </a:lnTo>
                  <a:lnTo>
                    <a:pt x="7619" y="259080"/>
                  </a:lnTo>
                  <a:close/>
                </a:path>
                <a:path w="1252220" h="476250">
                  <a:moveTo>
                    <a:pt x="7619" y="205739"/>
                  </a:moveTo>
                  <a:lnTo>
                    <a:pt x="0" y="205739"/>
                  </a:lnTo>
                  <a:lnTo>
                    <a:pt x="0" y="175260"/>
                  </a:lnTo>
                  <a:lnTo>
                    <a:pt x="7619" y="175260"/>
                  </a:lnTo>
                  <a:lnTo>
                    <a:pt x="7619" y="205739"/>
                  </a:lnTo>
                  <a:close/>
                </a:path>
                <a:path w="1252220" h="476250">
                  <a:moveTo>
                    <a:pt x="7619" y="152400"/>
                  </a:moveTo>
                  <a:lnTo>
                    <a:pt x="0" y="152400"/>
                  </a:lnTo>
                  <a:lnTo>
                    <a:pt x="0" y="121920"/>
                  </a:lnTo>
                  <a:lnTo>
                    <a:pt x="7619" y="121920"/>
                  </a:lnTo>
                  <a:lnTo>
                    <a:pt x="7619" y="152400"/>
                  </a:lnTo>
                  <a:close/>
                </a:path>
                <a:path w="1252220" h="476250">
                  <a:moveTo>
                    <a:pt x="7619" y="99060"/>
                  </a:moveTo>
                  <a:lnTo>
                    <a:pt x="0" y="99060"/>
                  </a:lnTo>
                  <a:lnTo>
                    <a:pt x="0" y="68580"/>
                  </a:lnTo>
                  <a:lnTo>
                    <a:pt x="7619" y="68580"/>
                  </a:lnTo>
                  <a:lnTo>
                    <a:pt x="7619" y="99060"/>
                  </a:lnTo>
                  <a:close/>
                </a:path>
                <a:path w="1252220" h="476250">
                  <a:moveTo>
                    <a:pt x="7619" y="45720"/>
                  </a:moveTo>
                  <a:lnTo>
                    <a:pt x="0" y="45720"/>
                  </a:lnTo>
                  <a:lnTo>
                    <a:pt x="0" y="15239"/>
                  </a:lnTo>
                  <a:lnTo>
                    <a:pt x="7619" y="15239"/>
                  </a:lnTo>
                  <a:lnTo>
                    <a:pt x="7619" y="45720"/>
                  </a:lnTo>
                  <a:close/>
                </a:path>
                <a:path w="1252220" h="476250">
                  <a:moveTo>
                    <a:pt x="45719" y="7620"/>
                  </a:moveTo>
                  <a:lnTo>
                    <a:pt x="15239" y="7620"/>
                  </a:lnTo>
                  <a:lnTo>
                    <a:pt x="15239" y="0"/>
                  </a:lnTo>
                  <a:lnTo>
                    <a:pt x="45719" y="0"/>
                  </a:lnTo>
                  <a:lnTo>
                    <a:pt x="45719" y="7620"/>
                  </a:lnTo>
                  <a:close/>
                </a:path>
                <a:path w="1252220" h="476250">
                  <a:moveTo>
                    <a:pt x="99059" y="7620"/>
                  </a:moveTo>
                  <a:lnTo>
                    <a:pt x="68579" y="7620"/>
                  </a:lnTo>
                  <a:lnTo>
                    <a:pt x="68579" y="0"/>
                  </a:lnTo>
                  <a:lnTo>
                    <a:pt x="99059" y="0"/>
                  </a:lnTo>
                  <a:lnTo>
                    <a:pt x="99059" y="7620"/>
                  </a:lnTo>
                  <a:close/>
                </a:path>
                <a:path w="1252220" h="476250">
                  <a:moveTo>
                    <a:pt x="152400" y="7620"/>
                  </a:moveTo>
                  <a:lnTo>
                    <a:pt x="121919" y="7620"/>
                  </a:lnTo>
                  <a:lnTo>
                    <a:pt x="121919" y="0"/>
                  </a:lnTo>
                  <a:lnTo>
                    <a:pt x="152400" y="0"/>
                  </a:lnTo>
                  <a:lnTo>
                    <a:pt x="152400" y="7620"/>
                  </a:lnTo>
                  <a:close/>
                </a:path>
                <a:path w="1252220" h="476250">
                  <a:moveTo>
                    <a:pt x="205739" y="7620"/>
                  </a:moveTo>
                  <a:lnTo>
                    <a:pt x="175259" y="7620"/>
                  </a:lnTo>
                  <a:lnTo>
                    <a:pt x="175259" y="0"/>
                  </a:lnTo>
                  <a:lnTo>
                    <a:pt x="205739" y="0"/>
                  </a:lnTo>
                  <a:lnTo>
                    <a:pt x="205739" y="7620"/>
                  </a:lnTo>
                  <a:close/>
                </a:path>
                <a:path w="1252220" h="476250">
                  <a:moveTo>
                    <a:pt x="259079" y="7620"/>
                  </a:moveTo>
                  <a:lnTo>
                    <a:pt x="228600" y="7620"/>
                  </a:lnTo>
                  <a:lnTo>
                    <a:pt x="228600" y="0"/>
                  </a:lnTo>
                  <a:lnTo>
                    <a:pt x="259079" y="0"/>
                  </a:lnTo>
                  <a:lnTo>
                    <a:pt x="259079" y="7620"/>
                  </a:lnTo>
                  <a:close/>
                </a:path>
                <a:path w="1252220" h="476250">
                  <a:moveTo>
                    <a:pt x="312419" y="7620"/>
                  </a:moveTo>
                  <a:lnTo>
                    <a:pt x="281939" y="7620"/>
                  </a:lnTo>
                  <a:lnTo>
                    <a:pt x="281939" y="0"/>
                  </a:lnTo>
                  <a:lnTo>
                    <a:pt x="312419" y="0"/>
                  </a:lnTo>
                  <a:lnTo>
                    <a:pt x="312419" y="7620"/>
                  </a:lnTo>
                  <a:close/>
                </a:path>
                <a:path w="1252220" h="476250">
                  <a:moveTo>
                    <a:pt x="365759" y="7620"/>
                  </a:moveTo>
                  <a:lnTo>
                    <a:pt x="335279" y="7620"/>
                  </a:lnTo>
                  <a:lnTo>
                    <a:pt x="335279" y="0"/>
                  </a:lnTo>
                  <a:lnTo>
                    <a:pt x="365759" y="0"/>
                  </a:lnTo>
                  <a:lnTo>
                    <a:pt x="365759" y="7620"/>
                  </a:lnTo>
                  <a:close/>
                </a:path>
                <a:path w="1252220" h="476250">
                  <a:moveTo>
                    <a:pt x="419100" y="7620"/>
                  </a:moveTo>
                  <a:lnTo>
                    <a:pt x="388620" y="7620"/>
                  </a:lnTo>
                  <a:lnTo>
                    <a:pt x="388620" y="0"/>
                  </a:lnTo>
                  <a:lnTo>
                    <a:pt x="419100" y="0"/>
                  </a:lnTo>
                  <a:lnTo>
                    <a:pt x="419100" y="7620"/>
                  </a:lnTo>
                  <a:close/>
                </a:path>
                <a:path w="1252220" h="476250">
                  <a:moveTo>
                    <a:pt x="472439" y="7620"/>
                  </a:moveTo>
                  <a:lnTo>
                    <a:pt x="441959" y="7620"/>
                  </a:lnTo>
                  <a:lnTo>
                    <a:pt x="441959" y="0"/>
                  </a:lnTo>
                  <a:lnTo>
                    <a:pt x="472439" y="0"/>
                  </a:lnTo>
                  <a:lnTo>
                    <a:pt x="472439" y="7620"/>
                  </a:lnTo>
                  <a:close/>
                </a:path>
                <a:path w="1252220" h="476250">
                  <a:moveTo>
                    <a:pt x="525779" y="7620"/>
                  </a:moveTo>
                  <a:lnTo>
                    <a:pt x="495300" y="7620"/>
                  </a:lnTo>
                  <a:lnTo>
                    <a:pt x="495300" y="0"/>
                  </a:lnTo>
                  <a:lnTo>
                    <a:pt x="525779" y="0"/>
                  </a:lnTo>
                  <a:lnTo>
                    <a:pt x="525779" y="7620"/>
                  </a:lnTo>
                  <a:close/>
                </a:path>
                <a:path w="1252220" h="476250">
                  <a:moveTo>
                    <a:pt x="579120" y="7620"/>
                  </a:moveTo>
                  <a:lnTo>
                    <a:pt x="548639" y="7620"/>
                  </a:lnTo>
                  <a:lnTo>
                    <a:pt x="548639" y="0"/>
                  </a:lnTo>
                  <a:lnTo>
                    <a:pt x="579120" y="0"/>
                  </a:lnTo>
                  <a:lnTo>
                    <a:pt x="579120" y="7620"/>
                  </a:lnTo>
                  <a:close/>
                </a:path>
                <a:path w="1252220" h="476250">
                  <a:moveTo>
                    <a:pt x="632459" y="7620"/>
                  </a:moveTo>
                  <a:lnTo>
                    <a:pt x="601979" y="7620"/>
                  </a:lnTo>
                  <a:lnTo>
                    <a:pt x="601979" y="0"/>
                  </a:lnTo>
                  <a:lnTo>
                    <a:pt x="632459" y="0"/>
                  </a:lnTo>
                  <a:lnTo>
                    <a:pt x="632459" y="7620"/>
                  </a:lnTo>
                  <a:close/>
                </a:path>
                <a:path w="1252220" h="476250">
                  <a:moveTo>
                    <a:pt x="685800" y="7620"/>
                  </a:moveTo>
                  <a:lnTo>
                    <a:pt x="655320" y="7620"/>
                  </a:lnTo>
                  <a:lnTo>
                    <a:pt x="655320" y="0"/>
                  </a:lnTo>
                  <a:lnTo>
                    <a:pt x="685800" y="0"/>
                  </a:lnTo>
                  <a:lnTo>
                    <a:pt x="685800" y="7620"/>
                  </a:lnTo>
                  <a:close/>
                </a:path>
                <a:path w="1252220" h="476250">
                  <a:moveTo>
                    <a:pt x="739139" y="7620"/>
                  </a:moveTo>
                  <a:lnTo>
                    <a:pt x="708659" y="7620"/>
                  </a:lnTo>
                  <a:lnTo>
                    <a:pt x="708659" y="0"/>
                  </a:lnTo>
                  <a:lnTo>
                    <a:pt x="739139" y="0"/>
                  </a:lnTo>
                  <a:lnTo>
                    <a:pt x="739139" y="7620"/>
                  </a:lnTo>
                  <a:close/>
                </a:path>
                <a:path w="1252220" h="476250">
                  <a:moveTo>
                    <a:pt x="792479" y="7620"/>
                  </a:moveTo>
                  <a:lnTo>
                    <a:pt x="762000" y="7620"/>
                  </a:lnTo>
                  <a:lnTo>
                    <a:pt x="762000" y="0"/>
                  </a:lnTo>
                  <a:lnTo>
                    <a:pt x="792479" y="0"/>
                  </a:lnTo>
                  <a:lnTo>
                    <a:pt x="792479" y="7620"/>
                  </a:lnTo>
                  <a:close/>
                </a:path>
                <a:path w="1252220" h="476250">
                  <a:moveTo>
                    <a:pt x="845820" y="7620"/>
                  </a:moveTo>
                  <a:lnTo>
                    <a:pt x="815339" y="7620"/>
                  </a:lnTo>
                  <a:lnTo>
                    <a:pt x="815339" y="0"/>
                  </a:lnTo>
                  <a:lnTo>
                    <a:pt x="845820" y="0"/>
                  </a:lnTo>
                  <a:lnTo>
                    <a:pt x="845820" y="7620"/>
                  </a:lnTo>
                  <a:close/>
                </a:path>
                <a:path w="1252220" h="476250">
                  <a:moveTo>
                    <a:pt x="899159" y="7620"/>
                  </a:moveTo>
                  <a:lnTo>
                    <a:pt x="868679" y="7620"/>
                  </a:lnTo>
                  <a:lnTo>
                    <a:pt x="868679" y="0"/>
                  </a:lnTo>
                  <a:lnTo>
                    <a:pt x="899159" y="0"/>
                  </a:lnTo>
                  <a:lnTo>
                    <a:pt x="899159" y="7620"/>
                  </a:lnTo>
                  <a:close/>
                </a:path>
                <a:path w="1252220" h="476250">
                  <a:moveTo>
                    <a:pt x="952500" y="7620"/>
                  </a:moveTo>
                  <a:lnTo>
                    <a:pt x="922020" y="7620"/>
                  </a:lnTo>
                  <a:lnTo>
                    <a:pt x="922020" y="0"/>
                  </a:lnTo>
                  <a:lnTo>
                    <a:pt x="952500" y="0"/>
                  </a:lnTo>
                  <a:lnTo>
                    <a:pt x="952500" y="7620"/>
                  </a:lnTo>
                  <a:close/>
                </a:path>
                <a:path w="1252220" h="476250">
                  <a:moveTo>
                    <a:pt x="1005839" y="7620"/>
                  </a:moveTo>
                  <a:lnTo>
                    <a:pt x="975359" y="7620"/>
                  </a:lnTo>
                  <a:lnTo>
                    <a:pt x="975359" y="0"/>
                  </a:lnTo>
                  <a:lnTo>
                    <a:pt x="1005839" y="0"/>
                  </a:lnTo>
                  <a:lnTo>
                    <a:pt x="1005839" y="7620"/>
                  </a:lnTo>
                  <a:close/>
                </a:path>
                <a:path w="1252220" h="476250">
                  <a:moveTo>
                    <a:pt x="1059179" y="7620"/>
                  </a:moveTo>
                  <a:lnTo>
                    <a:pt x="1028700" y="7620"/>
                  </a:lnTo>
                  <a:lnTo>
                    <a:pt x="1028700" y="0"/>
                  </a:lnTo>
                  <a:lnTo>
                    <a:pt x="1059179" y="0"/>
                  </a:lnTo>
                  <a:lnTo>
                    <a:pt x="1059179" y="7620"/>
                  </a:lnTo>
                  <a:close/>
                </a:path>
                <a:path w="1252220" h="476250">
                  <a:moveTo>
                    <a:pt x="1112520" y="7620"/>
                  </a:moveTo>
                  <a:lnTo>
                    <a:pt x="1082039" y="7620"/>
                  </a:lnTo>
                  <a:lnTo>
                    <a:pt x="1082039" y="0"/>
                  </a:lnTo>
                  <a:lnTo>
                    <a:pt x="1112520" y="0"/>
                  </a:lnTo>
                  <a:lnTo>
                    <a:pt x="1112520" y="7620"/>
                  </a:lnTo>
                  <a:close/>
                </a:path>
                <a:path w="1252220" h="476250">
                  <a:moveTo>
                    <a:pt x="1165859" y="7620"/>
                  </a:moveTo>
                  <a:lnTo>
                    <a:pt x="1135379" y="7620"/>
                  </a:lnTo>
                  <a:lnTo>
                    <a:pt x="1135379" y="0"/>
                  </a:lnTo>
                  <a:lnTo>
                    <a:pt x="1165859" y="0"/>
                  </a:lnTo>
                  <a:lnTo>
                    <a:pt x="1165859" y="7620"/>
                  </a:lnTo>
                  <a:close/>
                </a:path>
                <a:path w="1252220" h="476250">
                  <a:moveTo>
                    <a:pt x="1219200" y="7620"/>
                  </a:moveTo>
                  <a:lnTo>
                    <a:pt x="1188720" y="7620"/>
                  </a:lnTo>
                  <a:lnTo>
                    <a:pt x="1188720" y="0"/>
                  </a:lnTo>
                  <a:lnTo>
                    <a:pt x="1219200" y="0"/>
                  </a:lnTo>
                  <a:lnTo>
                    <a:pt x="1219200" y="7620"/>
                  </a:lnTo>
                  <a:close/>
                </a:path>
                <a:path w="1252220" h="476250">
                  <a:moveTo>
                    <a:pt x="1244523" y="7620"/>
                  </a:moveTo>
                  <a:lnTo>
                    <a:pt x="1242059" y="7620"/>
                  </a:lnTo>
                  <a:lnTo>
                    <a:pt x="1242059" y="0"/>
                  </a:lnTo>
                  <a:lnTo>
                    <a:pt x="1252143" y="0"/>
                  </a:lnTo>
                  <a:lnTo>
                    <a:pt x="1252143" y="3810"/>
                  </a:lnTo>
                  <a:lnTo>
                    <a:pt x="1244523" y="3810"/>
                  </a:lnTo>
                  <a:lnTo>
                    <a:pt x="1244523" y="7620"/>
                  </a:lnTo>
                  <a:close/>
                </a:path>
                <a:path w="1252220" h="476250">
                  <a:moveTo>
                    <a:pt x="1252143" y="28016"/>
                  </a:moveTo>
                  <a:lnTo>
                    <a:pt x="1244523" y="28016"/>
                  </a:lnTo>
                  <a:lnTo>
                    <a:pt x="1244523" y="3810"/>
                  </a:lnTo>
                  <a:lnTo>
                    <a:pt x="1248333" y="7620"/>
                  </a:lnTo>
                  <a:lnTo>
                    <a:pt x="1252143" y="7620"/>
                  </a:lnTo>
                  <a:lnTo>
                    <a:pt x="1252143" y="28016"/>
                  </a:lnTo>
                  <a:close/>
                </a:path>
                <a:path w="1252220" h="476250">
                  <a:moveTo>
                    <a:pt x="1252143" y="7620"/>
                  </a:moveTo>
                  <a:lnTo>
                    <a:pt x="1248333" y="7620"/>
                  </a:lnTo>
                  <a:lnTo>
                    <a:pt x="1244523" y="3810"/>
                  </a:lnTo>
                  <a:lnTo>
                    <a:pt x="1252143" y="3810"/>
                  </a:lnTo>
                  <a:lnTo>
                    <a:pt x="1252143" y="7620"/>
                  </a:lnTo>
                  <a:close/>
                </a:path>
                <a:path w="1252220" h="476250">
                  <a:moveTo>
                    <a:pt x="1252143" y="81356"/>
                  </a:moveTo>
                  <a:lnTo>
                    <a:pt x="1244523" y="81356"/>
                  </a:lnTo>
                  <a:lnTo>
                    <a:pt x="1244523" y="50876"/>
                  </a:lnTo>
                  <a:lnTo>
                    <a:pt x="1252143" y="50876"/>
                  </a:lnTo>
                  <a:lnTo>
                    <a:pt x="1252143" y="81356"/>
                  </a:lnTo>
                  <a:close/>
                </a:path>
                <a:path w="1252220" h="476250">
                  <a:moveTo>
                    <a:pt x="1252143" y="134696"/>
                  </a:moveTo>
                  <a:lnTo>
                    <a:pt x="1244523" y="134696"/>
                  </a:lnTo>
                  <a:lnTo>
                    <a:pt x="1244523" y="104216"/>
                  </a:lnTo>
                  <a:lnTo>
                    <a:pt x="1252143" y="104216"/>
                  </a:lnTo>
                  <a:lnTo>
                    <a:pt x="1252143" y="134696"/>
                  </a:lnTo>
                  <a:close/>
                </a:path>
                <a:path w="1252220" h="476250">
                  <a:moveTo>
                    <a:pt x="1252143" y="188036"/>
                  </a:moveTo>
                  <a:lnTo>
                    <a:pt x="1244523" y="188036"/>
                  </a:lnTo>
                  <a:lnTo>
                    <a:pt x="1244523" y="157556"/>
                  </a:lnTo>
                  <a:lnTo>
                    <a:pt x="1252143" y="157556"/>
                  </a:lnTo>
                  <a:lnTo>
                    <a:pt x="1252143" y="188036"/>
                  </a:lnTo>
                  <a:close/>
                </a:path>
                <a:path w="1252220" h="476250">
                  <a:moveTo>
                    <a:pt x="1252143" y="241376"/>
                  </a:moveTo>
                  <a:lnTo>
                    <a:pt x="1244523" y="241376"/>
                  </a:lnTo>
                  <a:lnTo>
                    <a:pt x="1244523" y="210896"/>
                  </a:lnTo>
                  <a:lnTo>
                    <a:pt x="1252143" y="210896"/>
                  </a:lnTo>
                  <a:lnTo>
                    <a:pt x="1252143" y="241376"/>
                  </a:lnTo>
                  <a:close/>
                </a:path>
                <a:path w="1252220" h="476250">
                  <a:moveTo>
                    <a:pt x="1252143" y="294716"/>
                  </a:moveTo>
                  <a:lnTo>
                    <a:pt x="1244523" y="294716"/>
                  </a:lnTo>
                  <a:lnTo>
                    <a:pt x="1244523" y="264236"/>
                  </a:lnTo>
                  <a:lnTo>
                    <a:pt x="1252143" y="264236"/>
                  </a:lnTo>
                  <a:lnTo>
                    <a:pt x="1252143" y="294716"/>
                  </a:lnTo>
                  <a:close/>
                </a:path>
                <a:path w="1252220" h="476250">
                  <a:moveTo>
                    <a:pt x="1252143" y="348056"/>
                  </a:moveTo>
                  <a:lnTo>
                    <a:pt x="1244523" y="348056"/>
                  </a:lnTo>
                  <a:lnTo>
                    <a:pt x="1244523" y="317576"/>
                  </a:lnTo>
                  <a:lnTo>
                    <a:pt x="1252143" y="317576"/>
                  </a:lnTo>
                  <a:lnTo>
                    <a:pt x="1252143" y="348056"/>
                  </a:lnTo>
                  <a:close/>
                </a:path>
                <a:path w="1252220" h="476250">
                  <a:moveTo>
                    <a:pt x="1252143" y="401396"/>
                  </a:moveTo>
                  <a:lnTo>
                    <a:pt x="1244523" y="401396"/>
                  </a:lnTo>
                  <a:lnTo>
                    <a:pt x="1244523" y="370916"/>
                  </a:lnTo>
                  <a:lnTo>
                    <a:pt x="1252143" y="370916"/>
                  </a:lnTo>
                  <a:lnTo>
                    <a:pt x="1252143" y="401396"/>
                  </a:lnTo>
                  <a:close/>
                </a:path>
                <a:path w="1252220" h="476250">
                  <a:moveTo>
                    <a:pt x="1252143" y="454736"/>
                  </a:moveTo>
                  <a:lnTo>
                    <a:pt x="1244523" y="454736"/>
                  </a:lnTo>
                  <a:lnTo>
                    <a:pt x="1244523" y="424256"/>
                  </a:lnTo>
                  <a:lnTo>
                    <a:pt x="1252143" y="424256"/>
                  </a:lnTo>
                  <a:lnTo>
                    <a:pt x="1252143" y="454736"/>
                  </a:lnTo>
                  <a:close/>
                </a:path>
                <a:path w="1252220" h="476250">
                  <a:moveTo>
                    <a:pt x="1243164" y="476250"/>
                  </a:moveTo>
                  <a:lnTo>
                    <a:pt x="1212684" y="476250"/>
                  </a:lnTo>
                  <a:lnTo>
                    <a:pt x="1212684" y="468630"/>
                  </a:lnTo>
                  <a:lnTo>
                    <a:pt x="1243164" y="468630"/>
                  </a:lnTo>
                  <a:lnTo>
                    <a:pt x="1243164" y="476250"/>
                  </a:lnTo>
                  <a:close/>
                </a:path>
                <a:path w="1252220" h="476250">
                  <a:moveTo>
                    <a:pt x="1189824" y="476250"/>
                  </a:moveTo>
                  <a:lnTo>
                    <a:pt x="1159344" y="476250"/>
                  </a:lnTo>
                  <a:lnTo>
                    <a:pt x="1159344" y="468630"/>
                  </a:lnTo>
                  <a:lnTo>
                    <a:pt x="1189824" y="468630"/>
                  </a:lnTo>
                  <a:lnTo>
                    <a:pt x="1189824" y="476250"/>
                  </a:lnTo>
                  <a:close/>
                </a:path>
                <a:path w="1252220" h="476250">
                  <a:moveTo>
                    <a:pt x="1136484" y="476250"/>
                  </a:moveTo>
                  <a:lnTo>
                    <a:pt x="1106004" y="476250"/>
                  </a:lnTo>
                  <a:lnTo>
                    <a:pt x="1106004" y="468630"/>
                  </a:lnTo>
                  <a:lnTo>
                    <a:pt x="1136484" y="468630"/>
                  </a:lnTo>
                  <a:lnTo>
                    <a:pt x="1136484" y="476250"/>
                  </a:lnTo>
                  <a:close/>
                </a:path>
                <a:path w="1252220" h="476250">
                  <a:moveTo>
                    <a:pt x="1083144" y="476250"/>
                  </a:moveTo>
                  <a:lnTo>
                    <a:pt x="1052664" y="476250"/>
                  </a:lnTo>
                  <a:lnTo>
                    <a:pt x="1052664" y="468630"/>
                  </a:lnTo>
                  <a:lnTo>
                    <a:pt x="1083144" y="468630"/>
                  </a:lnTo>
                  <a:lnTo>
                    <a:pt x="1083144" y="476250"/>
                  </a:lnTo>
                  <a:close/>
                </a:path>
                <a:path w="1252220" h="476250">
                  <a:moveTo>
                    <a:pt x="1029804" y="476250"/>
                  </a:moveTo>
                  <a:lnTo>
                    <a:pt x="999324" y="476250"/>
                  </a:lnTo>
                  <a:lnTo>
                    <a:pt x="999324" y="468630"/>
                  </a:lnTo>
                  <a:lnTo>
                    <a:pt x="1029804" y="468630"/>
                  </a:lnTo>
                  <a:lnTo>
                    <a:pt x="1029804" y="476250"/>
                  </a:lnTo>
                  <a:close/>
                </a:path>
                <a:path w="1252220" h="476250">
                  <a:moveTo>
                    <a:pt x="976464" y="476250"/>
                  </a:moveTo>
                  <a:lnTo>
                    <a:pt x="945984" y="476250"/>
                  </a:lnTo>
                  <a:lnTo>
                    <a:pt x="945984" y="468630"/>
                  </a:lnTo>
                  <a:lnTo>
                    <a:pt x="976464" y="468630"/>
                  </a:lnTo>
                  <a:lnTo>
                    <a:pt x="976464" y="476250"/>
                  </a:lnTo>
                  <a:close/>
                </a:path>
                <a:path w="1252220" h="476250">
                  <a:moveTo>
                    <a:pt x="923124" y="476250"/>
                  </a:moveTo>
                  <a:lnTo>
                    <a:pt x="892644" y="476250"/>
                  </a:lnTo>
                  <a:lnTo>
                    <a:pt x="892644" y="468630"/>
                  </a:lnTo>
                  <a:lnTo>
                    <a:pt x="923124" y="468630"/>
                  </a:lnTo>
                  <a:lnTo>
                    <a:pt x="923124" y="476250"/>
                  </a:lnTo>
                  <a:close/>
                </a:path>
                <a:path w="1252220" h="476250">
                  <a:moveTo>
                    <a:pt x="869784" y="476250"/>
                  </a:moveTo>
                  <a:lnTo>
                    <a:pt x="839304" y="476250"/>
                  </a:lnTo>
                  <a:lnTo>
                    <a:pt x="839304" y="468630"/>
                  </a:lnTo>
                  <a:lnTo>
                    <a:pt x="869784" y="468630"/>
                  </a:lnTo>
                  <a:lnTo>
                    <a:pt x="869784" y="476250"/>
                  </a:lnTo>
                  <a:close/>
                </a:path>
                <a:path w="1252220" h="476250">
                  <a:moveTo>
                    <a:pt x="816444" y="476250"/>
                  </a:moveTo>
                  <a:lnTo>
                    <a:pt x="785964" y="476250"/>
                  </a:lnTo>
                  <a:lnTo>
                    <a:pt x="785964" y="468630"/>
                  </a:lnTo>
                  <a:lnTo>
                    <a:pt x="816444" y="468630"/>
                  </a:lnTo>
                  <a:lnTo>
                    <a:pt x="816444" y="476250"/>
                  </a:lnTo>
                  <a:close/>
                </a:path>
                <a:path w="1252220" h="476250">
                  <a:moveTo>
                    <a:pt x="763104" y="476250"/>
                  </a:moveTo>
                  <a:lnTo>
                    <a:pt x="732624" y="476250"/>
                  </a:lnTo>
                  <a:lnTo>
                    <a:pt x="732624" y="468630"/>
                  </a:lnTo>
                  <a:lnTo>
                    <a:pt x="763104" y="468630"/>
                  </a:lnTo>
                  <a:lnTo>
                    <a:pt x="763104" y="476250"/>
                  </a:lnTo>
                  <a:close/>
                </a:path>
                <a:path w="1252220" h="476250">
                  <a:moveTo>
                    <a:pt x="709764" y="476250"/>
                  </a:moveTo>
                  <a:lnTo>
                    <a:pt x="679284" y="476250"/>
                  </a:lnTo>
                  <a:lnTo>
                    <a:pt x="679284" y="468630"/>
                  </a:lnTo>
                  <a:lnTo>
                    <a:pt x="709764" y="468630"/>
                  </a:lnTo>
                  <a:lnTo>
                    <a:pt x="709764" y="476250"/>
                  </a:lnTo>
                  <a:close/>
                </a:path>
                <a:path w="1252220" h="476250">
                  <a:moveTo>
                    <a:pt x="656424" y="476250"/>
                  </a:moveTo>
                  <a:lnTo>
                    <a:pt x="625944" y="476250"/>
                  </a:lnTo>
                  <a:lnTo>
                    <a:pt x="625944" y="468630"/>
                  </a:lnTo>
                  <a:lnTo>
                    <a:pt x="656424" y="468630"/>
                  </a:lnTo>
                  <a:lnTo>
                    <a:pt x="656424" y="476250"/>
                  </a:lnTo>
                  <a:close/>
                </a:path>
                <a:path w="1252220" h="476250">
                  <a:moveTo>
                    <a:pt x="603084" y="476250"/>
                  </a:moveTo>
                  <a:lnTo>
                    <a:pt x="572604" y="476250"/>
                  </a:lnTo>
                  <a:lnTo>
                    <a:pt x="572604" y="468630"/>
                  </a:lnTo>
                  <a:lnTo>
                    <a:pt x="603084" y="468630"/>
                  </a:lnTo>
                  <a:lnTo>
                    <a:pt x="603084" y="476250"/>
                  </a:lnTo>
                  <a:close/>
                </a:path>
                <a:path w="1252220" h="476250">
                  <a:moveTo>
                    <a:pt x="549744" y="476250"/>
                  </a:moveTo>
                  <a:lnTo>
                    <a:pt x="519264" y="476250"/>
                  </a:lnTo>
                  <a:lnTo>
                    <a:pt x="519264" y="468630"/>
                  </a:lnTo>
                  <a:lnTo>
                    <a:pt x="549744" y="468630"/>
                  </a:lnTo>
                  <a:lnTo>
                    <a:pt x="549744" y="476250"/>
                  </a:lnTo>
                  <a:close/>
                </a:path>
                <a:path w="1252220" h="476250">
                  <a:moveTo>
                    <a:pt x="496404" y="476250"/>
                  </a:moveTo>
                  <a:lnTo>
                    <a:pt x="465924" y="476250"/>
                  </a:lnTo>
                  <a:lnTo>
                    <a:pt x="465924" y="468630"/>
                  </a:lnTo>
                  <a:lnTo>
                    <a:pt x="496404" y="468630"/>
                  </a:lnTo>
                  <a:lnTo>
                    <a:pt x="496404" y="476250"/>
                  </a:lnTo>
                  <a:close/>
                </a:path>
                <a:path w="1252220" h="476250">
                  <a:moveTo>
                    <a:pt x="443064" y="476250"/>
                  </a:moveTo>
                  <a:lnTo>
                    <a:pt x="412584" y="476250"/>
                  </a:lnTo>
                  <a:lnTo>
                    <a:pt x="412584" y="468630"/>
                  </a:lnTo>
                  <a:lnTo>
                    <a:pt x="443064" y="468630"/>
                  </a:lnTo>
                  <a:lnTo>
                    <a:pt x="443064" y="476250"/>
                  </a:lnTo>
                  <a:close/>
                </a:path>
                <a:path w="1252220" h="476250">
                  <a:moveTo>
                    <a:pt x="389724" y="476250"/>
                  </a:moveTo>
                  <a:lnTo>
                    <a:pt x="359244" y="476250"/>
                  </a:lnTo>
                  <a:lnTo>
                    <a:pt x="359244" y="468630"/>
                  </a:lnTo>
                  <a:lnTo>
                    <a:pt x="389724" y="468630"/>
                  </a:lnTo>
                  <a:lnTo>
                    <a:pt x="389724" y="476250"/>
                  </a:lnTo>
                  <a:close/>
                </a:path>
                <a:path w="1252220" h="476250">
                  <a:moveTo>
                    <a:pt x="336384" y="476250"/>
                  </a:moveTo>
                  <a:lnTo>
                    <a:pt x="305904" y="476250"/>
                  </a:lnTo>
                  <a:lnTo>
                    <a:pt x="305904" y="468630"/>
                  </a:lnTo>
                  <a:lnTo>
                    <a:pt x="336384" y="468630"/>
                  </a:lnTo>
                  <a:lnTo>
                    <a:pt x="336384" y="476250"/>
                  </a:lnTo>
                  <a:close/>
                </a:path>
                <a:path w="1252220" h="476250">
                  <a:moveTo>
                    <a:pt x="283044" y="476250"/>
                  </a:moveTo>
                  <a:lnTo>
                    <a:pt x="252564" y="476250"/>
                  </a:lnTo>
                  <a:lnTo>
                    <a:pt x="252564" y="468630"/>
                  </a:lnTo>
                  <a:lnTo>
                    <a:pt x="283044" y="468630"/>
                  </a:lnTo>
                  <a:lnTo>
                    <a:pt x="283044" y="476250"/>
                  </a:lnTo>
                  <a:close/>
                </a:path>
                <a:path w="1252220" h="476250">
                  <a:moveTo>
                    <a:pt x="229704" y="476250"/>
                  </a:moveTo>
                  <a:lnTo>
                    <a:pt x="199224" y="476250"/>
                  </a:lnTo>
                  <a:lnTo>
                    <a:pt x="199224" y="468630"/>
                  </a:lnTo>
                  <a:lnTo>
                    <a:pt x="229704" y="468630"/>
                  </a:lnTo>
                  <a:lnTo>
                    <a:pt x="229704" y="476250"/>
                  </a:lnTo>
                  <a:close/>
                </a:path>
                <a:path w="1252220" h="476250">
                  <a:moveTo>
                    <a:pt x="176364" y="476250"/>
                  </a:moveTo>
                  <a:lnTo>
                    <a:pt x="145884" y="476250"/>
                  </a:lnTo>
                  <a:lnTo>
                    <a:pt x="145884" y="468630"/>
                  </a:lnTo>
                  <a:lnTo>
                    <a:pt x="176364" y="468630"/>
                  </a:lnTo>
                  <a:lnTo>
                    <a:pt x="176364" y="476250"/>
                  </a:lnTo>
                  <a:close/>
                </a:path>
                <a:path w="1252220" h="476250">
                  <a:moveTo>
                    <a:pt x="123024" y="476250"/>
                  </a:moveTo>
                  <a:lnTo>
                    <a:pt x="92544" y="476250"/>
                  </a:lnTo>
                  <a:lnTo>
                    <a:pt x="92544" y="468630"/>
                  </a:lnTo>
                  <a:lnTo>
                    <a:pt x="123024" y="468630"/>
                  </a:lnTo>
                  <a:lnTo>
                    <a:pt x="123024" y="476250"/>
                  </a:lnTo>
                  <a:close/>
                </a:path>
                <a:path w="1252220" h="476250">
                  <a:moveTo>
                    <a:pt x="69684" y="476250"/>
                  </a:moveTo>
                  <a:lnTo>
                    <a:pt x="39204" y="476250"/>
                  </a:lnTo>
                  <a:lnTo>
                    <a:pt x="39204" y="468630"/>
                  </a:lnTo>
                  <a:lnTo>
                    <a:pt x="69684" y="468630"/>
                  </a:lnTo>
                  <a:lnTo>
                    <a:pt x="69684" y="47625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15783" y="5423916"/>
              <a:ext cx="1240790" cy="467995"/>
            </a:xfrm>
            <a:custGeom>
              <a:avLst/>
              <a:gdLst/>
              <a:ahLst/>
              <a:cxnLst/>
              <a:rect l="l" t="t" r="r" b="b"/>
              <a:pathLst>
                <a:path w="1240790" h="467995">
                  <a:moveTo>
                    <a:pt x="1240535" y="467867"/>
                  </a:moveTo>
                  <a:lnTo>
                    <a:pt x="0" y="467867"/>
                  </a:lnTo>
                  <a:lnTo>
                    <a:pt x="0" y="0"/>
                  </a:lnTo>
                  <a:lnTo>
                    <a:pt x="1240535" y="0"/>
                  </a:lnTo>
                  <a:lnTo>
                    <a:pt x="1240535" y="467867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412558" y="5419915"/>
              <a:ext cx="1247775" cy="476250"/>
            </a:xfrm>
            <a:custGeom>
              <a:avLst/>
              <a:gdLst/>
              <a:ahLst/>
              <a:cxnLst/>
              <a:rect l="l" t="t" r="r" b="b"/>
              <a:pathLst>
                <a:path w="1247775" h="476250">
                  <a:moveTo>
                    <a:pt x="3809" y="472439"/>
                  </a:moveTo>
                  <a:lnTo>
                    <a:pt x="0" y="472439"/>
                  </a:lnTo>
                  <a:lnTo>
                    <a:pt x="0" y="441960"/>
                  </a:lnTo>
                  <a:lnTo>
                    <a:pt x="7619" y="441960"/>
                  </a:lnTo>
                  <a:lnTo>
                    <a:pt x="7619" y="468630"/>
                  </a:lnTo>
                  <a:lnTo>
                    <a:pt x="3809" y="468630"/>
                  </a:lnTo>
                  <a:lnTo>
                    <a:pt x="3809" y="472439"/>
                  </a:lnTo>
                  <a:close/>
                </a:path>
                <a:path w="1247775" h="476250">
                  <a:moveTo>
                    <a:pt x="6489" y="476250"/>
                  </a:moveTo>
                  <a:lnTo>
                    <a:pt x="3809" y="476250"/>
                  </a:lnTo>
                  <a:lnTo>
                    <a:pt x="3809" y="468630"/>
                  </a:lnTo>
                  <a:lnTo>
                    <a:pt x="6489" y="468630"/>
                  </a:lnTo>
                  <a:lnTo>
                    <a:pt x="6489" y="476250"/>
                  </a:lnTo>
                  <a:close/>
                </a:path>
                <a:path w="1247775" h="476250">
                  <a:moveTo>
                    <a:pt x="7619" y="472439"/>
                  </a:moveTo>
                  <a:lnTo>
                    <a:pt x="6489" y="472439"/>
                  </a:lnTo>
                  <a:lnTo>
                    <a:pt x="6489" y="468630"/>
                  </a:lnTo>
                  <a:lnTo>
                    <a:pt x="7619" y="468630"/>
                  </a:lnTo>
                  <a:lnTo>
                    <a:pt x="7619" y="472439"/>
                  </a:lnTo>
                  <a:close/>
                </a:path>
                <a:path w="1247775" h="476250">
                  <a:moveTo>
                    <a:pt x="7619" y="419100"/>
                  </a:moveTo>
                  <a:lnTo>
                    <a:pt x="0" y="419100"/>
                  </a:lnTo>
                  <a:lnTo>
                    <a:pt x="0" y="388620"/>
                  </a:lnTo>
                  <a:lnTo>
                    <a:pt x="7619" y="388620"/>
                  </a:lnTo>
                  <a:lnTo>
                    <a:pt x="7619" y="419100"/>
                  </a:lnTo>
                  <a:close/>
                </a:path>
                <a:path w="1247775" h="476250">
                  <a:moveTo>
                    <a:pt x="7619" y="365760"/>
                  </a:moveTo>
                  <a:lnTo>
                    <a:pt x="0" y="365760"/>
                  </a:lnTo>
                  <a:lnTo>
                    <a:pt x="0" y="335280"/>
                  </a:lnTo>
                  <a:lnTo>
                    <a:pt x="7619" y="335280"/>
                  </a:lnTo>
                  <a:lnTo>
                    <a:pt x="7619" y="365760"/>
                  </a:lnTo>
                  <a:close/>
                </a:path>
                <a:path w="1247775" h="476250">
                  <a:moveTo>
                    <a:pt x="7619" y="312420"/>
                  </a:moveTo>
                  <a:lnTo>
                    <a:pt x="0" y="312420"/>
                  </a:lnTo>
                  <a:lnTo>
                    <a:pt x="0" y="281939"/>
                  </a:lnTo>
                  <a:lnTo>
                    <a:pt x="7619" y="281939"/>
                  </a:lnTo>
                  <a:lnTo>
                    <a:pt x="7619" y="312420"/>
                  </a:lnTo>
                  <a:close/>
                </a:path>
                <a:path w="1247775" h="476250">
                  <a:moveTo>
                    <a:pt x="7619" y="259080"/>
                  </a:moveTo>
                  <a:lnTo>
                    <a:pt x="0" y="259080"/>
                  </a:lnTo>
                  <a:lnTo>
                    <a:pt x="0" y="228600"/>
                  </a:lnTo>
                  <a:lnTo>
                    <a:pt x="7619" y="228600"/>
                  </a:lnTo>
                  <a:lnTo>
                    <a:pt x="7619" y="259080"/>
                  </a:lnTo>
                  <a:close/>
                </a:path>
                <a:path w="1247775" h="476250">
                  <a:moveTo>
                    <a:pt x="7619" y="205739"/>
                  </a:moveTo>
                  <a:lnTo>
                    <a:pt x="0" y="205739"/>
                  </a:lnTo>
                  <a:lnTo>
                    <a:pt x="0" y="175260"/>
                  </a:lnTo>
                  <a:lnTo>
                    <a:pt x="7619" y="175260"/>
                  </a:lnTo>
                  <a:lnTo>
                    <a:pt x="7619" y="205739"/>
                  </a:lnTo>
                  <a:close/>
                </a:path>
                <a:path w="1247775" h="476250">
                  <a:moveTo>
                    <a:pt x="7619" y="152400"/>
                  </a:moveTo>
                  <a:lnTo>
                    <a:pt x="0" y="152400"/>
                  </a:lnTo>
                  <a:lnTo>
                    <a:pt x="0" y="121920"/>
                  </a:lnTo>
                  <a:lnTo>
                    <a:pt x="7619" y="121920"/>
                  </a:lnTo>
                  <a:lnTo>
                    <a:pt x="7619" y="152400"/>
                  </a:lnTo>
                  <a:close/>
                </a:path>
                <a:path w="1247775" h="476250">
                  <a:moveTo>
                    <a:pt x="7619" y="99060"/>
                  </a:moveTo>
                  <a:lnTo>
                    <a:pt x="0" y="99060"/>
                  </a:lnTo>
                  <a:lnTo>
                    <a:pt x="0" y="68580"/>
                  </a:lnTo>
                  <a:lnTo>
                    <a:pt x="7619" y="68580"/>
                  </a:lnTo>
                  <a:lnTo>
                    <a:pt x="7619" y="99060"/>
                  </a:lnTo>
                  <a:close/>
                </a:path>
                <a:path w="1247775" h="476250">
                  <a:moveTo>
                    <a:pt x="7619" y="45720"/>
                  </a:moveTo>
                  <a:lnTo>
                    <a:pt x="0" y="45720"/>
                  </a:lnTo>
                  <a:lnTo>
                    <a:pt x="0" y="15239"/>
                  </a:lnTo>
                  <a:lnTo>
                    <a:pt x="7619" y="15239"/>
                  </a:lnTo>
                  <a:lnTo>
                    <a:pt x="7619" y="45720"/>
                  </a:lnTo>
                  <a:close/>
                </a:path>
                <a:path w="1247775" h="476250">
                  <a:moveTo>
                    <a:pt x="45719" y="7620"/>
                  </a:moveTo>
                  <a:lnTo>
                    <a:pt x="15239" y="7620"/>
                  </a:lnTo>
                  <a:lnTo>
                    <a:pt x="15239" y="0"/>
                  </a:lnTo>
                  <a:lnTo>
                    <a:pt x="45719" y="0"/>
                  </a:lnTo>
                  <a:lnTo>
                    <a:pt x="45719" y="7620"/>
                  </a:lnTo>
                  <a:close/>
                </a:path>
                <a:path w="1247775" h="476250">
                  <a:moveTo>
                    <a:pt x="99059" y="7620"/>
                  </a:moveTo>
                  <a:lnTo>
                    <a:pt x="68579" y="7620"/>
                  </a:lnTo>
                  <a:lnTo>
                    <a:pt x="68579" y="0"/>
                  </a:lnTo>
                  <a:lnTo>
                    <a:pt x="99059" y="0"/>
                  </a:lnTo>
                  <a:lnTo>
                    <a:pt x="99059" y="7620"/>
                  </a:lnTo>
                  <a:close/>
                </a:path>
                <a:path w="1247775" h="476250">
                  <a:moveTo>
                    <a:pt x="152400" y="7620"/>
                  </a:moveTo>
                  <a:lnTo>
                    <a:pt x="121919" y="7620"/>
                  </a:lnTo>
                  <a:lnTo>
                    <a:pt x="121919" y="0"/>
                  </a:lnTo>
                  <a:lnTo>
                    <a:pt x="152400" y="0"/>
                  </a:lnTo>
                  <a:lnTo>
                    <a:pt x="152400" y="7620"/>
                  </a:lnTo>
                  <a:close/>
                </a:path>
                <a:path w="1247775" h="476250">
                  <a:moveTo>
                    <a:pt x="205739" y="7620"/>
                  </a:moveTo>
                  <a:lnTo>
                    <a:pt x="175259" y="7620"/>
                  </a:lnTo>
                  <a:lnTo>
                    <a:pt x="175259" y="0"/>
                  </a:lnTo>
                  <a:lnTo>
                    <a:pt x="205739" y="0"/>
                  </a:lnTo>
                  <a:lnTo>
                    <a:pt x="205739" y="7620"/>
                  </a:lnTo>
                  <a:close/>
                </a:path>
                <a:path w="1247775" h="476250">
                  <a:moveTo>
                    <a:pt x="259079" y="7620"/>
                  </a:moveTo>
                  <a:lnTo>
                    <a:pt x="228600" y="7620"/>
                  </a:lnTo>
                  <a:lnTo>
                    <a:pt x="228600" y="0"/>
                  </a:lnTo>
                  <a:lnTo>
                    <a:pt x="259079" y="0"/>
                  </a:lnTo>
                  <a:lnTo>
                    <a:pt x="259079" y="7620"/>
                  </a:lnTo>
                  <a:close/>
                </a:path>
                <a:path w="1247775" h="476250">
                  <a:moveTo>
                    <a:pt x="312419" y="7620"/>
                  </a:moveTo>
                  <a:lnTo>
                    <a:pt x="281939" y="7620"/>
                  </a:lnTo>
                  <a:lnTo>
                    <a:pt x="281939" y="0"/>
                  </a:lnTo>
                  <a:lnTo>
                    <a:pt x="312419" y="0"/>
                  </a:lnTo>
                  <a:lnTo>
                    <a:pt x="312419" y="7620"/>
                  </a:lnTo>
                  <a:close/>
                </a:path>
                <a:path w="1247775" h="476250">
                  <a:moveTo>
                    <a:pt x="365759" y="7620"/>
                  </a:moveTo>
                  <a:lnTo>
                    <a:pt x="335279" y="7620"/>
                  </a:lnTo>
                  <a:lnTo>
                    <a:pt x="335279" y="0"/>
                  </a:lnTo>
                  <a:lnTo>
                    <a:pt x="365759" y="0"/>
                  </a:lnTo>
                  <a:lnTo>
                    <a:pt x="365759" y="7620"/>
                  </a:lnTo>
                  <a:close/>
                </a:path>
                <a:path w="1247775" h="476250">
                  <a:moveTo>
                    <a:pt x="419100" y="7620"/>
                  </a:moveTo>
                  <a:lnTo>
                    <a:pt x="388619" y="7620"/>
                  </a:lnTo>
                  <a:lnTo>
                    <a:pt x="388619" y="0"/>
                  </a:lnTo>
                  <a:lnTo>
                    <a:pt x="419100" y="0"/>
                  </a:lnTo>
                  <a:lnTo>
                    <a:pt x="419100" y="7620"/>
                  </a:lnTo>
                  <a:close/>
                </a:path>
                <a:path w="1247775" h="476250">
                  <a:moveTo>
                    <a:pt x="472439" y="7620"/>
                  </a:moveTo>
                  <a:lnTo>
                    <a:pt x="441959" y="7620"/>
                  </a:lnTo>
                  <a:lnTo>
                    <a:pt x="441959" y="0"/>
                  </a:lnTo>
                  <a:lnTo>
                    <a:pt x="472439" y="0"/>
                  </a:lnTo>
                  <a:lnTo>
                    <a:pt x="472439" y="7620"/>
                  </a:lnTo>
                  <a:close/>
                </a:path>
                <a:path w="1247775" h="476250">
                  <a:moveTo>
                    <a:pt x="525779" y="7620"/>
                  </a:moveTo>
                  <a:lnTo>
                    <a:pt x="495300" y="7620"/>
                  </a:lnTo>
                  <a:lnTo>
                    <a:pt x="495300" y="0"/>
                  </a:lnTo>
                  <a:lnTo>
                    <a:pt x="525779" y="0"/>
                  </a:lnTo>
                  <a:lnTo>
                    <a:pt x="525779" y="7620"/>
                  </a:lnTo>
                  <a:close/>
                </a:path>
                <a:path w="1247775" h="476250">
                  <a:moveTo>
                    <a:pt x="579119" y="7620"/>
                  </a:moveTo>
                  <a:lnTo>
                    <a:pt x="548639" y="7620"/>
                  </a:lnTo>
                  <a:lnTo>
                    <a:pt x="548639" y="0"/>
                  </a:lnTo>
                  <a:lnTo>
                    <a:pt x="579119" y="0"/>
                  </a:lnTo>
                  <a:lnTo>
                    <a:pt x="579119" y="7620"/>
                  </a:lnTo>
                  <a:close/>
                </a:path>
                <a:path w="1247775" h="476250">
                  <a:moveTo>
                    <a:pt x="632459" y="7620"/>
                  </a:moveTo>
                  <a:lnTo>
                    <a:pt x="601979" y="7620"/>
                  </a:lnTo>
                  <a:lnTo>
                    <a:pt x="601979" y="0"/>
                  </a:lnTo>
                  <a:lnTo>
                    <a:pt x="632459" y="0"/>
                  </a:lnTo>
                  <a:lnTo>
                    <a:pt x="632459" y="7620"/>
                  </a:lnTo>
                  <a:close/>
                </a:path>
                <a:path w="1247775" h="476250">
                  <a:moveTo>
                    <a:pt x="685800" y="7620"/>
                  </a:moveTo>
                  <a:lnTo>
                    <a:pt x="655319" y="7620"/>
                  </a:lnTo>
                  <a:lnTo>
                    <a:pt x="655319" y="0"/>
                  </a:lnTo>
                  <a:lnTo>
                    <a:pt x="685800" y="0"/>
                  </a:lnTo>
                  <a:lnTo>
                    <a:pt x="685800" y="7620"/>
                  </a:lnTo>
                  <a:close/>
                </a:path>
                <a:path w="1247775" h="476250">
                  <a:moveTo>
                    <a:pt x="739139" y="7620"/>
                  </a:moveTo>
                  <a:lnTo>
                    <a:pt x="708659" y="7620"/>
                  </a:lnTo>
                  <a:lnTo>
                    <a:pt x="708659" y="0"/>
                  </a:lnTo>
                  <a:lnTo>
                    <a:pt x="739139" y="0"/>
                  </a:lnTo>
                  <a:lnTo>
                    <a:pt x="739139" y="7620"/>
                  </a:lnTo>
                  <a:close/>
                </a:path>
                <a:path w="1247775" h="476250">
                  <a:moveTo>
                    <a:pt x="792479" y="7620"/>
                  </a:moveTo>
                  <a:lnTo>
                    <a:pt x="762000" y="7620"/>
                  </a:lnTo>
                  <a:lnTo>
                    <a:pt x="762000" y="0"/>
                  </a:lnTo>
                  <a:lnTo>
                    <a:pt x="792479" y="0"/>
                  </a:lnTo>
                  <a:lnTo>
                    <a:pt x="792479" y="7620"/>
                  </a:lnTo>
                  <a:close/>
                </a:path>
                <a:path w="1247775" h="476250">
                  <a:moveTo>
                    <a:pt x="845819" y="7620"/>
                  </a:moveTo>
                  <a:lnTo>
                    <a:pt x="815339" y="7620"/>
                  </a:lnTo>
                  <a:lnTo>
                    <a:pt x="815339" y="0"/>
                  </a:lnTo>
                  <a:lnTo>
                    <a:pt x="845819" y="0"/>
                  </a:lnTo>
                  <a:lnTo>
                    <a:pt x="845819" y="7620"/>
                  </a:lnTo>
                  <a:close/>
                </a:path>
                <a:path w="1247775" h="476250">
                  <a:moveTo>
                    <a:pt x="899159" y="7620"/>
                  </a:moveTo>
                  <a:lnTo>
                    <a:pt x="868679" y="7620"/>
                  </a:lnTo>
                  <a:lnTo>
                    <a:pt x="868679" y="0"/>
                  </a:lnTo>
                  <a:lnTo>
                    <a:pt x="899159" y="0"/>
                  </a:lnTo>
                  <a:lnTo>
                    <a:pt x="899159" y="7620"/>
                  </a:lnTo>
                  <a:close/>
                </a:path>
                <a:path w="1247775" h="476250">
                  <a:moveTo>
                    <a:pt x="952500" y="7620"/>
                  </a:moveTo>
                  <a:lnTo>
                    <a:pt x="922019" y="7620"/>
                  </a:lnTo>
                  <a:lnTo>
                    <a:pt x="922019" y="0"/>
                  </a:lnTo>
                  <a:lnTo>
                    <a:pt x="952500" y="0"/>
                  </a:lnTo>
                  <a:lnTo>
                    <a:pt x="952500" y="7620"/>
                  </a:lnTo>
                  <a:close/>
                </a:path>
                <a:path w="1247775" h="476250">
                  <a:moveTo>
                    <a:pt x="1005839" y="7620"/>
                  </a:moveTo>
                  <a:lnTo>
                    <a:pt x="975359" y="7620"/>
                  </a:lnTo>
                  <a:lnTo>
                    <a:pt x="975359" y="0"/>
                  </a:lnTo>
                  <a:lnTo>
                    <a:pt x="1005839" y="0"/>
                  </a:lnTo>
                  <a:lnTo>
                    <a:pt x="1005839" y="7620"/>
                  </a:lnTo>
                  <a:close/>
                </a:path>
                <a:path w="1247775" h="476250">
                  <a:moveTo>
                    <a:pt x="1059179" y="7620"/>
                  </a:moveTo>
                  <a:lnTo>
                    <a:pt x="1028700" y="7620"/>
                  </a:lnTo>
                  <a:lnTo>
                    <a:pt x="1028700" y="0"/>
                  </a:lnTo>
                  <a:lnTo>
                    <a:pt x="1059179" y="0"/>
                  </a:lnTo>
                  <a:lnTo>
                    <a:pt x="1059179" y="7620"/>
                  </a:lnTo>
                  <a:close/>
                </a:path>
                <a:path w="1247775" h="476250">
                  <a:moveTo>
                    <a:pt x="1112519" y="7620"/>
                  </a:moveTo>
                  <a:lnTo>
                    <a:pt x="1082039" y="7620"/>
                  </a:lnTo>
                  <a:lnTo>
                    <a:pt x="1082039" y="0"/>
                  </a:lnTo>
                  <a:lnTo>
                    <a:pt x="1112519" y="0"/>
                  </a:lnTo>
                  <a:lnTo>
                    <a:pt x="1112519" y="7620"/>
                  </a:lnTo>
                  <a:close/>
                </a:path>
                <a:path w="1247775" h="476250">
                  <a:moveTo>
                    <a:pt x="1165859" y="7620"/>
                  </a:moveTo>
                  <a:lnTo>
                    <a:pt x="1135379" y="7620"/>
                  </a:lnTo>
                  <a:lnTo>
                    <a:pt x="1135379" y="0"/>
                  </a:lnTo>
                  <a:lnTo>
                    <a:pt x="1165859" y="0"/>
                  </a:lnTo>
                  <a:lnTo>
                    <a:pt x="1165859" y="7620"/>
                  </a:lnTo>
                  <a:close/>
                </a:path>
                <a:path w="1247775" h="476250">
                  <a:moveTo>
                    <a:pt x="1219200" y="7620"/>
                  </a:moveTo>
                  <a:lnTo>
                    <a:pt x="1188719" y="7620"/>
                  </a:lnTo>
                  <a:lnTo>
                    <a:pt x="1188719" y="0"/>
                  </a:lnTo>
                  <a:lnTo>
                    <a:pt x="1219200" y="0"/>
                  </a:lnTo>
                  <a:lnTo>
                    <a:pt x="1219200" y="7620"/>
                  </a:lnTo>
                  <a:close/>
                </a:path>
                <a:path w="1247775" h="476250">
                  <a:moveTo>
                    <a:pt x="1247203" y="7620"/>
                  </a:moveTo>
                  <a:lnTo>
                    <a:pt x="1243393" y="7620"/>
                  </a:lnTo>
                  <a:lnTo>
                    <a:pt x="1242059" y="6286"/>
                  </a:lnTo>
                  <a:lnTo>
                    <a:pt x="1242059" y="0"/>
                  </a:lnTo>
                  <a:lnTo>
                    <a:pt x="1247203" y="0"/>
                  </a:lnTo>
                  <a:lnTo>
                    <a:pt x="1247203" y="7620"/>
                  </a:lnTo>
                  <a:close/>
                </a:path>
                <a:path w="1247775" h="476250">
                  <a:moveTo>
                    <a:pt x="1247203" y="32943"/>
                  </a:moveTo>
                  <a:lnTo>
                    <a:pt x="1239583" y="32943"/>
                  </a:lnTo>
                  <a:lnTo>
                    <a:pt x="1239583" y="3810"/>
                  </a:lnTo>
                  <a:lnTo>
                    <a:pt x="1242059" y="6286"/>
                  </a:lnTo>
                  <a:lnTo>
                    <a:pt x="1242059" y="7620"/>
                  </a:lnTo>
                  <a:lnTo>
                    <a:pt x="1247203" y="7620"/>
                  </a:lnTo>
                  <a:lnTo>
                    <a:pt x="1247203" y="32943"/>
                  </a:lnTo>
                  <a:close/>
                </a:path>
                <a:path w="1247775" h="476250">
                  <a:moveTo>
                    <a:pt x="1243393" y="7620"/>
                  </a:moveTo>
                  <a:lnTo>
                    <a:pt x="1242059" y="7620"/>
                  </a:lnTo>
                  <a:lnTo>
                    <a:pt x="1242059" y="6286"/>
                  </a:lnTo>
                  <a:lnTo>
                    <a:pt x="1243393" y="7620"/>
                  </a:lnTo>
                  <a:close/>
                </a:path>
                <a:path w="1247775" h="476250">
                  <a:moveTo>
                    <a:pt x="1247203" y="86283"/>
                  </a:moveTo>
                  <a:lnTo>
                    <a:pt x="1239583" y="86283"/>
                  </a:lnTo>
                  <a:lnTo>
                    <a:pt x="1239583" y="55803"/>
                  </a:lnTo>
                  <a:lnTo>
                    <a:pt x="1247203" y="55803"/>
                  </a:lnTo>
                  <a:lnTo>
                    <a:pt x="1247203" y="86283"/>
                  </a:lnTo>
                  <a:close/>
                </a:path>
                <a:path w="1247775" h="476250">
                  <a:moveTo>
                    <a:pt x="1247203" y="139623"/>
                  </a:moveTo>
                  <a:lnTo>
                    <a:pt x="1239583" y="139623"/>
                  </a:lnTo>
                  <a:lnTo>
                    <a:pt x="1239583" y="109143"/>
                  </a:lnTo>
                  <a:lnTo>
                    <a:pt x="1247203" y="109143"/>
                  </a:lnTo>
                  <a:lnTo>
                    <a:pt x="1247203" y="139623"/>
                  </a:lnTo>
                  <a:close/>
                </a:path>
                <a:path w="1247775" h="476250">
                  <a:moveTo>
                    <a:pt x="1247203" y="192963"/>
                  </a:moveTo>
                  <a:lnTo>
                    <a:pt x="1239583" y="192963"/>
                  </a:lnTo>
                  <a:lnTo>
                    <a:pt x="1239583" y="162483"/>
                  </a:lnTo>
                  <a:lnTo>
                    <a:pt x="1247203" y="162483"/>
                  </a:lnTo>
                  <a:lnTo>
                    <a:pt x="1247203" y="192963"/>
                  </a:lnTo>
                  <a:close/>
                </a:path>
                <a:path w="1247775" h="476250">
                  <a:moveTo>
                    <a:pt x="1247203" y="246303"/>
                  </a:moveTo>
                  <a:lnTo>
                    <a:pt x="1239583" y="246303"/>
                  </a:lnTo>
                  <a:lnTo>
                    <a:pt x="1239583" y="215823"/>
                  </a:lnTo>
                  <a:lnTo>
                    <a:pt x="1247203" y="215823"/>
                  </a:lnTo>
                  <a:lnTo>
                    <a:pt x="1247203" y="246303"/>
                  </a:lnTo>
                  <a:close/>
                </a:path>
                <a:path w="1247775" h="476250">
                  <a:moveTo>
                    <a:pt x="1247203" y="299643"/>
                  </a:moveTo>
                  <a:lnTo>
                    <a:pt x="1239583" y="299643"/>
                  </a:lnTo>
                  <a:lnTo>
                    <a:pt x="1239583" y="269163"/>
                  </a:lnTo>
                  <a:lnTo>
                    <a:pt x="1247203" y="269163"/>
                  </a:lnTo>
                  <a:lnTo>
                    <a:pt x="1247203" y="299643"/>
                  </a:lnTo>
                  <a:close/>
                </a:path>
                <a:path w="1247775" h="476250">
                  <a:moveTo>
                    <a:pt x="1247203" y="352983"/>
                  </a:moveTo>
                  <a:lnTo>
                    <a:pt x="1239583" y="352983"/>
                  </a:lnTo>
                  <a:lnTo>
                    <a:pt x="1239583" y="322503"/>
                  </a:lnTo>
                  <a:lnTo>
                    <a:pt x="1247203" y="322503"/>
                  </a:lnTo>
                  <a:lnTo>
                    <a:pt x="1247203" y="352983"/>
                  </a:lnTo>
                  <a:close/>
                </a:path>
                <a:path w="1247775" h="476250">
                  <a:moveTo>
                    <a:pt x="1247203" y="406323"/>
                  </a:moveTo>
                  <a:lnTo>
                    <a:pt x="1239583" y="406323"/>
                  </a:lnTo>
                  <a:lnTo>
                    <a:pt x="1239583" y="375843"/>
                  </a:lnTo>
                  <a:lnTo>
                    <a:pt x="1247203" y="375843"/>
                  </a:lnTo>
                  <a:lnTo>
                    <a:pt x="1247203" y="406323"/>
                  </a:lnTo>
                  <a:close/>
                </a:path>
                <a:path w="1247775" h="476250">
                  <a:moveTo>
                    <a:pt x="1247203" y="459663"/>
                  </a:moveTo>
                  <a:lnTo>
                    <a:pt x="1239583" y="459663"/>
                  </a:lnTo>
                  <a:lnTo>
                    <a:pt x="1239583" y="429183"/>
                  </a:lnTo>
                  <a:lnTo>
                    <a:pt x="1247203" y="429183"/>
                  </a:lnTo>
                  <a:lnTo>
                    <a:pt x="1247203" y="459663"/>
                  </a:lnTo>
                  <a:close/>
                </a:path>
                <a:path w="1247775" h="476250">
                  <a:moveTo>
                    <a:pt x="1233309" y="476250"/>
                  </a:moveTo>
                  <a:lnTo>
                    <a:pt x="1202829" y="476250"/>
                  </a:lnTo>
                  <a:lnTo>
                    <a:pt x="1202829" y="468630"/>
                  </a:lnTo>
                  <a:lnTo>
                    <a:pt x="1233309" y="468630"/>
                  </a:lnTo>
                  <a:lnTo>
                    <a:pt x="1233309" y="476250"/>
                  </a:lnTo>
                  <a:close/>
                </a:path>
                <a:path w="1247775" h="476250">
                  <a:moveTo>
                    <a:pt x="1179969" y="476250"/>
                  </a:moveTo>
                  <a:lnTo>
                    <a:pt x="1149489" y="476250"/>
                  </a:lnTo>
                  <a:lnTo>
                    <a:pt x="1149489" y="468630"/>
                  </a:lnTo>
                  <a:lnTo>
                    <a:pt x="1179969" y="468630"/>
                  </a:lnTo>
                  <a:lnTo>
                    <a:pt x="1179969" y="476250"/>
                  </a:lnTo>
                  <a:close/>
                </a:path>
                <a:path w="1247775" h="476250">
                  <a:moveTo>
                    <a:pt x="1126629" y="476250"/>
                  </a:moveTo>
                  <a:lnTo>
                    <a:pt x="1096149" y="476250"/>
                  </a:lnTo>
                  <a:lnTo>
                    <a:pt x="1096149" y="468630"/>
                  </a:lnTo>
                  <a:lnTo>
                    <a:pt x="1126629" y="468630"/>
                  </a:lnTo>
                  <a:lnTo>
                    <a:pt x="1126629" y="476250"/>
                  </a:lnTo>
                  <a:close/>
                </a:path>
                <a:path w="1247775" h="476250">
                  <a:moveTo>
                    <a:pt x="1073289" y="476250"/>
                  </a:moveTo>
                  <a:lnTo>
                    <a:pt x="1042809" y="476250"/>
                  </a:lnTo>
                  <a:lnTo>
                    <a:pt x="1042809" y="468630"/>
                  </a:lnTo>
                  <a:lnTo>
                    <a:pt x="1073289" y="468630"/>
                  </a:lnTo>
                  <a:lnTo>
                    <a:pt x="1073289" y="476250"/>
                  </a:lnTo>
                  <a:close/>
                </a:path>
                <a:path w="1247775" h="476250">
                  <a:moveTo>
                    <a:pt x="1019949" y="476250"/>
                  </a:moveTo>
                  <a:lnTo>
                    <a:pt x="989469" y="476250"/>
                  </a:lnTo>
                  <a:lnTo>
                    <a:pt x="989469" y="468630"/>
                  </a:lnTo>
                  <a:lnTo>
                    <a:pt x="1019949" y="468630"/>
                  </a:lnTo>
                  <a:lnTo>
                    <a:pt x="1019949" y="476250"/>
                  </a:lnTo>
                  <a:close/>
                </a:path>
                <a:path w="1247775" h="476250">
                  <a:moveTo>
                    <a:pt x="966609" y="476250"/>
                  </a:moveTo>
                  <a:lnTo>
                    <a:pt x="936129" y="476250"/>
                  </a:lnTo>
                  <a:lnTo>
                    <a:pt x="936129" y="468630"/>
                  </a:lnTo>
                  <a:lnTo>
                    <a:pt x="966609" y="468630"/>
                  </a:lnTo>
                  <a:lnTo>
                    <a:pt x="966609" y="476250"/>
                  </a:lnTo>
                  <a:close/>
                </a:path>
                <a:path w="1247775" h="476250">
                  <a:moveTo>
                    <a:pt x="913269" y="476250"/>
                  </a:moveTo>
                  <a:lnTo>
                    <a:pt x="882789" y="476250"/>
                  </a:lnTo>
                  <a:lnTo>
                    <a:pt x="882789" y="468630"/>
                  </a:lnTo>
                  <a:lnTo>
                    <a:pt x="913269" y="468630"/>
                  </a:lnTo>
                  <a:lnTo>
                    <a:pt x="913269" y="476250"/>
                  </a:lnTo>
                  <a:close/>
                </a:path>
                <a:path w="1247775" h="476250">
                  <a:moveTo>
                    <a:pt x="859929" y="476250"/>
                  </a:moveTo>
                  <a:lnTo>
                    <a:pt x="829449" y="476250"/>
                  </a:lnTo>
                  <a:lnTo>
                    <a:pt x="829449" y="468630"/>
                  </a:lnTo>
                  <a:lnTo>
                    <a:pt x="859929" y="468630"/>
                  </a:lnTo>
                  <a:lnTo>
                    <a:pt x="859929" y="476250"/>
                  </a:lnTo>
                  <a:close/>
                </a:path>
                <a:path w="1247775" h="476250">
                  <a:moveTo>
                    <a:pt x="806589" y="476250"/>
                  </a:moveTo>
                  <a:lnTo>
                    <a:pt x="776109" y="476250"/>
                  </a:lnTo>
                  <a:lnTo>
                    <a:pt x="776109" y="468630"/>
                  </a:lnTo>
                  <a:lnTo>
                    <a:pt x="806589" y="468630"/>
                  </a:lnTo>
                  <a:lnTo>
                    <a:pt x="806589" y="476250"/>
                  </a:lnTo>
                  <a:close/>
                </a:path>
                <a:path w="1247775" h="476250">
                  <a:moveTo>
                    <a:pt x="753249" y="476250"/>
                  </a:moveTo>
                  <a:lnTo>
                    <a:pt x="722769" y="476250"/>
                  </a:lnTo>
                  <a:lnTo>
                    <a:pt x="722769" y="468630"/>
                  </a:lnTo>
                  <a:lnTo>
                    <a:pt x="753249" y="468630"/>
                  </a:lnTo>
                  <a:lnTo>
                    <a:pt x="753249" y="476250"/>
                  </a:lnTo>
                  <a:close/>
                </a:path>
                <a:path w="1247775" h="476250">
                  <a:moveTo>
                    <a:pt x="699909" y="476250"/>
                  </a:moveTo>
                  <a:lnTo>
                    <a:pt x="669429" y="476250"/>
                  </a:lnTo>
                  <a:lnTo>
                    <a:pt x="669429" y="468630"/>
                  </a:lnTo>
                  <a:lnTo>
                    <a:pt x="699909" y="468630"/>
                  </a:lnTo>
                  <a:lnTo>
                    <a:pt x="699909" y="476250"/>
                  </a:lnTo>
                  <a:close/>
                </a:path>
                <a:path w="1247775" h="476250">
                  <a:moveTo>
                    <a:pt x="646569" y="476250"/>
                  </a:moveTo>
                  <a:lnTo>
                    <a:pt x="616089" y="476250"/>
                  </a:lnTo>
                  <a:lnTo>
                    <a:pt x="616089" y="468630"/>
                  </a:lnTo>
                  <a:lnTo>
                    <a:pt x="646569" y="468630"/>
                  </a:lnTo>
                  <a:lnTo>
                    <a:pt x="646569" y="476250"/>
                  </a:lnTo>
                  <a:close/>
                </a:path>
                <a:path w="1247775" h="476250">
                  <a:moveTo>
                    <a:pt x="593229" y="476250"/>
                  </a:moveTo>
                  <a:lnTo>
                    <a:pt x="562749" y="476250"/>
                  </a:lnTo>
                  <a:lnTo>
                    <a:pt x="562749" y="468630"/>
                  </a:lnTo>
                  <a:lnTo>
                    <a:pt x="593229" y="468630"/>
                  </a:lnTo>
                  <a:lnTo>
                    <a:pt x="593229" y="476250"/>
                  </a:lnTo>
                  <a:close/>
                </a:path>
                <a:path w="1247775" h="476250">
                  <a:moveTo>
                    <a:pt x="539889" y="476250"/>
                  </a:moveTo>
                  <a:lnTo>
                    <a:pt x="509409" y="476250"/>
                  </a:lnTo>
                  <a:lnTo>
                    <a:pt x="509409" y="468630"/>
                  </a:lnTo>
                  <a:lnTo>
                    <a:pt x="539889" y="468630"/>
                  </a:lnTo>
                  <a:lnTo>
                    <a:pt x="539889" y="476250"/>
                  </a:lnTo>
                  <a:close/>
                </a:path>
                <a:path w="1247775" h="476250">
                  <a:moveTo>
                    <a:pt x="486549" y="476250"/>
                  </a:moveTo>
                  <a:lnTo>
                    <a:pt x="456069" y="476250"/>
                  </a:lnTo>
                  <a:lnTo>
                    <a:pt x="456069" y="468630"/>
                  </a:lnTo>
                  <a:lnTo>
                    <a:pt x="486549" y="468630"/>
                  </a:lnTo>
                  <a:lnTo>
                    <a:pt x="486549" y="476250"/>
                  </a:lnTo>
                  <a:close/>
                </a:path>
                <a:path w="1247775" h="476250">
                  <a:moveTo>
                    <a:pt x="433209" y="476250"/>
                  </a:moveTo>
                  <a:lnTo>
                    <a:pt x="402729" y="476250"/>
                  </a:lnTo>
                  <a:lnTo>
                    <a:pt x="402729" y="468630"/>
                  </a:lnTo>
                  <a:lnTo>
                    <a:pt x="433209" y="468630"/>
                  </a:lnTo>
                  <a:lnTo>
                    <a:pt x="433209" y="476250"/>
                  </a:lnTo>
                  <a:close/>
                </a:path>
                <a:path w="1247775" h="476250">
                  <a:moveTo>
                    <a:pt x="379869" y="476250"/>
                  </a:moveTo>
                  <a:lnTo>
                    <a:pt x="349389" y="476250"/>
                  </a:lnTo>
                  <a:lnTo>
                    <a:pt x="349389" y="468630"/>
                  </a:lnTo>
                  <a:lnTo>
                    <a:pt x="379869" y="468630"/>
                  </a:lnTo>
                  <a:lnTo>
                    <a:pt x="379869" y="476250"/>
                  </a:lnTo>
                  <a:close/>
                </a:path>
                <a:path w="1247775" h="476250">
                  <a:moveTo>
                    <a:pt x="326529" y="476250"/>
                  </a:moveTo>
                  <a:lnTo>
                    <a:pt x="296049" y="476250"/>
                  </a:lnTo>
                  <a:lnTo>
                    <a:pt x="296049" y="468630"/>
                  </a:lnTo>
                  <a:lnTo>
                    <a:pt x="326529" y="468630"/>
                  </a:lnTo>
                  <a:lnTo>
                    <a:pt x="326529" y="476250"/>
                  </a:lnTo>
                  <a:close/>
                </a:path>
                <a:path w="1247775" h="476250">
                  <a:moveTo>
                    <a:pt x="273189" y="476250"/>
                  </a:moveTo>
                  <a:lnTo>
                    <a:pt x="242709" y="476250"/>
                  </a:lnTo>
                  <a:lnTo>
                    <a:pt x="242709" y="468630"/>
                  </a:lnTo>
                  <a:lnTo>
                    <a:pt x="273189" y="468630"/>
                  </a:lnTo>
                  <a:lnTo>
                    <a:pt x="273189" y="476250"/>
                  </a:lnTo>
                  <a:close/>
                </a:path>
                <a:path w="1247775" h="476250">
                  <a:moveTo>
                    <a:pt x="219849" y="476250"/>
                  </a:moveTo>
                  <a:lnTo>
                    <a:pt x="189369" y="476250"/>
                  </a:lnTo>
                  <a:lnTo>
                    <a:pt x="189369" y="468630"/>
                  </a:lnTo>
                  <a:lnTo>
                    <a:pt x="219849" y="468630"/>
                  </a:lnTo>
                  <a:lnTo>
                    <a:pt x="219849" y="476250"/>
                  </a:lnTo>
                  <a:close/>
                </a:path>
                <a:path w="1247775" h="476250">
                  <a:moveTo>
                    <a:pt x="166509" y="476250"/>
                  </a:moveTo>
                  <a:lnTo>
                    <a:pt x="136029" y="476250"/>
                  </a:lnTo>
                  <a:lnTo>
                    <a:pt x="136029" y="468630"/>
                  </a:lnTo>
                  <a:lnTo>
                    <a:pt x="166509" y="468630"/>
                  </a:lnTo>
                  <a:lnTo>
                    <a:pt x="166509" y="476250"/>
                  </a:lnTo>
                  <a:close/>
                </a:path>
                <a:path w="1247775" h="476250">
                  <a:moveTo>
                    <a:pt x="113169" y="476250"/>
                  </a:moveTo>
                  <a:lnTo>
                    <a:pt x="82689" y="476250"/>
                  </a:lnTo>
                  <a:lnTo>
                    <a:pt x="82689" y="468630"/>
                  </a:lnTo>
                  <a:lnTo>
                    <a:pt x="113169" y="468630"/>
                  </a:lnTo>
                  <a:lnTo>
                    <a:pt x="113169" y="476250"/>
                  </a:lnTo>
                  <a:close/>
                </a:path>
                <a:path w="1247775" h="476250">
                  <a:moveTo>
                    <a:pt x="59829" y="476250"/>
                  </a:moveTo>
                  <a:lnTo>
                    <a:pt x="29349" y="476250"/>
                  </a:lnTo>
                  <a:lnTo>
                    <a:pt x="29349" y="468630"/>
                  </a:lnTo>
                  <a:lnTo>
                    <a:pt x="59829" y="468630"/>
                  </a:lnTo>
                  <a:lnTo>
                    <a:pt x="59829" y="47625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656319" y="5423916"/>
              <a:ext cx="1210310" cy="467995"/>
            </a:xfrm>
            <a:custGeom>
              <a:avLst/>
              <a:gdLst/>
              <a:ahLst/>
              <a:cxnLst/>
              <a:rect l="l" t="t" r="r" b="b"/>
              <a:pathLst>
                <a:path w="1210309" h="467995">
                  <a:moveTo>
                    <a:pt x="1210055" y="467867"/>
                  </a:moveTo>
                  <a:lnTo>
                    <a:pt x="0" y="467867"/>
                  </a:lnTo>
                  <a:lnTo>
                    <a:pt x="0" y="0"/>
                  </a:lnTo>
                  <a:lnTo>
                    <a:pt x="1210055" y="0"/>
                  </a:lnTo>
                  <a:lnTo>
                    <a:pt x="1210055" y="467867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652167" y="5419928"/>
              <a:ext cx="1217930" cy="476250"/>
            </a:xfrm>
            <a:custGeom>
              <a:avLst/>
              <a:gdLst/>
              <a:ahLst/>
              <a:cxnLst/>
              <a:rect l="l" t="t" r="r" b="b"/>
              <a:pathLst>
                <a:path w="1217929" h="476250">
                  <a:moveTo>
                    <a:pt x="7620" y="472439"/>
                  </a:moveTo>
                  <a:lnTo>
                    <a:pt x="0" y="472439"/>
                  </a:lnTo>
                  <a:lnTo>
                    <a:pt x="0" y="441959"/>
                  </a:lnTo>
                  <a:lnTo>
                    <a:pt x="7620" y="441959"/>
                  </a:lnTo>
                  <a:lnTo>
                    <a:pt x="7620" y="472439"/>
                  </a:lnTo>
                  <a:close/>
                </a:path>
                <a:path w="1217929" h="476250">
                  <a:moveTo>
                    <a:pt x="7620" y="419100"/>
                  </a:moveTo>
                  <a:lnTo>
                    <a:pt x="0" y="419100"/>
                  </a:lnTo>
                  <a:lnTo>
                    <a:pt x="0" y="388619"/>
                  </a:lnTo>
                  <a:lnTo>
                    <a:pt x="7620" y="388619"/>
                  </a:lnTo>
                  <a:lnTo>
                    <a:pt x="7620" y="419100"/>
                  </a:lnTo>
                  <a:close/>
                </a:path>
                <a:path w="1217929" h="476250">
                  <a:moveTo>
                    <a:pt x="7620" y="365759"/>
                  </a:moveTo>
                  <a:lnTo>
                    <a:pt x="0" y="365759"/>
                  </a:lnTo>
                  <a:lnTo>
                    <a:pt x="0" y="335279"/>
                  </a:lnTo>
                  <a:lnTo>
                    <a:pt x="7620" y="335279"/>
                  </a:lnTo>
                  <a:lnTo>
                    <a:pt x="7620" y="365759"/>
                  </a:lnTo>
                  <a:close/>
                </a:path>
                <a:path w="1217929" h="476250">
                  <a:moveTo>
                    <a:pt x="7620" y="312419"/>
                  </a:moveTo>
                  <a:lnTo>
                    <a:pt x="0" y="312419"/>
                  </a:lnTo>
                  <a:lnTo>
                    <a:pt x="0" y="281939"/>
                  </a:lnTo>
                  <a:lnTo>
                    <a:pt x="7620" y="281939"/>
                  </a:lnTo>
                  <a:lnTo>
                    <a:pt x="7620" y="312419"/>
                  </a:lnTo>
                  <a:close/>
                </a:path>
                <a:path w="1217929" h="476250">
                  <a:moveTo>
                    <a:pt x="7620" y="259079"/>
                  </a:moveTo>
                  <a:lnTo>
                    <a:pt x="0" y="259079"/>
                  </a:lnTo>
                  <a:lnTo>
                    <a:pt x="0" y="228600"/>
                  </a:lnTo>
                  <a:lnTo>
                    <a:pt x="7620" y="228600"/>
                  </a:lnTo>
                  <a:lnTo>
                    <a:pt x="7620" y="259079"/>
                  </a:lnTo>
                  <a:close/>
                </a:path>
                <a:path w="1217929" h="476250">
                  <a:moveTo>
                    <a:pt x="7620" y="205739"/>
                  </a:moveTo>
                  <a:lnTo>
                    <a:pt x="0" y="205739"/>
                  </a:lnTo>
                  <a:lnTo>
                    <a:pt x="0" y="175259"/>
                  </a:lnTo>
                  <a:lnTo>
                    <a:pt x="7620" y="175259"/>
                  </a:lnTo>
                  <a:lnTo>
                    <a:pt x="7620" y="205739"/>
                  </a:lnTo>
                  <a:close/>
                </a:path>
                <a:path w="1217929" h="476250">
                  <a:moveTo>
                    <a:pt x="7620" y="152400"/>
                  </a:moveTo>
                  <a:lnTo>
                    <a:pt x="0" y="152400"/>
                  </a:lnTo>
                  <a:lnTo>
                    <a:pt x="0" y="121919"/>
                  </a:lnTo>
                  <a:lnTo>
                    <a:pt x="7620" y="121919"/>
                  </a:lnTo>
                  <a:lnTo>
                    <a:pt x="7620" y="152400"/>
                  </a:lnTo>
                  <a:close/>
                </a:path>
                <a:path w="1217929" h="476250">
                  <a:moveTo>
                    <a:pt x="7620" y="99059"/>
                  </a:moveTo>
                  <a:lnTo>
                    <a:pt x="0" y="99059"/>
                  </a:lnTo>
                  <a:lnTo>
                    <a:pt x="0" y="68579"/>
                  </a:lnTo>
                  <a:lnTo>
                    <a:pt x="7620" y="68579"/>
                  </a:lnTo>
                  <a:lnTo>
                    <a:pt x="7620" y="99059"/>
                  </a:lnTo>
                  <a:close/>
                </a:path>
                <a:path w="1217929" h="476250">
                  <a:moveTo>
                    <a:pt x="7620" y="45719"/>
                  </a:moveTo>
                  <a:lnTo>
                    <a:pt x="0" y="45719"/>
                  </a:lnTo>
                  <a:lnTo>
                    <a:pt x="0" y="15239"/>
                  </a:lnTo>
                  <a:lnTo>
                    <a:pt x="7620" y="15239"/>
                  </a:lnTo>
                  <a:lnTo>
                    <a:pt x="7620" y="45719"/>
                  </a:lnTo>
                  <a:close/>
                </a:path>
                <a:path w="1217929" h="476250">
                  <a:moveTo>
                    <a:pt x="45720" y="7619"/>
                  </a:moveTo>
                  <a:lnTo>
                    <a:pt x="15239" y="7619"/>
                  </a:lnTo>
                  <a:lnTo>
                    <a:pt x="15239" y="0"/>
                  </a:lnTo>
                  <a:lnTo>
                    <a:pt x="45720" y="0"/>
                  </a:lnTo>
                  <a:lnTo>
                    <a:pt x="45720" y="7619"/>
                  </a:lnTo>
                  <a:close/>
                </a:path>
                <a:path w="1217929" h="476250">
                  <a:moveTo>
                    <a:pt x="99059" y="7619"/>
                  </a:moveTo>
                  <a:lnTo>
                    <a:pt x="68579" y="7619"/>
                  </a:lnTo>
                  <a:lnTo>
                    <a:pt x="68579" y="0"/>
                  </a:lnTo>
                  <a:lnTo>
                    <a:pt x="99059" y="0"/>
                  </a:lnTo>
                  <a:lnTo>
                    <a:pt x="99059" y="7619"/>
                  </a:lnTo>
                  <a:close/>
                </a:path>
                <a:path w="1217929" h="476250">
                  <a:moveTo>
                    <a:pt x="152400" y="7619"/>
                  </a:moveTo>
                  <a:lnTo>
                    <a:pt x="121920" y="7619"/>
                  </a:lnTo>
                  <a:lnTo>
                    <a:pt x="121920" y="0"/>
                  </a:lnTo>
                  <a:lnTo>
                    <a:pt x="152400" y="0"/>
                  </a:lnTo>
                  <a:lnTo>
                    <a:pt x="152400" y="7619"/>
                  </a:lnTo>
                  <a:close/>
                </a:path>
                <a:path w="1217929" h="476250">
                  <a:moveTo>
                    <a:pt x="205739" y="7619"/>
                  </a:moveTo>
                  <a:lnTo>
                    <a:pt x="175259" y="7619"/>
                  </a:lnTo>
                  <a:lnTo>
                    <a:pt x="175259" y="0"/>
                  </a:lnTo>
                  <a:lnTo>
                    <a:pt x="205739" y="0"/>
                  </a:lnTo>
                  <a:lnTo>
                    <a:pt x="205739" y="7619"/>
                  </a:lnTo>
                  <a:close/>
                </a:path>
                <a:path w="1217929" h="476250">
                  <a:moveTo>
                    <a:pt x="259079" y="7619"/>
                  </a:moveTo>
                  <a:lnTo>
                    <a:pt x="228600" y="7619"/>
                  </a:lnTo>
                  <a:lnTo>
                    <a:pt x="228600" y="0"/>
                  </a:lnTo>
                  <a:lnTo>
                    <a:pt x="259079" y="0"/>
                  </a:lnTo>
                  <a:lnTo>
                    <a:pt x="259079" y="7619"/>
                  </a:lnTo>
                  <a:close/>
                </a:path>
                <a:path w="1217929" h="476250">
                  <a:moveTo>
                    <a:pt x="312420" y="7619"/>
                  </a:moveTo>
                  <a:lnTo>
                    <a:pt x="281939" y="7619"/>
                  </a:lnTo>
                  <a:lnTo>
                    <a:pt x="281939" y="0"/>
                  </a:lnTo>
                  <a:lnTo>
                    <a:pt x="312420" y="0"/>
                  </a:lnTo>
                  <a:lnTo>
                    <a:pt x="312420" y="7619"/>
                  </a:lnTo>
                  <a:close/>
                </a:path>
                <a:path w="1217929" h="476250">
                  <a:moveTo>
                    <a:pt x="365759" y="7619"/>
                  </a:moveTo>
                  <a:lnTo>
                    <a:pt x="335279" y="7619"/>
                  </a:lnTo>
                  <a:lnTo>
                    <a:pt x="335279" y="0"/>
                  </a:lnTo>
                  <a:lnTo>
                    <a:pt x="365759" y="0"/>
                  </a:lnTo>
                  <a:lnTo>
                    <a:pt x="365759" y="7619"/>
                  </a:lnTo>
                  <a:close/>
                </a:path>
                <a:path w="1217929" h="476250">
                  <a:moveTo>
                    <a:pt x="419100" y="7619"/>
                  </a:moveTo>
                  <a:lnTo>
                    <a:pt x="388620" y="7619"/>
                  </a:lnTo>
                  <a:lnTo>
                    <a:pt x="388620" y="0"/>
                  </a:lnTo>
                  <a:lnTo>
                    <a:pt x="419100" y="0"/>
                  </a:lnTo>
                  <a:lnTo>
                    <a:pt x="419100" y="7619"/>
                  </a:lnTo>
                  <a:close/>
                </a:path>
                <a:path w="1217929" h="476250">
                  <a:moveTo>
                    <a:pt x="472439" y="7619"/>
                  </a:moveTo>
                  <a:lnTo>
                    <a:pt x="441959" y="7619"/>
                  </a:lnTo>
                  <a:lnTo>
                    <a:pt x="441959" y="0"/>
                  </a:lnTo>
                  <a:lnTo>
                    <a:pt x="472439" y="0"/>
                  </a:lnTo>
                  <a:lnTo>
                    <a:pt x="472439" y="7619"/>
                  </a:lnTo>
                  <a:close/>
                </a:path>
                <a:path w="1217929" h="476250">
                  <a:moveTo>
                    <a:pt x="525779" y="7619"/>
                  </a:moveTo>
                  <a:lnTo>
                    <a:pt x="495300" y="7619"/>
                  </a:lnTo>
                  <a:lnTo>
                    <a:pt x="495300" y="0"/>
                  </a:lnTo>
                  <a:lnTo>
                    <a:pt x="525779" y="0"/>
                  </a:lnTo>
                  <a:lnTo>
                    <a:pt x="525779" y="7619"/>
                  </a:lnTo>
                  <a:close/>
                </a:path>
                <a:path w="1217929" h="476250">
                  <a:moveTo>
                    <a:pt x="579120" y="7619"/>
                  </a:moveTo>
                  <a:lnTo>
                    <a:pt x="548639" y="7619"/>
                  </a:lnTo>
                  <a:lnTo>
                    <a:pt x="548639" y="0"/>
                  </a:lnTo>
                  <a:lnTo>
                    <a:pt x="579120" y="0"/>
                  </a:lnTo>
                  <a:lnTo>
                    <a:pt x="579120" y="7619"/>
                  </a:lnTo>
                  <a:close/>
                </a:path>
                <a:path w="1217929" h="476250">
                  <a:moveTo>
                    <a:pt x="632459" y="7619"/>
                  </a:moveTo>
                  <a:lnTo>
                    <a:pt x="601979" y="7619"/>
                  </a:lnTo>
                  <a:lnTo>
                    <a:pt x="601979" y="0"/>
                  </a:lnTo>
                  <a:lnTo>
                    <a:pt x="632459" y="0"/>
                  </a:lnTo>
                  <a:lnTo>
                    <a:pt x="632459" y="7619"/>
                  </a:lnTo>
                  <a:close/>
                </a:path>
                <a:path w="1217929" h="476250">
                  <a:moveTo>
                    <a:pt x="685800" y="7619"/>
                  </a:moveTo>
                  <a:lnTo>
                    <a:pt x="655320" y="7619"/>
                  </a:lnTo>
                  <a:lnTo>
                    <a:pt x="655320" y="0"/>
                  </a:lnTo>
                  <a:lnTo>
                    <a:pt x="685800" y="0"/>
                  </a:lnTo>
                  <a:lnTo>
                    <a:pt x="685800" y="7619"/>
                  </a:lnTo>
                  <a:close/>
                </a:path>
                <a:path w="1217929" h="476250">
                  <a:moveTo>
                    <a:pt x="739139" y="7619"/>
                  </a:moveTo>
                  <a:lnTo>
                    <a:pt x="708659" y="7619"/>
                  </a:lnTo>
                  <a:lnTo>
                    <a:pt x="708659" y="0"/>
                  </a:lnTo>
                  <a:lnTo>
                    <a:pt x="739139" y="0"/>
                  </a:lnTo>
                  <a:lnTo>
                    <a:pt x="739139" y="7619"/>
                  </a:lnTo>
                  <a:close/>
                </a:path>
                <a:path w="1217929" h="476250">
                  <a:moveTo>
                    <a:pt x="792479" y="7619"/>
                  </a:moveTo>
                  <a:lnTo>
                    <a:pt x="762000" y="7619"/>
                  </a:lnTo>
                  <a:lnTo>
                    <a:pt x="762000" y="0"/>
                  </a:lnTo>
                  <a:lnTo>
                    <a:pt x="792479" y="0"/>
                  </a:lnTo>
                  <a:lnTo>
                    <a:pt x="792479" y="7619"/>
                  </a:lnTo>
                  <a:close/>
                </a:path>
                <a:path w="1217929" h="476250">
                  <a:moveTo>
                    <a:pt x="845820" y="7619"/>
                  </a:moveTo>
                  <a:lnTo>
                    <a:pt x="815339" y="7619"/>
                  </a:lnTo>
                  <a:lnTo>
                    <a:pt x="815339" y="0"/>
                  </a:lnTo>
                  <a:lnTo>
                    <a:pt x="845820" y="0"/>
                  </a:lnTo>
                  <a:lnTo>
                    <a:pt x="845820" y="7619"/>
                  </a:lnTo>
                  <a:close/>
                </a:path>
                <a:path w="1217929" h="476250">
                  <a:moveTo>
                    <a:pt x="899159" y="7619"/>
                  </a:moveTo>
                  <a:lnTo>
                    <a:pt x="868679" y="7619"/>
                  </a:lnTo>
                  <a:lnTo>
                    <a:pt x="868679" y="0"/>
                  </a:lnTo>
                  <a:lnTo>
                    <a:pt x="899159" y="0"/>
                  </a:lnTo>
                  <a:lnTo>
                    <a:pt x="899159" y="7619"/>
                  </a:lnTo>
                  <a:close/>
                </a:path>
                <a:path w="1217929" h="476250">
                  <a:moveTo>
                    <a:pt x="952500" y="7619"/>
                  </a:moveTo>
                  <a:lnTo>
                    <a:pt x="922020" y="7619"/>
                  </a:lnTo>
                  <a:lnTo>
                    <a:pt x="922020" y="0"/>
                  </a:lnTo>
                  <a:lnTo>
                    <a:pt x="952500" y="0"/>
                  </a:lnTo>
                  <a:lnTo>
                    <a:pt x="952500" y="7619"/>
                  </a:lnTo>
                  <a:close/>
                </a:path>
                <a:path w="1217929" h="476250">
                  <a:moveTo>
                    <a:pt x="1005839" y="7619"/>
                  </a:moveTo>
                  <a:lnTo>
                    <a:pt x="975359" y="7619"/>
                  </a:lnTo>
                  <a:lnTo>
                    <a:pt x="975359" y="0"/>
                  </a:lnTo>
                  <a:lnTo>
                    <a:pt x="1005839" y="0"/>
                  </a:lnTo>
                  <a:lnTo>
                    <a:pt x="1005839" y="7619"/>
                  </a:lnTo>
                  <a:close/>
                </a:path>
                <a:path w="1217929" h="476250">
                  <a:moveTo>
                    <a:pt x="1059179" y="7619"/>
                  </a:moveTo>
                  <a:lnTo>
                    <a:pt x="1028700" y="7619"/>
                  </a:lnTo>
                  <a:lnTo>
                    <a:pt x="1028700" y="0"/>
                  </a:lnTo>
                  <a:lnTo>
                    <a:pt x="1059179" y="0"/>
                  </a:lnTo>
                  <a:lnTo>
                    <a:pt x="1059179" y="7619"/>
                  </a:lnTo>
                  <a:close/>
                </a:path>
                <a:path w="1217929" h="476250">
                  <a:moveTo>
                    <a:pt x="1112520" y="7619"/>
                  </a:moveTo>
                  <a:lnTo>
                    <a:pt x="1082039" y="7619"/>
                  </a:lnTo>
                  <a:lnTo>
                    <a:pt x="1082039" y="0"/>
                  </a:lnTo>
                  <a:lnTo>
                    <a:pt x="1112520" y="0"/>
                  </a:lnTo>
                  <a:lnTo>
                    <a:pt x="1112520" y="7619"/>
                  </a:lnTo>
                  <a:close/>
                </a:path>
                <a:path w="1217929" h="476250">
                  <a:moveTo>
                    <a:pt x="1165859" y="7619"/>
                  </a:moveTo>
                  <a:lnTo>
                    <a:pt x="1135379" y="7619"/>
                  </a:lnTo>
                  <a:lnTo>
                    <a:pt x="1135379" y="0"/>
                  </a:lnTo>
                  <a:lnTo>
                    <a:pt x="1165859" y="0"/>
                  </a:lnTo>
                  <a:lnTo>
                    <a:pt x="1165859" y="7619"/>
                  </a:lnTo>
                  <a:close/>
                </a:path>
                <a:path w="1217929" h="476250">
                  <a:moveTo>
                    <a:pt x="1209713" y="7619"/>
                  </a:moveTo>
                  <a:lnTo>
                    <a:pt x="1188720" y="7619"/>
                  </a:lnTo>
                  <a:lnTo>
                    <a:pt x="1188720" y="0"/>
                  </a:lnTo>
                  <a:lnTo>
                    <a:pt x="1217333" y="0"/>
                  </a:lnTo>
                  <a:lnTo>
                    <a:pt x="1217333" y="3809"/>
                  </a:lnTo>
                  <a:lnTo>
                    <a:pt x="1209713" y="3809"/>
                  </a:lnTo>
                  <a:lnTo>
                    <a:pt x="1209713" y="7619"/>
                  </a:lnTo>
                  <a:close/>
                </a:path>
                <a:path w="1217929" h="476250">
                  <a:moveTo>
                    <a:pt x="1217333" y="9486"/>
                  </a:moveTo>
                  <a:lnTo>
                    <a:pt x="1209713" y="9486"/>
                  </a:lnTo>
                  <a:lnTo>
                    <a:pt x="1209713" y="3809"/>
                  </a:lnTo>
                  <a:lnTo>
                    <a:pt x="1213523" y="7619"/>
                  </a:lnTo>
                  <a:lnTo>
                    <a:pt x="1217333" y="7619"/>
                  </a:lnTo>
                  <a:lnTo>
                    <a:pt x="1217333" y="9486"/>
                  </a:lnTo>
                  <a:close/>
                </a:path>
                <a:path w="1217929" h="476250">
                  <a:moveTo>
                    <a:pt x="1217333" y="7619"/>
                  </a:moveTo>
                  <a:lnTo>
                    <a:pt x="1213523" y="7619"/>
                  </a:lnTo>
                  <a:lnTo>
                    <a:pt x="1209713" y="3809"/>
                  </a:lnTo>
                  <a:lnTo>
                    <a:pt x="1217333" y="3809"/>
                  </a:lnTo>
                  <a:lnTo>
                    <a:pt x="1217333" y="7619"/>
                  </a:lnTo>
                  <a:close/>
                </a:path>
                <a:path w="1217929" h="476250">
                  <a:moveTo>
                    <a:pt x="1217333" y="62826"/>
                  </a:moveTo>
                  <a:lnTo>
                    <a:pt x="1209713" y="62826"/>
                  </a:lnTo>
                  <a:lnTo>
                    <a:pt x="1209713" y="32346"/>
                  </a:lnTo>
                  <a:lnTo>
                    <a:pt x="1217333" y="32346"/>
                  </a:lnTo>
                  <a:lnTo>
                    <a:pt x="1217333" y="62826"/>
                  </a:lnTo>
                  <a:close/>
                </a:path>
                <a:path w="1217929" h="476250">
                  <a:moveTo>
                    <a:pt x="1217333" y="116166"/>
                  </a:moveTo>
                  <a:lnTo>
                    <a:pt x="1209713" y="116166"/>
                  </a:lnTo>
                  <a:lnTo>
                    <a:pt x="1209713" y="85686"/>
                  </a:lnTo>
                  <a:lnTo>
                    <a:pt x="1217333" y="85686"/>
                  </a:lnTo>
                  <a:lnTo>
                    <a:pt x="1217333" y="116166"/>
                  </a:lnTo>
                  <a:close/>
                </a:path>
                <a:path w="1217929" h="476250">
                  <a:moveTo>
                    <a:pt x="1217333" y="169506"/>
                  </a:moveTo>
                  <a:lnTo>
                    <a:pt x="1209713" y="169506"/>
                  </a:lnTo>
                  <a:lnTo>
                    <a:pt x="1209713" y="139026"/>
                  </a:lnTo>
                  <a:lnTo>
                    <a:pt x="1217333" y="139026"/>
                  </a:lnTo>
                  <a:lnTo>
                    <a:pt x="1217333" y="169506"/>
                  </a:lnTo>
                  <a:close/>
                </a:path>
                <a:path w="1217929" h="476250">
                  <a:moveTo>
                    <a:pt x="1217333" y="222846"/>
                  </a:moveTo>
                  <a:lnTo>
                    <a:pt x="1209713" y="222846"/>
                  </a:lnTo>
                  <a:lnTo>
                    <a:pt x="1209713" y="192366"/>
                  </a:lnTo>
                  <a:lnTo>
                    <a:pt x="1217333" y="192366"/>
                  </a:lnTo>
                  <a:lnTo>
                    <a:pt x="1217333" y="222846"/>
                  </a:lnTo>
                  <a:close/>
                </a:path>
                <a:path w="1217929" h="476250">
                  <a:moveTo>
                    <a:pt x="1217333" y="276186"/>
                  </a:moveTo>
                  <a:lnTo>
                    <a:pt x="1209713" y="276186"/>
                  </a:lnTo>
                  <a:lnTo>
                    <a:pt x="1209713" y="245706"/>
                  </a:lnTo>
                  <a:lnTo>
                    <a:pt x="1217333" y="245706"/>
                  </a:lnTo>
                  <a:lnTo>
                    <a:pt x="1217333" y="276186"/>
                  </a:lnTo>
                  <a:close/>
                </a:path>
                <a:path w="1217929" h="476250">
                  <a:moveTo>
                    <a:pt x="1217333" y="329526"/>
                  </a:moveTo>
                  <a:lnTo>
                    <a:pt x="1209713" y="329526"/>
                  </a:lnTo>
                  <a:lnTo>
                    <a:pt x="1209713" y="299046"/>
                  </a:lnTo>
                  <a:lnTo>
                    <a:pt x="1217333" y="299046"/>
                  </a:lnTo>
                  <a:lnTo>
                    <a:pt x="1217333" y="329526"/>
                  </a:lnTo>
                  <a:close/>
                </a:path>
                <a:path w="1217929" h="476250">
                  <a:moveTo>
                    <a:pt x="1217333" y="382866"/>
                  </a:moveTo>
                  <a:lnTo>
                    <a:pt x="1209713" y="382866"/>
                  </a:lnTo>
                  <a:lnTo>
                    <a:pt x="1209713" y="352386"/>
                  </a:lnTo>
                  <a:lnTo>
                    <a:pt x="1217333" y="352386"/>
                  </a:lnTo>
                  <a:lnTo>
                    <a:pt x="1217333" y="382866"/>
                  </a:lnTo>
                  <a:close/>
                </a:path>
                <a:path w="1217929" h="476250">
                  <a:moveTo>
                    <a:pt x="1217333" y="436206"/>
                  </a:moveTo>
                  <a:lnTo>
                    <a:pt x="1209713" y="436206"/>
                  </a:lnTo>
                  <a:lnTo>
                    <a:pt x="1209713" y="405726"/>
                  </a:lnTo>
                  <a:lnTo>
                    <a:pt x="1217333" y="405726"/>
                  </a:lnTo>
                  <a:lnTo>
                    <a:pt x="1217333" y="436206"/>
                  </a:lnTo>
                  <a:close/>
                </a:path>
                <a:path w="1217929" h="476250">
                  <a:moveTo>
                    <a:pt x="1209713" y="472439"/>
                  </a:moveTo>
                  <a:lnTo>
                    <a:pt x="1209713" y="459066"/>
                  </a:lnTo>
                  <a:lnTo>
                    <a:pt x="1217333" y="459066"/>
                  </a:lnTo>
                  <a:lnTo>
                    <a:pt x="1217333" y="468629"/>
                  </a:lnTo>
                  <a:lnTo>
                    <a:pt x="1213523" y="468629"/>
                  </a:lnTo>
                  <a:lnTo>
                    <a:pt x="1209713" y="472439"/>
                  </a:lnTo>
                  <a:close/>
                </a:path>
                <a:path w="1217929" h="476250">
                  <a:moveTo>
                    <a:pt x="1217333" y="476250"/>
                  </a:moveTo>
                  <a:lnTo>
                    <a:pt x="1196416" y="476250"/>
                  </a:lnTo>
                  <a:lnTo>
                    <a:pt x="1196416" y="468629"/>
                  </a:lnTo>
                  <a:lnTo>
                    <a:pt x="1209713" y="468629"/>
                  </a:lnTo>
                  <a:lnTo>
                    <a:pt x="1209713" y="472439"/>
                  </a:lnTo>
                  <a:lnTo>
                    <a:pt x="1217333" y="472439"/>
                  </a:lnTo>
                  <a:lnTo>
                    <a:pt x="1217333" y="476250"/>
                  </a:lnTo>
                  <a:close/>
                </a:path>
                <a:path w="1217929" h="476250">
                  <a:moveTo>
                    <a:pt x="1217333" y="472439"/>
                  </a:moveTo>
                  <a:lnTo>
                    <a:pt x="1209713" y="472439"/>
                  </a:lnTo>
                  <a:lnTo>
                    <a:pt x="1213523" y="468629"/>
                  </a:lnTo>
                  <a:lnTo>
                    <a:pt x="1217333" y="468629"/>
                  </a:lnTo>
                  <a:lnTo>
                    <a:pt x="1217333" y="472439"/>
                  </a:lnTo>
                  <a:close/>
                </a:path>
                <a:path w="1217929" h="476250">
                  <a:moveTo>
                    <a:pt x="1173556" y="476250"/>
                  </a:moveTo>
                  <a:lnTo>
                    <a:pt x="1143076" y="476250"/>
                  </a:lnTo>
                  <a:lnTo>
                    <a:pt x="1143076" y="468629"/>
                  </a:lnTo>
                  <a:lnTo>
                    <a:pt x="1173556" y="468629"/>
                  </a:lnTo>
                  <a:lnTo>
                    <a:pt x="1173556" y="476250"/>
                  </a:lnTo>
                  <a:close/>
                </a:path>
                <a:path w="1217929" h="476250">
                  <a:moveTo>
                    <a:pt x="1120216" y="476250"/>
                  </a:moveTo>
                  <a:lnTo>
                    <a:pt x="1089736" y="476250"/>
                  </a:lnTo>
                  <a:lnTo>
                    <a:pt x="1089736" y="468629"/>
                  </a:lnTo>
                  <a:lnTo>
                    <a:pt x="1120216" y="468629"/>
                  </a:lnTo>
                  <a:lnTo>
                    <a:pt x="1120216" y="476250"/>
                  </a:lnTo>
                  <a:close/>
                </a:path>
                <a:path w="1217929" h="476250">
                  <a:moveTo>
                    <a:pt x="1066876" y="476250"/>
                  </a:moveTo>
                  <a:lnTo>
                    <a:pt x="1036396" y="476250"/>
                  </a:lnTo>
                  <a:lnTo>
                    <a:pt x="1036396" y="468629"/>
                  </a:lnTo>
                  <a:lnTo>
                    <a:pt x="1066876" y="468629"/>
                  </a:lnTo>
                  <a:lnTo>
                    <a:pt x="1066876" y="476250"/>
                  </a:lnTo>
                  <a:close/>
                </a:path>
                <a:path w="1217929" h="476250">
                  <a:moveTo>
                    <a:pt x="1013536" y="476250"/>
                  </a:moveTo>
                  <a:lnTo>
                    <a:pt x="983056" y="476250"/>
                  </a:lnTo>
                  <a:lnTo>
                    <a:pt x="983056" y="468629"/>
                  </a:lnTo>
                  <a:lnTo>
                    <a:pt x="1013536" y="468629"/>
                  </a:lnTo>
                  <a:lnTo>
                    <a:pt x="1013536" y="476250"/>
                  </a:lnTo>
                  <a:close/>
                </a:path>
                <a:path w="1217929" h="476250">
                  <a:moveTo>
                    <a:pt x="960196" y="476250"/>
                  </a:moveTo>
                  <a:lnTo>
                    <a:pt x="929716" y="476250"/>
                  </a:lnTo>
                  <a:lnTo>
                    <a:pt x="929716" y="468629"/>
                  </a:lnTo>
                  <a:lnTo>
                    <a:pt x="960196" y="468629"/>
                  </a:lnTo>
                  <a:lnTo>
                    <a:pt x="960196" y="476250"/>
                  </a:lnTo>
                  <a:close/>
                </a:path>
                <a:path w="1217929" h="476250">
                  <a:moveTo>
                    <a:pt x="906856" y="476250"/>
                  </a:moveTo>
                  <a:lnTo>
                    <a:pt x="876376" y="476250"/>
                  </a:lnTo>
                  <a:lnTo>
                    <a:pt x="876376" y="468629"/>
                  </a:lnTo>
                  <a:lnTo>
                    <a:pt x="906856" y="468629"/>
                  </a:lnTo>
                  <a:lnTo>
                    <a:pt x="906856" y="476250"/>
                  </a:lnTo>
                  <a:close/>
                </a:path>
                <a:path w="1217929" h="476250">
                  <a:moveTo>
                    <a:pt x="853516" y="476250"/>
                  </a:moveTo>
                  <a:lnTo>
                    <a:pt x="823036" y="476250"/>
                  </a:lnTo>
                  <a:lnTo>
                    <a:pt x="823036" y="468629"/>
                  </a:lnTo>
                  <a:lnTo>
                    <a:pt x="853516" y="468629"/>
                  </a:lnTo>
                  <a:lnTo>
                    <a:pt x="853516" y="476250"/>
                  </a:lnTo>
                  <a:close/>
                </a:path>
                <a:path w="1217929" h="476250">
                  <a:moveTo>
                    <a:pt x="800176" y="476250"/>
                  </a:moveTo>
                  <a:lnTo>
                    <a:pt x="769696" y="476250"/>
                  </a:lnTo>
                  <a:lnTo>
                    <a:pt x="769696" y="468629"/>
                  </a:lnTo>
                  <a:lnTo>
                    <a:pt x="800176" y="468629"/>
                  </a:lnTo>
                  <a:lnTo>
                    <a:pt x="800176" y="476250"/>
                  </a:lnTo>
                  <a:close/>
                </a:path>
                <a:path w="1217929" h="476250">
                  <a:moveTo>
                    <a:pt x="746836" y="476250"/>
                  </a:moveTo>
                  <a:lnTo>
                    <a:pt x="716356" y="476250"/>
                  </a:lnTo>
                  <a:lnTo>
                    <a:pt x="716356" y="468629"/>
                  </a:lnTo>
                  <a:lnTo>
                    <a:pt x="746836" y="468629"/>
                  </a:lnTo>
                  <a:lnTo>
                    <a:pt x="746836" y="476250"/>
                  </a:lnTo>
                  <a:close/>
                </a:path>
                <a:path w="1217929" h="476250">
                  <a:moveTo>
                    <a:pt x="693496" y="476250"/>
                  </a:moveTo>
                  <a:lnTo>
                    <a:pt x="663016" y="476250"/>
                  </a:lnTo>
                  <a:lnTo>
                    <a:pt x="663016" y="468629"/>
                  </a:lnTo>
                  <a:lnTo>
                    <a:pt x="693496" y="468629"/>
                  </a:lnTo>
                  <a:lnTo>
                    <a:pt x="693496" y="476250"/>
                  </a:lnTo>
                  <a:close/>
                </a:path>
                <a:path w="1217929" h="476250">
                  <a:moveTo>
                    <a:pt x="640156" y="476250"/>
                  </a:moveTo>
                  <a:lnTo>
                    <a:pt x="609676" y="476250"/>
                  </a:lnTo>
                  <a:lnTo>
                    <a:pt x="609676" y="468629"/>
                  </a:lnTo>
                  <a:lnTo>
                    <a:pt x="640156" y="468629"/>
                  </a:lnTo>
                  <a:lnTo>
                    <a:pt x="640156" y="476250"/>
                  </a:lnTo>
                  <a:close/>
                </a:path>
                <a:path w="1217929" h="476250">
                  <a:moveTo>
                    <a:pt x="586816" y="476250"/>
                  </a:moveTo>
                  <a:lnTo>
                    <a:pt x="556336" y="476250"/>
                  </a:lnTo>
                  <a:lnTo>
                    <a:pt x="556336" y="468629"/>
                  </a:lnTo>
                  <a:lnTo>
                    <a:pt x="586816" y="468629"/>
                  </a:lnTo>
                  <a:lnTo>
                    <a:pt x="586816" y="476250"/>
                  </a:lnTo>
                  <a:close/>
                </a:path>
                <a:path w="1217929" h="476250">
                  <a:moveTo>
                    <a:pt x="533476" y="476250"/>
                  </a:moveTo>
                  <a:lnTo>
                    <a:pt x="502996" y="476250"/>
                  </a:lnTo>
                  <a:lnTo>
                    <a:pt x="502996" y="468629"/>
                  </a:lnTo>
                  <a:lnTo>
                    <a:pt x="533476" y="468629"/>
                  </a:lnTo>
                  <a:lnTo>
                    <a:pt x="533476" y="476250"/>
                  </a:lnTo>
                  <a:close/>
                </a:path>
                <a:path w="1217929" h="476250">
                  <a:moveTo>
                    <a:pt x="480136" y="476250"/>
                  </a:moveTo>
                  <a:lnTo>
                    <a:pt x="449656" y="476250"/>
                  </a:lnTo>
                  <a:lnTo>
                    <a:pt x="449656" y="468629"/>
                  </a:lnTo>
                  <a:lnTo>
                    <a:pt x="480136" y="468629"/>
                  </a:lnTo>
                  <a:lnTo>
                    <a:pt x="480136" y="476250"/>
                  </a:lnTo>
                  <a:close/>
                </a:path>
                <a:path w="1217929" h="476250">
                  <a:moveTo>
                    <a:pt x="426796" y="476250"/>
                  </a:moveTo>
                  <a:lnTo>
                    <a:pt x="396316" y="476250"/>
                  </a:lnTo>
                  <a:lnTo>
                    <a:pt x="396316" y="468629"/>
                  </a:lnTo>
                  <a:lnTo>
                    <a:pt x="426796" y="468629"/>
                  </a:lnTo>
                  <a:lnTo>
                    <a:pt x="426796" y="476250"/>
                  </a:lnTo>
                  <a:close/>
                </a:path>
                <a:path w="1217929" h="476250">
                  <a:moveTo>
                    <a:pt x="373456" y="476250"/>
                  </a:moveTo>
                  <a:lnTo>
                    <a:pt x="342976" y="476250"/>
                  </a:lnTo>
                  <a:lnTo>
                    <a:pt x="342976" y="468629"/>
                  </a:lnTo>
                  <a:lnTo>
                    <a:pt x="373456" y="468629"/>
                  </a:lnTo>
                  <a:lnTo>
                    <a:pt x="373456" y="476250"/>
                  </a:lnTo>
                  <a:close/>
                </a:path>
                <a:path w="1217929" h="476250">
                  <a:moveTo>
                    <a:pt x="320116" y="476250"/>
                  </a:moveTo>
                  <a:lnTo>
                    <a:pt x="289636" y="476250"/>
                  </a:lnTo>
                  <a:lnTo>
                    <a:pt x="289636" y="468629"/>
                  </a:lnTo>
                  <a:lnTo>
                    <a:pt x="320116" y="468629"/>
                  </a:lnTo>
                  <a:lnTo>
                    <a:pt x="320116" y="476250"/>
                  </a:lnTo>
                  <a:close/>
                </a:path>
                <a:path w="1217929" h="476250">
                  <a:moveTo>
                    <a:pt x="266776" y="476250"/>
                  </a:moveTo>
                  <a:lnTo>
                    <a:pt x="236296" y="476250"/>
                  </a:lnTo>
                  <a:lnTo>
                    <a:pt x="236296" y="468629"/>
                  </a:lnTo>
                  <a:lnTo>
                    <a:pt x="266776" y="468629"/>
                  </a:lnTo>
                  <a:lnTo>
                    <a:pt x="266776" y="476250"/>
                  </a:lnTo>
                  <a:close/>
                </a:path>
                <a:path w="1217929" h="476250">
                  <a:moveTo>
                    <a:pt x="213436" y="476250"/>
                  </a:moveTo>
                  <a:lnTo>
                    <a:pt x="182956" y="476250"/>
                  </a:lnTo>
                  <a:lnTo>
                    <a:pt x="182956" y="468629"/>
                  </a:lnTo>
                  <a:lnTo>
                    <a:pt x="213436" y="468629"/>
                  </a:lnTo>
                  <a:lnTo>
                    <a:pt x="213436" y="476250"/>
                  </a:lnTo>
                  <a:close/>
                </a:path>
                <a:path w="1217929" h="476250">
                  <a:moveTo>
                    <a:pt x="160096" y="476250"/>
                  </a:moveTo>
                  <a:lnTo>
                    <a:pt x="129616" y="476250"/>
                  </a:lnTo>
                  <a:lnTo>
                    <a:pt x="129616" y="468629"/>
                  </a:lnTo>
                  <a:lnTo>
                    <a:pt x="160096" y="468629"/>
                  </a:lnTo>
                  <a:lnTo>
                    <a:pt x="160096" y="476250"/>
                  </a:lnTo>
                  <a:close/>
                </a:path>
                <a:path w="1217929" h="476250">
                  <a:moveTo>
                    <a:pt x="106756" y="476250"/>
                  </a:moveTo>
                  <a:lnTo>
                    <a:pt x="76276" y="476250"/>
                  </a:lnTo>
                  <a:lnTo>
                    <a:pt x="76276" y="468629"/>
                  </a:lnTo>
                  <a:lnTo>
                    <a:pt x="106756" y="468629"/>
                  </a:lnTo>
                  <a:lnTo>
                    <a:pt x="106756" y="476250"/>
                  </a:lnTo>
                  <a:close/>
                </a:path>
                <a:path w="1217929" h="476250">
                  <a:moveTo>
                    <a:pt x="53416" y="476250"/>
                  </a:moveTo>
                  <a:lnTo>
                    <a:pt x="22936" y="476250"/>
                  </a:lnTo>
                  <a:lnTo>
                    <a:pt x="22936" y="468629"/>
                  </a:lnTo>
                  <a:lnTo>
                    <a:pt x="53416" y="468629"/>
                  </a:lnTo>
                  <a:lnTo>
                    <a:pt x="53416" y="47625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6172200" y="5423915"/>
            <a:ext cx="3694429" cy="46799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55"/>
              </a:spcBef>
              <a:tabLst>
                <a:tab pos="1628775" algn="l"/>
                <a:tab pos="2675255" algn="l"/>
              </a:tabLst>
            </a:pPr>
            <a:r>
              <a:rPr sz="1800" spc="-10" dirty="0">
                <a:latin typeface="Times New Roman"/>
                <a:cs typeface="Times New Roman"/>
              </a:rPr>
              <a:t>Retrieve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Read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Generate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4683162" y="5319052"/>
            <a:ext cx="1324610" cy="732155"/>
          </a:xfrm>
          <a:custGeom>
            <a:avLst/>
            <a:gdLst/>
            <a:ahLst/>
            <a:cxnLst/>
            <a:rect l="l" t="t" r="r" b="b"/>
            <a:pathLst>
              <a:path w="1324610" h="732154">
                <a:moveTo>
                  <a:pt x="1324330" y="731634"/>
                </a:moveTo>
                <a:lnTo>
                  <a:pt x="0" y="731634"/>
                </a:lnTo>
                <a:lnTo>
                  <a:pt x="0" y="0"/>
                </a:lnTo>
                <a:lnTo>
                  <a:pt x="1324330" y="0"/>
                </a:lnTo>
                <a:lnTo>
                  <a:pt x="132433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712584"/>
                </a:lnTo>
                <a:lnTo>
                  <a:pt x="9525" y="712584"/>
                </a:lnTo>
                <a:lnTo>
                  <a:pt x="19050" y="722109"/>
                </a:lnTo>
                <a:lnTo>
                  <a:pt x="1324330" y="722109"/>
                </a:lnTo>
                <a:lnTo>
                  <a:pt x="1324330" y="731634"/>
                </a:lnTo>
                <a:close/>
              </a:path>
              <a:path w="1324610" h="73215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24610" h="732154">
                <a:moveTo>
                  <a:pt x="130528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305280" y="9525"/>
                </a:lnTo>
                <a:lnTo>
                  <a:pt x="1305280" y="19050"/>
                </a:lnTo>
                <a:close/>
              </a:path>
              <a:path w="1324610" h="732154">
                <a:moveTo>
                  <a:pt x="1305280" y="722109"/>
                </a:moveTo>
                <a:lnTo>
                  <a:pt x="1305280" y="9525"/>
                </a:lnTo>
                <a:lnTo>
                  <a:pt x="1314805" y="19050"/>
                </a:lnTo>
                <a:lnTo>
                  <a:pt x="1324330" y="19050"/>
                </a:lnTo>
                <a:lnTo>
                  <a:pt x="1324330" y="712584"/>
                </a:lnTo>
                <a:lnTo>
                  <a:pt x="1314805" y="712584"/>
                </a:lnTo>
                <a:lnTo>
                  <a:pt x="1305280" y="722109"/>
                </a:lnTo>
                <a:close/>
              </a:path>
              <a:path w="1324610" h="732154">
                <a:moveTo>
                  <a:pt x="1324330" y="19050"/>
                </a:moveTo>
                <a:lnTo>
                  <a:pt x="1314805" y="19050"/>
                </a:lnTo>
                <a:lnTo>
                  <a:pt x="1305280" y="9525"/>
                </a:lnTo>
                <a:lnTo>
                  <a:pt x="1324330" y="9525"/>
                </a:lnTo>
                <a:lnTo>
                  <a:pt x="1324330" y="19050"/>
                </a:lnTo>
                <a:close/>
              </a:path>
              <a:path w="1324610" h="732154">
                <a:moveTo>
                  <a:pt x="19050" y="722109"/>
                </a:moveTo>
                <a:lnTo>
                  <a:pt x="9525" y="712584"/>
                </a:lnTo>
                <a:lnTo>
                  <a:pt x="19050" y="712584"/>
                </a:lnTo>
                <a:lnTo>
                  <a:pt x="19050" y="722109"/>
                </a:lnTo>
                <a:close/>
              </a:path>
              <a:path w="1324610" h="732154">
                <a:moveTo>
                  <a:pt x="1305280" y="722109"/>
                </a:moveTo>
                <a:lnTo>
                  <a:pt x="19050" y="722109"/>
                </a:lnTo>
                <a:lnTo>
                  <a:pt x="19050" y="712584"/>
                </a:lnTo>
                <a:lnTo>
                  <a:pt x="1305280" y="712584"/>
                </a:lnTo>
                <a:lnTo>
                  <a:pt x="1305280" y="722109"/>
                </a:lnTo>
                <a:close/>
              </a:path>
              <a:path w="1324610" h="732154">
                <a:moveTo>
                  <a:pt x="1324330" y="722109"/>
                </a:moveTo>
                <a:lnTo>
                  <a:pt x="1305280" y="722109"/>
                </a:lnTo>
                <a:lnTo>
                  <a:pt x="1314805" y="712584"/>
                </a:lnTo>
                <a:lnTo>
                  <a:pt x="1324330" y="712584"/>
                </a:lnTo>
                <a:lnTo>
                  <a:pt x="1324330" y="72210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4819053" y="5341899"/>
            <a:ext cx="105219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8925" marR="5080" indent="-27622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EC7C30"/>
                </a:solidFill>
                <a:latin typeface="Times New Roman"/>
                <a:cs typeface="Times New Roman"/>
              </a:rPr>
              <a:t>Retrieve-then- </a:t>
            </a:r>
            <a:r>
              <a:rPr sz="1400" spc="-20" dirty="0">
                <a:solidFill>
                  <a:srgbClr val="EC7C30"/>
                </a:solidFill>
                <a:latin typeface="Times New Roman"/>
                <a:cs typeface="Times New Roman"/>
              </a:rPr>
              <a:t>read </a:t>
            </a:r>
            <a:r>
              <a:rPr sz="1400" spc="-10" dirty="0">
                <a:solidFill>
                  <a:srgbClr val="EC7C30"/>
                </a:solidFill>
                <a:latin typeface="Times New Roman"/>
                <a:cs typeface="Times New Roman"/>
              </a:rPr>
              <a:t>(2023)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0253345" y="964069"/>
            <a:ext cx="1824355" cy="737235"/>
          </a:xfrm>
          <a:custGeom>
            <a:avLst/>
            <a:gdLst/>
            <a:ahLst/>
            <a:cxnLst/>
            <a:rect l="l" t="t" r="r" b="b"/>
            <a:pathLst>
              <a:path w="1824354" h="737235">
                <a:moveTo>
                  <a:pt x="1824355" y="0"/>
                </a:moveTo>
                <a:lnTo>
                  <a:pt x="0" y="0"/>
                </a:lnTo>
                <a:lnTo>
                  <a:pt x="0" y="737235"/>
                </a:lnTo>
                <a:lnTo>
                  <a:pt x="1824355" y="737235"/>
                </a:lnTo>
                <a:lnTo>
                  <a:pt x="1824355" y="730885"/>
                </a:lnTo>
                <a:lnTo>
                  <a:pt x="1824355" y="724535"/>
                </a:lnTo>
                <a:lnTo>
                  <a:pt x="1824355" y="12700"/>
                </a:lnTo>
                <a:lnTo>
                  <a:pt x="1824355" y="6350"/>
                </a:lnTo>
                <a:lnTo>
                  <a:pt x="1824355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10670540" y="1186319"/>
            <a:ext cx="98996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A6A6A6"/>
                </a:solidFill>
                <a:latin typeface="Times New Roman"/>
                <a:cs typeface="Times New Roman"/>
              </a:rPr>
              <a:t>Naive</a:t>
            </a:r>
            <a:r>
              <a:rPr sz="1600" spc="-40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A6A6A6"/>
                </a:solidFill>
                <a:latin typeface="Times New Roman"/>
                <a:cs typeface="Times New Roman"/>
              </a:rPr>
              <a:t>RAG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0253345" y="3070364"/>
            <a:ext cx="1824355" cy="737235"/>
          </a:xfrm>
          <a:custGeom>
            <a:avLst/>
            <a:gdLst/>
            <a:ahLst/>
            <a:cxnLst/>
            <a:rect l="l" t="t" r="r" b="b"/>
            <a:pathLst>
              <a:path w="1824354" h="737235">
                <a:moveTo>
                  <a:pt x="1824355" y="0"/>
                </a:moveTo>
                <a:lnTo>
                  <a:pt x="0" y="0"/>
                </a:lnTo>
                <a:lnTo>
                  <a:pt x="0" y="737235"/>
                </a:lnTo>
                <a:lnTo>
                  <a:pt x="1824355" y="737235"/>
                </a:lnTo>
                <a:lnTo>
                  <a:pt x="1824355" y="730885"/>
                </a:lnTo>
                <a:lnTo>
                  <a:pt x="1824355" y="724535"/>
                </a:lnTo>
                <a:lnTo>
                  <a:pt x="1824355" y="12700"/>
                </a:lnTo>
                <a:lnTo>
                  <a:pt x="1824355" y="6350"/>
                </a:lnTo>
                <a:lnTo>
                  <a:pt x="1824355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10500994" y="3292614"/>
            <a:ext cx="13284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A6A6A6"/>
                </a:solidFill>
                <a:latin typeface="Times New Roman"/>
                <a:cs typeface="Times New Roman"/>
              </a:rPr>
              <a:t>Advanced</a:t>
            </a:r>
            <a:r>
              <a:rPr sz="1600" spc="-65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A6A6A6"/>
                </a:solidFill>
                <a:latin typeface="Times New Roman"/>
                <a:cs typeface="Times New Roman"/>
              </a:rPr>
              <a:t>RAG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10253344" y="5405259"/>
            <a:ext cx="1824355" cy="737235"/>
            <a:chOff x="10253344" y="5405259"/>
            <a:chExt cx="1824355" cy="737235"/>
          </a:xfrm>
        </p:grpSpPr>
        <p:sp>
          <p:nvSpPr>
            <p:cNvPr id="99" name="object 99"/>
            <p:cNvSpPr/>
            <p:nvPr/>
          </p:nvSpPr>
          <p:spPr>
            <a:xfrm>
              <a:off x="10259567" y="5411723"/>
              <a:ext cx="1812289" cy="723900"/>
            </a:xfrm>
            <a:custGeom>
              <a:avLst/>
              <a:gdLst/>
              <a:ahLst/>
              <a:cxnLst/>
              <a:rect l="l" t="t" r="r" b="b"/>
              <a:pathLst>
                <a:path w="1812290" h="723900">
                  <a:moveTo>
                    <a:pt x="1812035" y="723900"/>
                  </a:moveTo>
                  <a:lnTo>
                    <a:pt x="0" y="723900"/>
                  </a:lnTo>
                  <a:lnTo>
                    <a:pt x="0" y="0"/>
                  </a:lnTo>
                  <a:lnTo>
                    <a:pt x="1812035" y="0"/>
                  </a:lnTo>
                  <a:lnTo>
                    <a:pt x="1812035" y="7239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253344" y="5405259"/>
              <a:ext cx="1824355" cy="737235"/>
            </a:xfrm>
            <a:custGeom>
              <a:avLst/>
              <a:gdLst/>
              <a:ahLst/>
              <a:cxnLst/>
              <a:rect l="l" t="t" r="r" b="b"/>
              <a:pathLst>
                <a:path w="1824354" h="737235">
                  <a:moveTo>
                    <a:pt x="1824354" y="737235"/>
                  </a:moveTo>
                  <a:lnTo>
                    <a:pt x="0" y="737235"/>
                  </a:lnTo>
                  <a:lnTo>
                    <a:pt x="0" y="0"/>
                  </a:lnTo>
                  <a:lnTo>
                    <a:pt x="1824354" y="0"/>
                  </a:lnTo>
                  <a:lnTo>
                    <a:pt x="1824354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724535"/>
                  </a:lnTo>
                  <a:lnTo>
                    <a:pt x="6350" y="724535"/>
                  </a:lnTo>
                  <a:lnTo>
                    <a:pt x="12700" y="730885"/>
                  </a:lnTo>
                  <a:lnTo>
                    <a:pt x="1824354" y="730885"/>
                  </a:lnTo>
                  <a:lnTo>
                    <a:pt x="1824354" y="737235"/>
                  </a:lnTo>
                  <a:close/>
                </a:path>
                <a:path w="1824354" h="73723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824354" h="737235">
                  <a:moveTo>
                    <a:pt x="1811654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811654" y="6350"/>
                  </a:lnTo>
                  <a:lnTo>
                    <a:pt x="1811654" y="12700"/>
                  </a:lnTo>
                  <a:close/>
                </a:path>
                <a:path w="1824354" h="737235">
                  <a:moveTo>
                    <a:pt x="1811654" y="730885"/>
                  </a:moveTo>
                  <a:lnTo>
                    <a:pt x="1811654" y="6350"/>
                  </a:lnTo>
                  <a:lnTo>
                    <a:pt x="1818004" y="12700"/>
                  </a:lnTo>
                  <a:lnTo>
                    <a:pt x="1824354" y="12700"/>
                  </a:lnTo>
                  <a:lnTo>
                    <a:pt x="1824354" y="724535"/>
                  </a:lnTo>
                  <a:lnTo>
                    <a:pt x="1818004" y="724535"/>
                  </a:lnTo>
                  <a:lnTo>
                    <a:pt x="1811654" y="730885"/>
                  </a:lnTo>
                  <a:close/>
                </a:path>
                <a:path w="1824354" h="737235">
                  <a:moveTo>
                    <a:pt x="1824354" y="12700"/>
                  </a:moveTo>
                  <a:lnTo>
                    <a:pt x="1818004" y="12700"/>
                  </a:lnTo>
                  <a:lnTo>
                    <a:pt x="1811654" y="6350"/>
                  </a:lnTo>
                  <a:lnTo>
                    <a:pt x="1824354" y="6350"/>
                  </a:lnTo>
                  <a:lnTo>
                    <a:pt x="1824354" y="12700"/>
                  </a:lnTo>
                  <a:close/>
                </a:path>
                <a:path w="1824354" h="737235">
                  <a:moveTo>
                    <a:pt x="12700" y="730885"/>
                  </a:moveTo>
                  <a:lnTo>
                    <a:pt x="6350" y="724535"/>
                  </a:lnTo>
                  <a:lnTo>
                    <a:pt x="12700" y="724535"/>
                  </a:lnTo>
                  <a:lnTo>
                    <a:pt x="12700" y="730885"/>
                  </a:lnTo>
                  <a:close/>
                </a:path>
                <a:path w="1824354" h="737235">
                  <a:moveTo>
                    <a:pt x="1811654" y="730885"/>
                  </a:moveTo>
                  <a:lnTo>
                    <a:pt x="12700" y="730885"/>
                  </a:lnTo>
                  <a:lnTo>
                    <a:pt x="12700" y="724535"/>
                  </a:lnTo>
                  <a:lnTo>
                    <a:pt x="1811654" y="724535"/>
                  </a:lnTo>
                  <a:lnTo>
                    <a:pt x="1811654" y="730885"/>
                  </a:lnTo>
                  <a:close/>
                </a:path>
                <a:path w="1824354" h="737235">
                  <a:moveTo>
                    <a:pt x="1824354" y="730885"/>
                  </a:moveTo>
                  <a:lnTo>
                    <a:pt x="1811654" y="730885"/>
                  </a:lnTo>
                  <a:lnTo>
                    <a:pt x="1818004" y="724535"/>
                  </a:lnTo>
                  <a:lnTo>
                    <a:pt x="1824354" y="724535"/>
                  </a:lnTo>
                  <a:lnTo>
                    <a:pt x="1824354" y="730885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10517505" y="5627509"/>
            <a:ext cx="12839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Modular</a:t>
            </a:r>
            <a:r>
              <a:rPr sz="16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RAG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11111560" y="1918474"/>
            <a:ext cx="107950" cy="934085"/>
          </a:xfrm>
          <a:custGeom>
            <a:avLst/>
            <a:gdLst/>
            <a:ahLst/>
            <a:cxnLst/>
            <a:rect l="l" t="t" r="r" b="b"/>
            <a:pathLst>
              <a:path w="107950" h="934085">
                <a:moveTo>
                  <a:pt x="53962" y="896278"/>
                </a:moveTo>
                <a:lnTo>
                  <a:pt x="44437" y="879950"/>
                </a:lnTo>
                <a:lnTo>
                  <a:pt x="44437" y="0"/>
                </a:lnTo>
                <a:lnTo>
                  <a:pt x="63487" y="0"/>
                </a:lnTo>
                <a:lnTo>
                  <a:pt x="63487" y="879950"/>
                </a:lnTo>
                <a:lnTo>
                  <a:pt x="53962" y="896278"/>
                </a:lnTo>
                <a:close/>
              </a:path>
              <a:path w="107950" h="934085">
                <a:moveTo>
                  <a:pt x="53962" y="934084"/>
                </a:moveTo>
                <a:lnTo>
                  <a:pt x="1282" y="843787"/>
                </a:lnTo>
                <a:lnTo>
                  <a:pt x="380" y="841679"/>
                </a:lnTo>
                <a:lnTo>
                  <a:pt x="0" y="839419"/>
                </a:lnTo>
                <a:lnTo>
                  <a:pt x="165" y="837120"/>
                </a:lnTo>
                <a:lnTo>
                  <a:pt x="10236" y="829487"/>
                </a:lnTo>
                <a:lnTo>
                  <a:pt x="12484" y="829944"/>
                </a:lnTo>
                <a:lnTo>
                  <a:pt x="44437" y="879950"/>
                </a:lnTo>
                <a:lnTo>
                  <a:pt x="44437" y="915187"/>
                </a:lnTo>
                <a:lnTo>
                  <a:pt x="64987" y="915187"/>
                </a:lnTo>
                <a:lnTo>
                  <a:pt x="53962" y="934084"/>
                </a:lnTo>
                <a:close/>
              </a:path>
              <a:path w="107950" h="934085">
                <a:moveTo>
                  <a:pt x="64987" y="915187"/>
                </a:moveTo>
                <a:lnTo>
                  <a:pt x="63487" y="915187"/>
                </a:lnTo>
                <a:lnTo>
                  <a:pt x="63487" y="879950"/>
                </a:lnTo>
                <a:lnTo>
                  <a:pt x="90182" y="834186"/>
                </a:lnTo>
                <a:lnTo>
                  <a:pt x="97688" y="829487"/>
                </a:lnTo>
                <a:lnTo>
                  <a:pt x="99987" y="829589"/>
                </a:lnTo>
                <a:lnTo>
                  <a:pt x="107924" y="839419"/>
                </a:lnTo>
                <a:lnTo>
                  <a:pt x="107543" y="841679"/>
                </a:lnTo>
                <a:lnTo>
                  <a:pt x="106641" y="843787"/>
                </a:lnTo>
                <a:lnTo>
                  <a:pt x="64987" y="915187"/>
                </a:lnTo>
                <a:close/>
              </a:path>
              <a:path w="107950" h="934085">
                <a:moveTo>
                  <a:pt x="63487" y="915187"/>
                </a:moveTo>
                <a:lnTo>
                  <a:pt x="44437" y="915187"/>
                </a:lnTo>
                <a:lnTo>
                  <a:pt x="44437" y="879950"/>
                </a:lnTo>
                <a:lnTo>
                  <a:pt x="53962" y="896278"/>
                </a:lnTo>
                <a:lnTo>
                  <a:pt x="45732" y="910386"/>
                </a:lnTo>
                <a:lnTo>
                  <a:pt x="63487" y="910386"/>
                </a:lnTo>
                <a:lnTo>
                  <a:pt x="63487" y="915187"/>
                </a:lnTo>
                <a:close/>
              </a:path>
              <a:path w="107950" h="934085">
                <a:moveTo>
                  <a:pt x="63487" y="910386"/>
                </a:moveTo>
                <a:lnTo>
                  <a:pt x="62191" y="910386"/>
                </a:lnTo>
                <a:lnTo>
                  <a:pt x="53962" y="896278"/>
                </a:lnTo>
                <a:lnTo>
                  <a:pt x="63487" y="879950"/>
                </a:lnTo>
                <a:lnTo>
                  <a:pt x="63487" y="910386"/>
                </a:lnTo>
                <a:close/>
              </a:path>
              <a:path w="107950" h="934085">
                <a:moveTo>
                  <a:pt x="62191" y="910386"/>
                </a:moveTo>
                <a:lnTo>
                  <a:pt x="45732" y="910386"/>
                </a:lnTo>
                <a:lnTo>
                  <a:pt x="53962" y="896278"/>
                </a:lnTo>
                <a:lnTo>
                  <a:pt x="62191" y="91038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1111560" y="3970159"/>
            <a:ext cx="107950" cy="1102995"/>
          </a:xfrm>
          <a:custGeom>
            <a:avLst/>
            <a:gdLst/>
            <a:ahLst/>
            <a:cxnLst/>
            <a:rect l="l" t="t" r="r" b="b"/>
            <a:pathLst>
              <a:path w="107950" h="1102995">
                <a:moveTo>
                  <a:pt x="53962" y="1065188"/>
                </a:moveTo>
                <a:lnTo>
                  <a:pt x="44437" y="1048860"/>
                </a:lnTo>
                <a:lnTo>
                  <a:pt x="44437" y="0"/>
                </a:lnTo>
                <a:lnTo>
                  <a:pt x="63487" y="0"/>
                </a:lnTo>
                <a:lnTo>
                  <a:pt x="63487" y="1048860"/>
                </a:lnTo>
                <a:lnTo>
                  <a:pt x="53962" y="1065188"/>
                </a:lnTo>
                <a:close/>
              </a:path>
              <a:path w="107950" h="1102995">
                <a:moveTo>
                  <a:pt x="53962" y="1102995"/>
                </a:moveTo>
                <a:lnTo>
                  <a:pt x="1282" y="1012698"/>
                </a:lnTo>
                <a:lnTo>
                  <a:pt x="380" y="1010589"/>
                </a:lnTo>
                <a:lnTo>
                  <a:pt x="0" y="1008329"/>
                </a:lnTo>
                <a:lnTo>
                  <a:pt x="165" y="1006030"/>
                </a:lnTo>
                <a:lnTo>
                  <a:pt x="10236" y="998397"/>
                </a:lnTo>
                <a:lnTo>
                  <a:pt x="12484" y="998855"/>
                </a:lnTo>
                <a:lnTo>
                  <a:pt x="44437" y="1048860"/>
                </a:lnTo>
                <a:lnTo>
                  <a:pt x="44437" y="1084097"/>
                </a:lnTo>
                <a:lnTo>
                  <a:pt x="64987" y="1084097"/>
                </a:lnTo>
                <a:lnTo>
                  <a:pt x="53962" y="1102995"/>
                </a:lnTo>
                <a:close/>
              </a:path>
              <a:path w="107950" h="1102995">
                <a:moveTo>
                  <a:pt x="64987" y="1084097"/>
                </a:moveTo>
                <a:lnTo>
                  <a:pt x="63487" y="1084097"/>
                </a:lnTo>
                <a:lnTo>
                  <a:pt x="63487" y="1048860"/>
                </a:lnTo>
                <a:lnTo>
                  <a:pt x="90182" y="1003096"/>
                </a:lnTo>
                <a:lnTo>
                  <a:pt x="97688" y="998397"/>
                </a:lnTo>
                <a:lnTo>
                  <a:pt x="99987" y="998499"/>
                </a:lnTo>
                <a:lnTo>
                  <a:pt x="107924" y="1008329"/>
                </a:lnTo>
                <a:lnTo>
                  <a:pt x="107543" y="1010589"/>
                </a:lnTo>
                <a:lnTo>
                  <a:pt x="106641" y="1012698"/>
                </a:lnTo>
                <a:lnTo>
                  <a:pt x="64987" y="1084097"/>
                </a:lnTo>
                <a:close/>
              </a:path>
              <a:path w="107950" h="1102995">
                <a:moveTo>
                  <a:pt x="63487" y="1084097"/>
                </a:moveTo>
                <a:lnTo>
                  <a:pt x="44437" y="1084097"/>
                </a:lnTo>
                <a:lnTo>
                  <a:pt x="44437" y="1048860"/>
                </a:lnTo>
                <a:lnTo>
                  <a:pt x="53962" y="1065188"/>
                </a:lnTo>
                <a:lnTo>
                  <a:pt x="45732" y="1079296"/>
                </a:lnTo>
                <a:lnTo>
                  <a:pt x="63487" y="1079296"/>
                </a:lnTo>
                <a:lnTo>
                  <a:pt x="63487" y="1084097"/>
                </a:lnTo>
                <a:close/>
              </a:path>
              <a:path w="107950" h="1102995">
                <a:moveTo>
                  <a:pt x="63487" y="1079296"/>
                </a:moveTo>
                <a:lnTo>
                  <a:pt x="62191" y="1079296"/>
                </a:lnTo>
                <a:lnTo>
                  <a:pt x="53962" y="1065188"/>
                </a:lnTo>
                <a:lnTo>
                  <a:pt x="63487" y="1048860"/>
                </a:lnTo>
                <a:lnTo>
                  <a:pt x="63487" y="1079296"/>
                </a:lnTo>
                <a:close/>
              </a:path>
              <a:path w="107950" h="1102995">
                <a:moveTo>
                  <a:pt x="62191" y="1079296"/>
                </a:moveTo>
                <a:lnTo>
                  <a:pt x="45732" y="1079296"/>
                </a:lnTo>
                <a:lnTo>
                  <a:pt x="53962" y="1065188"/>
                </a:lnTo>
                <a:lnTo>
                  <a:pt x="62191" y="107929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0134257" y="5290184"/>
            <a:ext cx="2058035" cy="967740"/>
          </a:xfrm>
          <a:custGeom>
            <a:avLst/>
            <a:gdLst/>
            <a:ahLst/>
            <a:cxnLst/>
            <a:rect l="l" t="t" r="r" b="b"/>
            <a:pathLst>
              <a:path w="2058034" h="967739">
                <a:moveTo>
                  <a:pt x="19050" y="957872"/>
                </a:moveTo>
                <a:lnTo>
                  <a:pt x="0" y="957872"/>
                </a:lnTo>
                <a:lnTo>
                  <a:pt x="0" y="881672"/>
                </a:lnTo>
                <a:lnTo>
                  <a:pt x="19050" y="881672"/>
                </a:lnTo>
                <a:lnTo>
                  <a:pt x="19050" y="957872"/>
                </a:lnTo>
                <a:close/>
              </a:path>
              <a:path w="2058034" h="967739">
                <a:moveTo>
                  <a:pt x="19050" y="824522"/>
                </a:moveTo>
                <a:lnTo>
                  <a:pt x="0" y="824522"/>
                </a:lnTo>
                <a:lnTo>
                  <a:pt x="0" y="748322"/>
                </a:lnTo>
                <a:lnTo>
                  <a:pt x="19050" y="748322"/>
                </a:lnTo>
                <a:lnTo>
                  <a:pt x="19050" y="824522"/>
                </a:lnTo>
                <a:close/>
              </a:path>
              <a:path w="2058034" h="967739">
                <a:moveTo>
                  <a:pt x="19050" y="691172"/>
                </a:moveTo>
                <a:lnTo>
                  <a:pt x="0" y="691172"/>
                </a:lnTo>
                <a:lnTo>
                  <a:pt x="0" y="614972"/>
                </a:lnTo>
                <a:lnTo>
                  <a:pt x="19050" y="614972"/>
                </a:lnTo>
                <a:lnTo>
                  <a:pt x="19050" y="691172"/>
                </a:lnTo>
                <a:close/>
              </a:path>
              <a:path w="2058034" h="967739">
                <a:moveTo>
                  <a:pt x="19050" y="557822"/>
                </a:moveTo>
                <a:lnTo>
                  <a:pt x="0" y="557822"/>
                </a:lnTo>
                <a:lnTo>
                  <a:pt x="0" y="481622"/>
                </a:lnTo>
                <a:lnTo>
                  <a:pt x="19050" y="481622"/>
                </a:lnTo>
                <a:lnTo>
                  <a:pt x="19050" y="557822"/>
                </a:lnTo>
                <a:close/>
              </a:path>
              <a:path w="2058034" h="967739">
                <a:moveTo>
                  <a:pt x="19050" y="424472"/>
                </a:moveTo>
                <a:lnTo>
                  <a:pt x="0" y="424472"/>
                </a:lnTo>
                <a:lnTo>
                  <a:pt x="0" y="348272"/>
                </a:lnTo>
                <a:lnTo>
                  <a:pt x="19050" y="348272"/>
                </a:lnTo>
                <a:lnTo>
                  <a:pt x="19050" y="424472"/>
                </a:lnTo>
                <a:close/>
              </a:path>
              <a:path w="2058034" h="967739">
                <a:moveTo>
                  <a:pt x="19050" y="291122"/>
                </a:moveTo>
                <a:lnTo>
                  <a:pt x="0" y="291122"/>
                </a:lnTo>
                <a:lnTo>
                  <a:pt x="0" y="214922"/>
                </a:lnTo>
                <a:lnTo>
                  <a:pt x="19050" y="214922"/>
                </a:lnTo>
                <a:lnTo>
                  <a:pt x="19050" y="291122"/>
                </a:lnTo>
                <a:close/>
              </a:path>
              <a:path w="2058034" h="967739">
                <a:moveTo>
                  <a:pt x="19050" y="157772"/>
                </a:moveTo>
                <a:lnTo>
                  <a:pt x="0" y="157772"/>
                </a:lnTo>
                <a:lnTo>
                  <a:pt x="0" y="81572"/>
                </a:lnTo>
                <a:lnTo>
                  <a:pt x="19050" y="81572"/>
                </a:lnTo>
                <a:lnTo>
                  <a:pt x="19050" y="157772"/>
                </a:lnTo>
                <a:close/>
              </a:path>
              <a:path w="2058034" h="967739">
                <a:moveTo>
                  <a:pt x="19050" y="24422"/>
                </a:moveTo>
                <a:lnTo>
                  <a:pt x="0" y="24422"/>
                </a:lnTo>
                <a:lnTo>
                  <a:pt x="0" y="0"/>
                </a:lnTo>
                <a:lnTo>
                  <a:pt x="70827" y="0"/>
                </a:lnTo>
                <a:lnTo>
                  <a:pt x="70827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4422"/>
                </a:lnTo>
                <a:close/>
              </a:path>
              <a:path w="2058034" h="9677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058034" h="967739">
                <a:moveTo>
                  <a:pt x="70827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70827" y="9525"/>
                </a:lnTo>
                <a:lnTo>
                  <a:pt x="70827" y="19050"/>
                </a:lnTo>
                <a:close/>
              </a:path>
              <a:path w="2058034" h="967739">
                <a:moveTo>
                  <a:pt x="204177" y="19050"/>
                </a:moveTo>
                <a:lnTo>
                  <a:pt x="127977" y="19050"/>
                </a:lnTo>
                <a:lnTo>
                  <a:pt x="127977" y="0"/>
                </a:lnTo>
                <a:lnTo>
                  <a:pt x="204177" y="0"/>
                </a:lnTo>
                <a:lnTo>
                  <a:pt x="204177" y="19050"/>
                </a:lnTo>
                <a:close/>
              </a:path>
              <a:path w="2058034" h="967739">
                <a:moveTo>
                  <a:pt x="337527" y="19050"/>
                </a:moveTo>
                <a:lnTo>
                  <a:pt x="261327" y="19050"/>
                </a:lnTo>
                <a:lnTo>
                  <a:pt x="261327" y="0"/>
                </a:lnTo>
                <a:lnTo>
                  <a:pt x="337527" y="0"/>
                </a:lnTo>
                <a:lnTo>
                  <a:pt x="337527" y="19050"/>
                </a:lnTo>
                <a:close/>
              </a:path>
              <a:path w="2058034" h="967739">
                <a:moveTo>
                  <a:pt x="470877" y="19050"/>
                </a:moveTo>
                <a:lnTo>
                  <a:pt x="394677" y="19050"/>
                </a:lnTo>
                <a:lnTo>
                  <a:pt x="394677" y="0"/>
                </a:lnTo>
                <a:lnTo>
                  <a:pt x="470877" y="0"/>
                </a:lnTo>
                <a:lnTo>
                  <a:pt x="470877" y="19050"/>
                </a:lnTo>
                <a:close/>
              </a:path>
              <a:path w="2058034" h="967739">
                <a:moveTo>
                  <a:pt x="604227" y="19050"/>
                </a:moveTo>
                <a:lnTo>
                  <a:pt x="528027" y="19050"/>
                </a:lnTo>
                <a:lnTo>
                  <a:pt x="528027" y="0"/>
                </a:lnTo>
                <a:lnTo>
                  <a:pt x="604227" y="0"/>
                </a:lnTo>
                <a:lnTo>
                  <a:pt x="604227" y="19050"/>
                </a:lnTo>
                <a:close/>
              </a:path>
              <a:path w="2058034" h="967739">
                <a:moveTo>
                  <a:pt x="737577" y="19050"/>
                </a:moveTo>
                <a:lnTo>
                  <a:pt x="661377" y="19050"/>
                </a:lnTo>
                <a:lnTo>
                  <a:pt x="661377" y="0"/>
                </a:lnTo>
                <a:lnTo>
                  <a:pt x="737577" y="0"/>
                </a:lnTo>
                <a:lnTo>
                  <a:pt x="737577" y="19050"/>
                </a:lnTo>
                <a:close/>
              </a:path>
              <a:path w="2058034" h="967739">
                <a:moveTo>
                  <a:pt x="870927" y="19050"/>
                </a:moveTo>
                <a:lnTo>
                  <a:pt x="794727" y="19050"/>
                </a:lnTo>
                <a:lnTo>
                  <a:pt x="794727" y="0"/>
                </a:lnTo>
                <a:lnTo>
                  <a:pt x="870927" y="0"/>
                </a:lnTo>
                <a:lnTo>
                  <a:pt x="870927" y="19050"/>
                </a:lnTo>
                <a:close/>
              </a:path>
              <a:path w="2058034" h="967739">
                <a:moveTo>
                  <a:pt x="1004277" y="19050"/>
                </a:moveTo>
                <a:lnTo>
                  <a:pt x="928077" y="19050"/>
                </a:lnTo>
                <a:lnTo>
                  <a:pt x="928077" y="0"/>
                </a:lnTo>
                <a:lnTo>
                  <a:pt x="1004277" y="0"/>
                </a:lnTo>
                <a:lnTo>
                  <a:pt x="1004277" y="19050"/>
                </a:lnTo>
                <a:close/>
              </a:path>
              <a:path w="2058034" h="967739">
                <a:moveTo>
                  <a:pt x="1137627" y="19050"/>
                </a:moveTo>
                <a:lnTo>
                  <a:pt x="1061427" y="19050"/>
                </a:lnTo>
                <a:lnTo>
                  <a:pt x="1061427" y="0"/>
                </a:lnTo>
                <a:lnTo>
                  <a:pt x="1137627" y="0"/>
                </a:lnTo>
                <a:lnTo>
                  <a:pt x="1137627" y="19050"/>
                </a:lnTo>
                <a:close/>
              </a:path>
              <a:path w="2058034" h="967739">
                <a:moveTo>
                  <a:pt x="1270977" y="19050"/>
                </a:moveTo>
                <a:lnTo>
                  <a:pt x="1194777" y="19050"/>
                </a:lnTo>
                <a:lnTo>
                  <a:pt x="1194777" y="0"/>
                </a:lnTo>
                <a:lnTo>
                  <a:pt x="1270977" y="0"/>
                </a:lnTo>
                <a:lnTo>
                  <a:pt x="1270977" y="19050"/>
                </a:lnTo>
                <a:close/>
              </a:path>
              <a:path w="2058034" h="967739">
                <a:moveTo>
                  <a:pt x="1404327" y="19050"/>
                </a:moveTo>
                <a:lnTo>
                  <a:pt x="1328127" y="19050"/>
                </a:lnTo>
                <a:lnTo>
                  <a:pt x="1328127" y="0"/>
                </a:lnTo>
                <a:lnTo>
                  <a:pt x="1404327" y="0"/>
                </a:lnTo>
                <a:lnTo>
                  <a:pt x="1404327" y="19050"/>
                </a:lnTo>
                <a:close/>
              </a:path>
              <a:path w="2058034" h="967739">
                <a:moveTo>
                  <a:pt x="1537677" y="19050"/>
                </a:moveTo>
                <a:lnTo>
                  <a:pt x="1461477" y="19050"/>
                </a:lnTo>
                <a:lnTo>
                  <a:pt x="1461477" y="0"/>
                </a:lnTo>
                <a:lnTo>
                  <a:pt x="1537677" y="0"/>
                </a:lnTo>
                <a:lnTo>
                  <a:pt x="1537677" y="19050"/>
                </a:lnTo>
                <a:close/>
              </a:path>
              <a:path w="2058034" h="967739">
                <a:moveTo>
                  <a:pt x="1671027" y="19050"/>
                </a:moveTo>
                <a:lnTo>
                  <a:pt x="1594827" y="19050"/>
                </a:lnTo>
                <a:lnTo>
                  <a:pt x="1594827" y="0"/>
                </a:lnTo>
                <a:lnTo>
                  <a:pt x="1671027" y="0"/>
                </a:lnTo>
                <a:lnTo>
                  <a:pt x="1671027" y="19050"/>
                </a:lnTo>
                <a:close/>
              </a:path>
              <a:path w="2058034" h="967739">
                <a:moveTo>
                  <a:pt x="1804377" y="19050"/>
                </a:moveTo>
                <a:lnTo>
                  <a:pt x="1728177" y="19050"/>
                </a:lnTo>
                <a:lnTo>
                  <a:pt x="1728177" y="0"/>
                </a:lnTo>
                <a:lnTo>
                  <a:pt x="1804377" y="0"/>
                </a:lnTo>
                <a:lnTo>
                  <a:pt x="1804377" y="19050"/>
                </a:lnTo>
                <a:close/>
              </a:path>
              <a:path w="2058034" h="967739">
                <a:moveTo>
                  <a:pt x="1937727" y="19050"/>
                </a:moveTo>
                <a:lnTo>
                  <a:pt x="1861527" y="19050"/>
                </a:lnTo>
                <a:lnTo>
                  <a:pt x="1861527" y="0"/>
                </a:lnTo>
                <a:lnTo>
                  <a:pt x="1937727" y="0"/>
                </a:lnTo>
                <a:lnTo>
                  <a:pt x="1937727" y="19050"/>
                </a:lnTo>
                <a:close/>
              </a:path>
              <a:path w="2058034" h="967739">
                <a:moveTo>
                  <a:pt x="2043544" y="19050"/>
                </a:moveTo>
                <a:lnTo>
                  <a:pt x="1994877" y="19050"/>
                </a:lnTo>
                <a:lnTo>
                  <a:pt x="1994877" y="0"/>
                </a:lnTo>
                <a:lnTo>
                  <a:pt x="2057742" y="0"/>
                </a:lnTo>
                <a:lnTo>
                  <a:pt x="2057742" y="9525"/>
                </a:lnTo>
                <a:lnTo>
                  <a:pt x="2043544" y="9525"/>
                </a:lnTo>
                <a:lnTo>
                  <a:pt x="2043544" y="19050"/>
                </a:lnTo>
                <a:close/>
              </a:path>
              <a:path w="2058034" h="967739">
                <a:moveTo>
                  <a:pt x="2057742" y="27533"/>
                </a:moveTo>
                <a:lnTo>
                  <a:pt x="2043544" y="27533"/>
                </a:lnTo>
                <a:lnTo>
                  <a:pt x="2043544" y="9525"/>
                </a:lnTo>
                <a:lnTo>
                  <a:pt x="2053069" y="19050"/>
                </a:lnTo>
                <a:lnTo>
                  <a:pt x="2057742" y="19050"/>
                </a:lnTo>
                <a:lnTo>
                  <a:pt x="2057742" y="27533"/>
                </a:lnTo>
                <a:close/>
              </a:path>
              <a:path w="2058034" h="967739">
                <a:moveTo>
                  <a:pt x="2057742" y="19050"/>
                </a:moveTo>
                <a:lnTo>
                  <a:pt x="2053069" y="19050"/>
                </a:lnTo>
                <a:lnTo>
                  <a:pt x="2043544" y="9525"/>
                </a:lnTo>
                <a:lnTo>
                  <a:pt x="2057742" y="9525"/>
                </a:lnTo>
                <a:lnTo>
                  <a:pt x="2057742" y="19050"/>
                </a:lnTo>
                <a:close/>
              </a:path>
              <a:path w="2058034" h="967739">
                <a:moveTo>
                  <a:pt x="2057742" y="160883"/>
                </a:moveTo>
                <a:lnTo>
                  <a:pt x="2043544" y="160883"/>
                </a:lnTo>
                <a:lnTo>
                  <a:pt x="2043544" y="84683"/>
                </a:lnTo>
                <a:lnTo>
                  <a:pt x="2057742" y="84683"/>
                </a:lnTo>
                <a:lnTo>
                  <a:pt x="2057742" y="160883"/>
                </a:lnTo>
                <a:close/>
              </a:path>
              <a:path w="2058034" h="967739">
                <a:moveTo>
                  <a:pt x="2057742" y="294233"/>
                </a:moveTo>
                <a:lnTo>
                  <a:pt x="2043544" y="294233"/>
                </a:lnTo>
                <a:lnTo>
                  <a:pt x="2043544" y="218033"/>
                </a:lnTo>
                <a:lnTo>
                  <a:pt x="2057742" y="218033"/>
                </a:lnTo>
                <a:lnTo>
                  <a:pt x="2057742" y="294233"/>
                </a:lnTo>
                <a:close/>
              </a:path>
              <a:path w="2058034" h="967739">
                <a:moveTo>
                  <a:pt x="2057742" y="427583"/>
                </a:moveTo>
                <a:lnTo>
                  <a:pt x="2043544" y="427583"/>
                </a:lnTo>
                <a:lnTo>
                  <a:pt x="2043544" y="351383"/>
                </a:lnTo>
                <a:lnTo>
                  <a:pt x="2057742" y="351383"/>
                </a:lnTo>
                <a:lnTo>
                  <a:pt x="2057742" y="427583"/>
                </a:lnTo>
                <a:close/>
              </a:path>
              <a:path w="2058034" h="967739">
                <a:moveTo>
                  <a:pt x="2057742" y="560933"/>
                </a:moveTo>
                <a:lnTo>
                  <a:pt x="2043544" y="560933"/>
                </a:lnTo>
                <a:lnTo>
                  <a:pt x="2043544" y="484733"/>
                </a:lnTo>
                <a:lnTo>
                  <a:pt x="2057742" y="484733"/>
                </a:lnTo>
                <a:lnTo>
                  <a:pt x="2057742" y="560933"/>
                </a:lnTo>
                <a:close/>
              </a:path>
              <a:path w="2058034" h="967739">
                <a:moveTo>
                  <a:pt x="2057742" y="694283"/>
                </a:moveTo>
                <a:lnTo>
                  <a:pt x="2043544" y="694283"/>
                </a:lnTo>
                <a:lnTo>
                  <a:pt x="2043544" y="618083"/>
                </a:lnTo>
                <a:lnTo>
                  <a:pt x="2057742" y="618083"/>
                </a:lnTo>
                <a:lnTo>
                  <a:pt x="2057742" y="694283"/>
                </a:lnTo>
                <a:close/>
              </a:path>
              <a:path w="2058034" h="967739">
                <a:moveTo>
                  <a:pt x="2057742" y="827633"/>
                </a:moveTo>
                <a:lnTo>
                  <a:pt x="2043544" y="827633"/>
                </a:lnTo>
                <a:lnTo>
                  <a:pt x="2043544" y="751433"/>
                </a:lnTo>
                <a:lnTo>
                  <a:pt x="2057742" y="751433"/>
                </a:lnTo>
                <a:lnTo>
                  <a:pt x="2057742" y="827633"/>
                </a:lnTo>
                <a:close/>
              </a:path>
              <a:path w="2058034" h="967739">
                <a:moveTo>
                  <a:pt x="2043544" y="957872"/>
                </a:moveTo>
                <a:lnTo>
                  <a:pt x="2043544" y="884783"/>
                </a:lnTo>
                <a:lnTo>
                  <a:pt x="2057742" y="884783"/>
                </a:lnTo>
                <a:lnTo>
                  <a:pt x="2057742" y="948347"/>
                </a:lnTo>
                <a:lnTo>
                  <a:pt x="2049945" y="948347"/>
                </a:lnTo>
                <a:lnTo>
                  <a:pt x="2049945" y="951471"/>
                </a:lnTo>
                <a:lnTo>
                  <a:pt x="2043544" y="957872"/>
                </a:lnTo>
                <a:close/>
              </a:path>
              <a:path w="2058034" h="967739">
                <a:moveTo>
                  <a:pt x="2049945" y="951471"/>
                </a:moveTo>
                <a:lnTo>
                  <a:pt x="2049945" y="948347"/>
                </a:lnTo>
                <a:lnTo>
                  <a:pt x="2053069" y="948347"/>
                </a:lnTo>
                <a:lnTo>
                  <a:pt x="2049945" y="951471"/>
                </a:lnTo>
                <a:close/>
              </a:path>
              <a:path w="2058034" h="967739">
                <a:moveTo>
                  <a:pt x="2057742" y="967397"/>
                </a:moveTo>
                <a:lnTo>
                  <a:pt x="2049945" y="967397"/>
                </a:lnTo>
                <a:lnTo>
                  <a:pt x="2049945" y="951471"/>
                </a:lnTo>
                <a:lnTo>
                  <a:pt x="2053069" y="948347"/>
                </a:lnTo>
                <a:lnTo>
                  <a:pt x="2057742" y="948347"/>
                </a:lnTo>
                <a:lnTo>
                  <a:pt x="2057742" y="967397"/>
                </a:lnTo>
                <a:close/>
              </a:path>
              <a:path w="2058034" h="967739">
                <a:moveTo>
                  <a:pt x="1992795" y="967397"/>
                </a:moveTo>
                <a:lnTo>
                  <a:pt x="1916595" y="967397"/>
                </a:lnTo>
                <a:lnTo>
                  <a:pt x="1916595" y="948347"/>
                </a:lnTo>
                <a:lnTo>
                  <a:pt x="1992795" y="948347"/>
                </a:lnTo>
                <a:lnTo>
                  <a:pt x="1992795" y="967397"/>
                </a:lnTo>
                <a:close/>
              </a:path>
              <a:path w="2058034" h="967739">
                <a:moveTo>
                  <a:pt x="1859445" y="967397"/>
                </a:moveTo>
                <a:lnTo>
                  <a:pt x="1783245" y="967397"/>
                </a:lnTo>
                <a:lnTo>
                  <a:pt x="1783245" y="948347"/>
                </a:lnTo>
                <a:lnTo>
                  <a:pt x="1859445" y="948347"/>
                </a:lnTo>
                <a:lnTo>
                  <a:pt x="1859445" y="967397"/>
                </a:lnTo>
                <a:close/>
              </a:path>
              <a:path w="2058034" h="967739">
                <a:moveTo>
                  <a:pt x="1726095" y="967397"/>
                </a:moveTo>
                <a:lnTo>
                  <a:pt x="1649895" y="967397"/>
                </a:lnTo>
                <a:lnTo>
                  <a:pt x="1649895" y="948347"/>
                </a:lnTo>
                <a:lnTo>
                  <a:pt x="1726095" y="948347"/>
                </a:lnTo>
                <a:lnTo>
                  <a:pt x="1726095" y="967397"/>
                </a:lnTo>
                <a:close/>
              </a:path>
              <a:path w="2058034" h="967739">
                <a:moveTo>
                  <a:pt x="1592745" y="967397"/>
                </a:moveTo>
                <a:lnTo>
                  <a:pt x="1516545" y="967397"/>
                </a:lnTo>
                <a:lnTo>
                  <a:pt x="1516545" y="948347"/>
                </a:lnTo>
                <a:lnTo>
                  <a:pt x="1592745" y="948347"/>
                </a:lnTo>
                <a:lnTo>
                  <a:pt x="1592745" y="967397"/>
                </a:lnTo>
                <a:close/>
              </a:path>
              <a:path w="2058034" h="967739">
                <a:moveTo>
                  <a:pt x="1459395" y="967397"/>
                </a:moveTo>
                <a:lnTo>
                  <a:pt x="1383195" y="967397"/>
                </a:lnTo>
                <a:lnTo>
                  <a:pt x="1383195" y="948347"/>
                </a:lnTo>
                <a:lnTo>
                  <a:pt x="1459395" y="948347"/>
                </a:lnTo>
                <a:lnTo>
                  <a:pt x="1459395" y="967397"/>
                </a:lnTo>
                <a:close/>
              </a:path>
              <a:path w="2058034" h="967739">
                <a:moveTo>
                  <a:pt x="1326045" y="967397"/>
                </a:moveTo>
                <a:lnTo>
                  <a:pt x="1249845" y="967397"/>
                </a:lnTo>
                <a:lnTo>
                  <a:pt x="1249845" y="948347"/>
                </a:lnTo>
                <a:lnTo>
                  <a:pt x="1326045" y="948347"/>
                </a:lnTo>
                <a:lnTo>
                  <a:pt x="1326045" y="967397"/>
                </a:lnTo>
                <a:close/>
              </a:path>
              <a:path w="2058034" h="967739">
                <a:moveTo>
                  <a:pt x="1192695" y="967397"/>
                </a:moveTo>
                <a:lnTo>
                  <a:pt x="1116495" y="967397"/>
                </a:lnTo>
                <a:lnTo>
                  <a:pt x="1116495" y="948347"/>
                </a:lnTo>
                <a:lnTo>
                  <a:pt x="1192695" y="948347"/>
                </a:lnTo>
                <a:lnTo>
                  <a:pt x="1192695" y="967397"/>
                </a:lnTo>
                <a:close/>
              </a:path>
              <a:path w="2058034" h="967739">
                <a:moveTo>
                  <a:pt x="1059345" y="967397"/>
                </a:moveTo>
                <a:lnTo>
                  <a:pt x="983145" y="967397"/>
                </a:lnTo>
                <a:lnTo>
                  <a:pt x="983145" y="948347"/>
                </a:lnTo>
                <a:lnTo>
                  <a:pt x="1059345" y="948347"/>
                </a:lnTo>
                <a:lnTo>
                  <a:pt x="1059345" y="967397"/>
                </a:lnTo>
                <a:close/>
              </a:path>
              <a:path w="2058034" h="967739">
                <a:moveTo>
                  <a:pt x="925995" y="967397"/>
                </a:moveTo>
                <a:lnTo>
                  <a:pt x="849795" y="967397"/>
                </a:lnTo>
                <a:lnTo>
                  <a:pt x="849795" y="948347"/>
                </a:lnTo>
                <a:lnTo>
                  <a:pt x="925995" y="948347"/>
                </a:lnTo>
                <a:lnTo>
                  <a:pt x="925995" y="967397"/>
                </a:lnTo>
                <a:close/>
              </a:path>
              <a:path w="2058034" h="967739">
                <a:moveTo>
                  <a:pt x="792645" y="967397"/>
                </a:moveTo>
                <a:lnTo>
                  <a:pt x="716445" y="967397"/>
                </a:lnTo>
                <a:lnTo>
                  <a:pt x="716445" y="948347"/>
                </a:lnTo>
                <a:lnTo>
                  <a:pt x="792645" y="948347"/>
                </a:lnTo>
                <a:lnTo>
                  <a:pt x="792645" y="967397"/>
                </a:lnTo>
                <a:close/>
              </a:path>
              <a:path w="2058034" h="967739">
                <a:moveTo>
                  <a:pt x="659295" y="967397"/>
                </a:moveTo>
                <a:lnTo>
                  <a:pt x="583095" y="967397"/>
                </a:lnTo>
                <a:lnTo>
                  <a:pt x="583095" y="948347"/>
                </a:lnTo>
                <a:lnTo>
                  <a:pt x="659295" y="948347"/>
                </a:lnTo>
                <a:lnTo>
                  <a:pt x="659295" y="967397"/>
                </a:lnTo>
                <a:close/>
              </a:path>
              <a:path w="2058034" h="967739">
                <a:moveTo>
                  <a:pt x="525945" y="967397"/>
                </a:moveTo>
                <a:lnTo>
                  <a:pt x="449745" y="967397"/>
                </a:lnTo>
                <a:lnTo>
                  <a:pt x="449745" y="948347"/>
                </a:lnTo>
                <a:lnTo>
                  <a:pt x="525945" y="948347"/>
                </a:lnTo>
                <a:lnTo>
                  <a:pt x="525945" y="967397"/>
                </a:lnTo>
                <a:close/>
              </a:path>
              <a:path w="2058034" h="967739">
                <a:moveTo>
                  <a:pt x="392595" y="967397"/>
                </a:moveTo>
                <a:lnTo>
                  <a:pt x="316395" y="967397"/>
                </a:lnTo>
                <a:lnTo>
                  <a:pt x="316395" y="948347"/>
                </a:lnTo>
                <a:lnTo>
                  <a:pt x="392595" y="948347"/>
                </a:lnTo>
                <a:lnTo>
                  <a:pt x="392595" y="967397"/>
                </a:lnTo>
                <a:close/>
              </a:path>
              <a:path w="2058034" h="967739">
                <a:moveTo>
                  <a:pt x="259245" y="967397"/>
                </a:moveTo>
                <a:lnTo>
                  <a:pt x="183045" y="967397"/>
                </a:lnTo>
                <a:lnTo>
                  <a:pt x="183045" y="948347"/>
                </a:lnTo>
                <a:lnTo>
                  <a:pt x="259245" y="948347"/>
                </a:lnTo>
                <a:lnTo>
                  <a:pt x="259245" y="967397"/>
                </a:lnTo>
                <a:close/>
              </a:path>
              <a:path w="2058034" h="967739">
                <a:moveTo>
                  <a:pt x="125895" y="967397"/>
                </a:moveTo>
                <a:lnTo>
                  <a:pt x="49695" y="967397"/>
                </a:lnTo>
                <a:lnTo>
                  <a:pt x="49695" y="948347"/>
                </a:lnTo>
                <a:lnTo>
                  <a:pt x="125895" y="948347"/>
                </a:lnTo>
                <a:lnTo>
                  <a:pt x="125895" y="96739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5" name="object 105"/>
          <p:cNvGrpSpPr/>
          <p:nvPr/>
        </p:nvGrpSpPr>
        <p:grpSpPr>
          <a:xfrm>
            <a:off x="6233731" y="1105077"/>
            <a:ext cx="2536825" cy="588010"/>
            <a:chOff x="6233731" y="1105077"/>
            <a:chExt cx="2536825" cy="588010"/>
          </a:xfrm>
        </p:grpSpPr>
        <p:sp>
          <p:nvSpPr>
            <p:cNvPr id="106" name="object 106"/>
            <p:cNvSpPr/>
            <p:nvPr/>
          </p:nvSpPr>
          <p:spPr>
            <a:xfrm>
              <a:off x="6240780" y="1110995"/>
              <a:ext cx="2524125" cy="576580"/>
            </a:xfrm>
            <a:custGeom>
              <a:avLst/>
              <a:gdLst/>
              <a:ahLst/>
              <a:cxnLst/>
              <a:rect l="l" t="t" r="r" b="b"/>
              <a:pathLst>
                <a:path w="2524125" h="576580">
                  <a:moveTo>
                    <a:pt x="2523744" y="576071"/>
                  </a:moveTo>
                  <a:lnTo>
                    <a:pt x="0" y="576071"/>
                  </a:lnTo>
                  <a:lnTo>
                    <a:pt x="0" y="0"/>
                  </a:lnTo>
                  <a:lnTo>
                    <a:pt x="2523744" y="0"/>
                  </a:lnTo>
                  <a:lnTo>
                    <a:pt x="2523744" y="576071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233731" y="1105077"/>
              <a:ext cx="2536825" cy="588010"/>
            </a:xfrm>
            <a:custGeom>
              <a:avLst/>
              <a:gdLst/>
              <a:ahLst/>
              <a:cxnLst/>
              <a:rect l="l" t="t" r="r" b="b"/>
              <a:pathLst>
                <a:path w="2536825" h="588010">
                  <a:moveTo>
                    <a:pt x="2536825" y="588009"/>
                  </a:moveTo>
                  <a:lnTo>
                    <a:pt x="0" y="588009"/>
                  </a:lnTo>
                  <a:lnTo>
                    <a:pt x="0" y="0"/>
                  </a:lnTo>
                  <a:lnTo>
                    <a:pt x="2536825" y="0"/>
                  </a:lnTo>
                  <a:lnTo>
                    <a:pt x="2536825" y="6349"/>
                  </a:lnTo>
                  <a:lnTo>
                    <a:pt x="12700" y="6349"/>
                  </a:lnTo>
                  <a:lnTo>
                    <a:pt x="6350" y="12699"/>
                  </a:lnTo>
                  <a:lnTo>
                    <a:pt x="12700" y="12699"/>
                  </a:lnTo>
                  <a:lnTo>
                    <a:pt x="12700" y="575309"/>
                  </a:lnTo>
                  <a:lnTo>
                    <a:pt x="6350" y="575309"/>
                  </a:lnTo>
                  <a:lnTo>
                    <a:pt x="12700" y="581659"/>
                  </a:lnTo>
                  <a:lnTo>
                    <a:pt x="2536825" y="581659"/>
                  </a:lnTo>
                  <a:lnTo>
                    <a:pt x="2536825" y="588009"/>
                  </a:lnTo>
                  <a:close/>
                </a:path>
                <a:path w="2536825" h="588010">
                  <a:moveTo>
                    <a:pt x="12700" y="12699"/>
                  </a:moveTo>
                  <a:lnTo>
                    <a:pt x="6350" y="12699"/>
                  </a:lnTo>
                  <a:lnTo>
                    <a:pt x="12700" y="6349"/>
                  </a:lnTo>
                  <a:lnTo>
                    <a:pt x="12700" y="12699"/>
                  </a:lnTo>
                  <a:close/>
                </a:path>
                <a:path w="2536825" h="588010">
                  <a:moveTo>
                    <a:pt x="2524125" y="12699"/>
                  </a:moveTo>
                  <a:lnTo>
                    <a:pt x="12700" y="12699"/>
                  </a:lnTo>
                  <a:lnTo>
                    <a:pt x="12700" y="6349"/>
                  </a:lnTo>
                  <a:lnTo>
                    <a:pt x="2524125" y="6349"/>
                  </a:lnTo>
                  <a:lnTo>
                    <a:pt x="2524125" y="12699"/>
                  </a:lnTo>
                  <a:close/>
                </a:path>
                <a:path w="2536825" h="588010">
                  <a:moveTo>
                    <a:pt x="2524125" y="581659"/>
                  </a:moveTo>
                  <a:lnTo>
                    <a:pt x="2524125" y="6349"/>
                  </a:lnTo>
                  <a:lnTo>
                    <a:pt x="2530475" y="12699"/>
                  </a:lnTo>
                  <a:lnTo>
                    <a:pt x="2536825" y="12699"/>
                  </a:lnTo>
                  <a:lnTo>
                    <a:pt x="2536825" y="575309"/>
                  </a:lnTo>
                  <a:lnTo>
                    <a:pt x="2530475" y="575309"/>
                  </a:lnTo>
                  <a:lnTo>
                    <a:pt x="2524125" y="581659"/>
                  </a:lnTo>
                  <a:close/>
                </a:path>
                <a:path w="2536825" h="588010">
                  <a:moveTo>
                    <a:pt x="2536825" y="12699"/>
                  </a:moveTo>
                  <a:lnTo>
                    <a:pt x="2530475" y="12699"/>
                  </a:lnTo>
                  <a:lnTo>
                    <a:pt x="2524125" y="6349"/>
                  </a:lnTo>
                  <a:lnTo>
                    <a:pt x="2536825" y="6349"/>
                  </a:lnTo>
                  <a:lnTo>
                    <a:pt x="2536825" y="12699"/>
                  </a:lnTo>
                  <a:close/>
                </a:path>
                <a:path w="2536825" h="588010">
                  <a:moveTo>
                    <a:pt x="12700" y="581659"/>
                  </a:moveTo>
                  <a:lnTo>
                    <a:pt x="6350" y="575309"/>
                  </a:lnTo>
                  <a:lnTo>
                    <a:pt x="12700" y="575309"/>
                  </a:lnTo>
                  <a:lnTo>
                    <a:pt x="12700" y="581659"/>
                  </a:lnTo>
                  <a:close/>
                </a:path>
                <a:path w="2536825" h="588010">
                  <a:moveTo>
                    <a:pt x="2524125" y="581659"/>
                  </a:moveTo>
                  <a:lnTo>
                    <a:pt x="12700" y="581659"/>
                  </a:lnTo>
                  <a:lnTo>
                    <a:pt x="12700" y="575309"/>
                  </a:lnTo>
                  <a:lnTo>
                    <a:pt x="2524125" y="575309"/>
                  </a:lnTo>
                  <a:lnTo>
                    <a:pt x="2524125" y="581659"/>
                  </a:lnTo>
                  <a:close/>
                </a:path>
                <a:path w="2536825" h="588010">
                  <a:moveTo>
                    <a:pt x="2536825" y="581659"/>
                  </a:moveTo>
                  <a:lnTo>
                    <a:pt x="2524125" y="581659"/>
                  </a:lnTo>
                  <a:lnTo>
                    <a:pt x="2530475" y="575309"/>
                  </a:lnTo>
                  <a:lnTo>
                    <a:pt x="2536825" y="575309"/>
                  </a:lnTo>
                  <a:lnTo>
                    <a:pt x="2536825" y="581659"/>
                  </a:lnTo>
                  <a:close/>
                </a:path>
              </a:pathLst>
            </a:custGeom>
            <a:solidFill>
              <a:srgbClr val="ADB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7057961" y="1185087"/>
            <a:ext cx="888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Pattern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1" name="Slide Number Placeholder 110">
            <a:extLst>
              <a:ext uri="{FF2B5EF4-FFF2-40B4-BE49-F238E27FC236}">
                <a16:creationId xmlns:a16="http://schemas.microsoft.com/office/drawing/2014/main" id="{8675EDFD-62C2-41AE-BF16-62A597EE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5"/>
              </a:spcBef>
            </a:pPr>
            <a:r>
              <a:rPr dirty="0"/>
              <a:t>Comparison</a:t>
            </a:r>
            <a:r>
              <a:rPr spc="-3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RAG</a:t>
            </a:r>
            <a:r>
              <a:rPr spc="-25" dirty="0"/>
              <a:t> </a:t>
            </a:r>
            <a:r>
              <a:rPr spc="-10" dirty="0"/>
              <a:t>Paradigms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757" y="1078698"/>
            <a:ext cx="8952485" cy="542632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FDEA4-D655-4D22-BB63-182B066B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526280" algn="l"/>
              </a:tabLst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three</a:t>
            </a:r>
            <a:r>
              <a:rPr spc="-25" dirty="0"/>
              <a:t> </a:t>
            </a:r>
            <a:r>
              <a:rPr dirty="0"/>
              <a:t>key</a:t>
            </a:r>
            <a:r>
              <a:rPr spc="-25" dirty="0"/>
              <a:t> </a:t>
            </a:r>
            <a:r>
              <a:rPr dirty="0"/>
              <a:t>questions</a:t>
            </a:r>
            <a:r>
              <a:rPr spc="-25" dirty="0"/>
              <a:t> of</a:t>
            </a:r>
            <a:r>
              <a:rPr dirty="0"/>
              <a:t>	</a:t>
            </a:r>
            <a:r>
              <a:rPr spc="-25" dirty="0"/>
              <a:t>RAG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2944" y="1186814"/>
            <a:ext cx="2848610" cy="875030"/>
            <a:chOff x="702944" y="1186814"/>
            <a:chExt cx="2848610" cy="875030"/>
          </a:xfrm>
        </p:grpSpPr>
        <p:sp>
          <p:nvSpPr>
            <p:cNvPr id="4" name="object 4"/>
            <p:cNvSpPr/>
            <p:nvPr/>
          </p:nvSpPr>
          <p:spPr>
            <a:xfrm>
              <a:off x="708659" y="1193291"/>
              <a:ext cx="2836545" cy="862965"/>
            </a:xfrm>
            <a:custGeom>
              <a:avLst/>
              <a:gdLst/>
              <a:ahLst/>
              <a:cxnLst/>
              <a:rect l="l" t="t" r="r" b="b"/>
              <a:pathLst>
                <a:path w="2836545" h="862964">
                  <a:moveTo>
                    <a:pt x="2692907" y="862584"/>
                  </a:moveTo>
                  <a:lnTo>
                    <a:pt x="144780" y="862584"/>
                  </a:lnTo>
                  <a:lnTo>
                    <a:pt x="99157" y="855378"/>
                  </a:lnTo>
                  <a:lnTo>
                    <a:pt x="59545" y="835054"/>
                  </a:lnTo>
                  <a:lnTo>
                    <a:pt x="28267" y="804007"/>
                  </a:lnTo>
                  <a:lnTo>
                    <a:pt x="7644" y="764633"/>
                  </a:lnTo>
                  <a:lnTo>
                    <a:pt x="0" y="719328"/>
                  </a:lnTo>
                  <a:lnTo>
                    <a:pt x="0" y="143256"/>
                  </a:lnTo>
                  <a:lnTo>
                    <a:pt x="7644" y="98011"/>
                  </a:lnTo>
                  <a:lnTo>
                    <a:pt x="28267" y="58667"/>
                  </a:lnTo>
                  <a:lnTo>
                    <a:pt x="59545" y="27620"/>
                  </a:lnTo>
                  <a:lnTo>
                    <a:pt x="99157" y="7266"/>
                  </a:lnTo>
                  <a:lnTo>
                    <a:pt x="144780" y="0"/>
                  </a:lnTo>
                  <a:lnTo>
                    <a:pt x="2692907" y="0"/>
                  </a:lnTo>
                  <a:lnTo>
                    <a:pt x="2738269" y="7266"/>
                  </a:lnTo>
                  <a:lnTo>
                    <a:pt x="2777673" y="27620"/>
                  </a:lnTo>
                  <a:lnTo>
                    <a:pt x="2808722" y="58667"/>
                  </a:lnTo>
                  <a:lnTo>
                    <a:pt x="2829018" y="98011"/>
                  </a:lnTo>
                  <a:lnTo>
                    <a:pt x="2836164" y="143256"/>
                  </a:lnTo>
                  <a:lnTo>
                    <a:pt x="2836164" y="719328"/>
                  </a:lnTo>
                  <a:lnTo>
                    <a:pt x="2829018" y="764633"/>
                  </a:lnTo>
                  <a:lnTo>
                    <a:pt x="2808722" y="804007"/>
                  </a:lnTo>
                  <a:lnTo>
                    <a:pt x="2777673" y="835054"/>
                  </a:lnTo>
                  <a:lnTo>
                    <a:pt x="2738269" y="855378"/>
                  </a:lnTo>
                  <a:lnTo>
                    <a:pt x="2692907" y="862584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944" y="1186814"/>
              <a:ext cx="2848610" cy="875030"/>
            </a:xfrm>
            <a:custGeom>
              <a:avLst/>
              <a:gdLst/>
              <a:ahLst/>
              <a:cxnLst/>
              <a:rect l="l" t="t" r="r" b="b"/>
              <a:pathLst>
                <a:path w="2848610" h="875030">
                  <a:moveTo>
                    <a:pt x="2721292" y="873760"/>
                  </a:moveTo>
                  <a:lnTo>
                    <a:pt x="127317" y="873760"/>
                  </a:lnTo>
                  <a:lnTo>
                    <a:pt x="119926" y="872490"/>
                  </a:lnTo>
                  <a:lnTo>
                    <a:pt x="112648" y="869950"/>
                  </a:lnTo>
                  <a:lnTo>
                    <a:pt x="105524" y="868680"/>
                  </a:lnTo>
                  <a:lnTo>
                    <a:pt x="91719" y="863600"/>
                  </a:lnTo>
                  <a:lnTo>
                    <a:pt x="85064" y="859790"/>
                  </a:lnTo>
                  <a:lnTo>
                    <a:pt x="78587" y="857250"/>
                  </a:lnTo>
                  <a:lnTo>
                    <a:pt x="43980" y="830580"/>
                  </a:lnTo>
                  <a:lnTo>
                    <a:pt x="18122" y="796290"/>
                  </a:lnTo>
                  <a:lnTo>
                    <a:pt x="9118" y="775970"/>
                  </a:lnTo>
                  <a:lnTo>
                    <a:pt x="6756" y="769620"/>
                  </a:lnTo>
                  <a:lnTo>
                    <a:pt x="0" y="725170"/>
                  </a:lnTo>
                  <a:lnTo>
                    <a:pt x="0" y="149860"/>
                  </a:lnTo>
                  <a:lnTo>
                    <a:pt x="4724" y="111760"/>
                  </a:lnTo>
                  <a:lnTo>
                    <a:pt x="6756" y="105410"/>
                  </a:lnTo>
                  <a:lnTo>
                    <a:pt x="9118" y="97790"/>
                  </a:lnTo>
                  <a:lnTo>
                    <a:pt x="11798" y="91440"/>
                  </a:lnTo>
                  <a:lnTo>
                    <a:pt x="14808" y="83820"/>
                  </a:lnTo>
                  <a:lnTo>
                    <a:pt x="18122" y="77470"/>
                  </a:lnTo>
                  <a:lnTo>
                    <a:pt x="21742" y="71120"/>
                  </a:lnTo>
                  <a:lnTo>
                    <a:pt x="25653" y="66040"/>
                  </a:lnTo>
                  <a:lnTo>
                    <a:pt x="29832" y="59690"/>
                  </a:lnTo>
                  <a:lnTo>
                    <a:pt x="34289" y="54610"/>
                  </a:lnTo>
                  <a:lnTo>
                    <a:pt x="39014" y="48260"/>
                  </a:lnTo>
                  <a:lnTo>
                    <a:pt x="43980" y="43180"/>
                  </a:lnTo>
                  <a:lnTo>
                    <a:pt x="49199" y="38100"/>
                  </a:lnTo>
                  <a:lnTo>
                    <a:pt x="54648" y="34290"/>
                  </a:lnTo>
                  <a:lnTo>
                    <a:pt x="60325" y="29210"/>
                  </a:lnTo>
                  <a:lnTo>
                    <a:pt x="98539" y="8890"/>
                  </a:lnTo>
                  <a:lnTo>
                    <a:pt x="134835" y="0"/>
                  </a:lnTo>
                  <a:lnTo>
                    <a:pt x="2713774" y="0"/>
                  </a:lnTo>
                  <a:lnTo>
                    <a:pt x="2735960" y="3810"/>
                  </a:lnTo>
                  <a:lnTo>
                    <a:pt x="2750070" y="8890"/>
                  </a:lnTo>
                  <a:lnTo>
                    <a:pt x="2760218" y="12700"/>
                  </a:lnTo>
                  <a:lnTo>
                    <a:pt x="136270" y="12700"/>
                  </a:lnTo>
                  <a:lnTo>
                    <a:pt x="129082" y="13970"/>
                  </a:lnTo>
                  <a:lnTo>
                    <a:pt x="129387" y="13970"/>
                  </a:lnTo>
                  <a:lnTo>
                    <a:pt x="122313" y="15240"/>
                  </a:lnTo>
                  <a:lnTo>
                    <a:pt x="122618" y="15240"/>
                  </a:lnTo>
                  <a:lnTo>
                    <a:pt x="115658" y="16510"/>
                  </a:lnTo>
                  <a:lnTo>
                    <a:pt x="115963" y="16510"/>
                  </a:lnTo>
                  <a:lnTo>
                    <a:pt x="109143" y="17780"/>
                  </a:lnTo>
                  <a:lnTo>
                    <a:pt x="109448" y="17780"/>
                  </a:lnTo>
                  <a:lnTo>
                    <a:pt x="102755" y="20320"/>
                  </a:lnTo>
                  <a:lnTo>
                    <a:pt x="103060" y="20320"/>
                  </a:lnTo>
                  <a:lnTo>
                    <a:pt x="96520" y="22860"/>
                  </a:lnTo>
                  <a:lnTo>
                    <a:pt x="96812" y="22860"/>
                  </a:lnTo>
                  <a:lnTo>
                    <a:pt x="90436" y="25400"/>
                  </a:lnTo>
                  <a:lnTo>
                    <a:pt x="90716" y="25400"/>
                  </a:lnTo>
                  <a:lnTo>
                    <a:pt x="86584" y="27940"/>
                  </a:lnTo>
                  <a:lnTo>
                    <a:pt x="84785" y="27940"/>
                  </a:lnTo>
                  <a:lnTo>
                    <a:pt x="78765" y="31750"/>
                  </a:lnTo>
                  <a:lnTo>
                    <a:pt x="79032" y="31750"/>
                  </a:lnTo>
                  <a:lnTo>
                    <a:pt x="73190" y="35560"/>
                  </a:lnTo>
                  <a:lnTo>
                    <a:pt x="73444" y="35560"/>
                  </a:lnTo>
                  <a:lnTo>
                    <a:pt x="67805" y="39370"/>
                  </a:lnTo>
                  <a:lnTo>
                    <a:pt x="68046" y="39370"/>
                  </a:lnTo>
                  <a:lnTo>
                    <a:pt x="62611" y="43180"/>
                  </a:lnTo>
                  <a:lnTo>
                    <a:pt x="62852" y="43180"/>
                  </a:lnTo>
                  <a:lnTo>
                    <a:pt x="57632" y="48260"/>
                  </a:lnTo>
                  <a:lnTo>
                    <a:pt x="57848" y="48260"/>
                  </a:lnTo>
                  <a:lnTo>
                    <a:pt x="52857" y="52070"/>
                  </a:lnTo>
                  <a:lnTo>
                    <a:pt x="53073" y="52070"/>
                  </a:lnTo>
                  <a:lnTo>
                    <a:pt x="48310" y="57150"/>
                  </a:lnTo>
                  <a:lnTo>
                    <a:pt x="48514" y="57150"/>
                  </a:lnTo>
                  <a:lnTo>
                    <a:pt x="43992" y="62230"/>
                  </a:lnTo>
                  <a:lnTo>
                    <a:pt x="44183" y="62230"/>
                  </a:lnTo>
                  <a:lnTo>
                    <a:pt x="39916" y="67310"/>
                  </a:lnTo>
                  <a:lnTo>
                    <a:pt x="40093" y="67310"/>
                  </a:lnTo>
                  <a:lnTo>
                    <a:pt x="36093" y="72390"/>
                  </a:lnTo>
                  <a:lnTo>
                    <a:pt x="36258" y="72390"/>
                  </a:lnTo>
                  <a:lnTo>
                    <a:pt x="32524" y="78740"/>
                  </a:lnTo>
                  <a:lnTo>
                    <a:pt x="32677" y="78740"/>
                  </a:lnTo>
                  <a:lnTo>
                    <a:pt x="29209" y="83820"/>
                  </a:lnTo>
                  <a:lnTo>
                    <a:pt x="29362" y="83820"/>
                  </a:lnTo>
                  <a:lnTo>
                    <a:pt x="26187" y="90170"/>
                  </a:lnTo>
                  <a:lnTo>
                    <a:pt x="24018" y="95250"/>
                  </a:lnTo>
                  <a:lnTo>
                    <a:pt x="23558" y="95250"/>
                  </a:lnTo>
                  <a:lnTo>
                    <a:pt x="21410" y="101600"/>
                  </a:lnTo>
                  <a:lnTo>
                    <a:pt x="21094" y="101600"/>
                  </a:lnTo>
                  <a:lnTo>
                    <a:pt x="19210" y="107950"/>
                  </a:lnTo>
                  <a:lnTo>
                    <a:pt x="18923" y="107950"/>
                  </a:lnTo>
                  <a:lnTo>
                    <a:pt x="16992" y="115570"/>
                  </a:lnTo>
                  <a:lnTo>
                    <a:pt x="15455" y="121920"/>
                  </a:lnTo>
                  <a:lnTo>
                    <a:pt x="14262" y="128270"/>
                  </a:lnTo>
                  <a:lnTo>
                    <a:pt x="13385" y="135890"/>
                  </a:lnTo>
                  <a:lnTo>
                    <a:pt x="12865" y="142240"/>
                  </a:lnTo>
                  <a:lnTo>
                    <a:pt x="12700" y="149860"/>
                  </a:lnTo>
                  <a:lnTo>
                    <a:pt x="12700" y="725170"/>
                  </a:lnTo>
                  <a:lnTo>
                    <a:pt x="12890" y="731520"/>
                  </a:lnTo>
                  <a:lnTo>
                    <a:pt x="13423" y="739140"/>
                  </a:lnTo>
                  <a:lnTo>
                    <a:pt x="14312" y="745490"/>
                  </a:lnTo>
                  <a:lnTo>
                    <a:pt x="15519" y="753110"/>
                  </a:lnTo>
                  <a:lnTo>
                    <a:pt x="15724" y="753110"/>
                  </a:lnTo>
                  <a:lnTo>
                    <a:pt x="17068" y="759460"/>
                  </a:lnTo>
                  <a:lnTo>
                    <a:pt x="18923" y="765810"/>
                  </a:lnTo>
                  <a:lnTo>
                    <a:pt x="21094" y="772160"/>
                  </a:lnTo>
                  <a:lnTo>
                    <a:pt x="23558" y="778510"/>
                  </a:lnTo>
                  <a:lnTo>
                    <a:pt x="26314" y="784860"/>
                  </a:lnTo>
                  <a:lnTo>
                    <a:pt x="29362" y="789940"/>
                  </a:lnTo>
                  <a:lnTo>
                    <a:pt x="29209" y="789940"/>
                  </a:lnTo>
                  <a:lnTo>
                    <a:pt x="32677" y="796290"/>
                  </a:lnTo>
                  <a:lnTo>
                    <a:pt x="32524" y="796290"/>
                  </a:lnTo>
                  <a:lnTo>
                    <a:pt x="36258" y="801370"/>
                  </a:lnTo>
                  <a:lnTo>
                    <a:pt x="36093" y="801370"/>
                  </a:lnTo>
                  <a:lnTo>
                    <a:pt x="40093" y="807720"/>
                  </a:lnTo>
                  <a:lnTo>
                    <a:pt x="40769" y="807720"/>
                  </a:lnTo>
                  <a:lnTo>
                    <a:pt x="44183" y="812800"/>
                  </a:lnTo>
                  <a:lnTo>
                    <a:pt x="43992" y="812800"/>
                  </a:lnTo>
                  <a:lnTo>
                    <a:pt x="48514" y="817880"/>
                  </a:lnTo>
                  <a:lnTo>
                    <a:pt x="49501" y="817880"/>
                  </a:lnTo>
                  <a:lnTo>
                    <a:pt x="53073" y="821690"/>
                  </a:lnTo>
                  <a:lnTo>
                    <a:pt x="52857" y="821690"/>
                  </a:lnTo>
                  <a:lnTo>
                    <a:pt x="57848" y="826770"/>
                  </a:lnTo>
                  <a:lnTo>
                    <a:pt x="57632" y="826770"/>
                  </a:lnTo>
                  <a:lnTo>
                    <a:pt x="62852" y="830580"/>
                  </a:lnTo>
                  <a:lnTo>
                    <a:pt x="62611" y="830580"/>
                  </a:lnTo>
                  <a:lnTo>
                    <a:pt x="68046" y="835660"/>
                  </a:lnTo>
                  <a:lnTo>
                    <a:pt x="69214" y="835660"/>
                  </a:lnTo>
                  <a:lnTo>
                    <a:pt x="73444" y="839470"/>
                  </a:lnTo>
                  <a:lnTo>
                    <a:pt x="75137" y="839470"/>
                  </a:lnTo>
                  <a:lnTo>
                    <a:pt x="79032" y="842010"/>
                  </a:lnTo>
                  <a:lnTo>
                    <a:pt x="78765" y="842010"/>
                  </a:lnTo>
                  <a:lnTo>
                    <a:pt x="84785" y="845820"/>
                  </a:lnTo>
                  <a:lnTo>
                    <a:pt x="84518" y="845820"/>
                  </a:lnTo>
                  <a:lnTo>
                    <a:pt x="90716" y="848360"/>
                  </a:lnTo>
                  <a:lnTo>
                    <a:pt x="90436" y="848360"/>
                  </a:lnTo>
                  <a:lnTo>
                    <a:pt x="96812" y="852170"/>
                  </a:lnTo>
                  <a:lnTo>
                    <a:pt x="99790" y="852170"/>
                  </a:lnTo>
                  <a:lnTo>
                    <a:pt x="103060" y="853440"/>
                  </a:lnTo>
                  <a:lnTo>
                    <a:pt x="102755" y="853440"/>
                  </a:lnTo>
                  <a:lnTo>
                    <a:pt x="109448" y="855980"/>
                  </a:lnTo>
                  <a:lnTo>
                    <a:pt x="109143" y="855980"/>
                  </a:lnTo>
                  <a:lnTo>
                    <a:pt x="115963" y="858520"/>
                  </a:lnTo>
                  <a:lnTo>
                    <a:pt x="115658" y="858520"/>
                  </a:lnTo>
                  <a:lnTo>
                    <a:pt x="122618" y="859790"/>
                  </a:lnTo>
                  <a:lnTo>
                    <a:pt x="122313" y="859790"/>
                  </a:lnTo>
                  <a:lnTo>
                    <a:pt x="129387" y="861060"/>
                  </a:lnTo>
                  <a:lnTo>
                    <a:pt x="135953" y="861060"/>
                  </a:lnTo>
                  <a:lnTo>
                    <a:pt x="143255" y="862330"/>
                  </a:lnTo>
                  <a:lnTo>
                    <a:pt x="2759108" y="862330"/>
                  </a:lnTo>
                  <a:lnTo>
                    <a:pt x="2756890" y="863600"/>
                  </a:lnTo>
                  <a:lnTo>
                    <a:pt x="2743085" y="868680"/>
                  </a:lnTo>
                  <a:lnTo>
                    <a:pt x="2735960" y="869950"/>
                  </a:lnTo>
                  <a:lnTo>
                    <a:pt x="2728683" y="872490"/>
                  </a:lnTo>
                  <a:lnTo>
                    <a:pt x="2721292" y="873760"/>
                  </a:lnTo>
                  <a:close/>
                </a:path>
                <a:path w="2848610" h="875030">
                  <a:moveTo>
                    <a:pt x="2764091" y="29210"/>
                  </a:moveTo>
                  <a:lnTo>
                    <a:pt x="2757893" y="25400"/>
                  </a:lnTo>
                  <a:lnTo>
                    <a:pt x="2758173" y="25400"/>
                  </a:lnTo>
                  <a:lnTo>
                    <a:pt x="2751797" y="22860"/>
                  </a:lnTo>
                  <a:lnTo>
                    <a:pt x="2752090" y="22860"/>
                  </a:lnTo>
                  <a:lnTo>
                    <a:pt x="2745549" y="20320"/>
                  </a:lnTo>
                  <a:lnTo>
                    <a:pt x="2745854" y="20320"/>
                  </a:lnTo>
                  <a:lnTo>
                    <a:pt x="2739161" y="17780"/>
                  </a:lnTo>
                  <a:lnTo>
                    <a:pt x="2739466" y="17780"/>
                  </a:lnTo>
                  <a:lnTo>
                    <a:pt x="2732646" y="16510"/>
                  </a:lnTo>
                  <a:lnTo>
                    <a:pt x="2732951" y="16510"/>
                  </a:lnTo>
                  <a:lnTo>
                    <a:pt x="2725991" y="15240"/>
                  </a:lnTo>
                  <a:lnTo>
                    <a:pt x="2726296" y="15240"/>
                  </a:lnTo>
                  <a:lnTo>
                    <a:pt x="2719222" y="13970"/>
                  </a:lnTo>
                  <a:lnTo>
                    <a:pt x="2719527" y="13970"/>
                  </a:lnTo>
                  <a:lnTo>
                    <a:pt x="2712339" y="12700"/>
                  </a:lnTo>
                  <a:lnTo>
                    <a:pt x="2760218" y="12700"/>
                  </a:lnTo>
                  <a:lnTo>
                    <a:pt x="2763545" y="13970"/>
                  </a:lnTo>
                  <a:lnTo>
                    <a:pt x="2770022" y="17780"/>
                  </a:lnTo>
                  <a:lnTo>
                    <a:pt x="2776308" y="21590"/>
                  </a:lnTo>
                  <a:lnTo>
                    <a:pt x="2782404" y="25400"/>
                  </a:lnTo>
                  <a:lnTo>
                    <a:pt x="2786324" y="27940"/>
                  </a:lnTo>
                  <a:lnTo>
                    <a:pt x="2763824" y="27940"/>
                  </a:lnTo>
                  <a:lnTo>
                    <a:pt x="2764091" y="29210"/>
                  </a:lnTo>
                  <a:close/>
                </a:path>
                <a:path w="2848610" h="875030">
                  <a:moveTo>
                    <a:pt x="84518" y="29210"/>
                  </a:moveTo>
                  <a:lnTo>
                    <a:pt x="84785" y="27940"/>
                  </a:lnTo>
                  <a:lnTo>
                    <a:pt x="86584" y="27940"/>
                  </a:lnTo>
                  <a:lnTo>
                    <a:pt x="84518" y="29210"/>
                  </a:lnTo>
                  <a:close/>
                </a:path>
                <a:path w="2848610" h="875030">
                  <a:moveTo>
                    <a:pt x="2825165" y="96520"/>
                  </a:moveTo>
                  <a:lnTo>
                    <a:pt x="2822295" y="90170"/>
                  </a:lnTo>
                  <a:lnTo>
                    <a:pt x="2822422" y="90170"/>
                  </a:lnTo>
                  <a:lnTo>
                    <a:pt x="2819247" y="83820"/>
                  </a:lnTo>
                  <a:lnTo>
                    <a:pt x="2819400" y="83820"/>
                  </a:lnTo>
                  <a:lnTo>
                    <a:pt x="2815932" y="78740"/>
                  </a:lnTo>
                  <a:lnTo>
                    <a:pt x="2816085" y="78740"/>
                  </a:lnTo>
                  <a:lnTo>
                    <a:pt x="2812351" y="72390"/>
                  </a:lnTo>
                  <a:lnTo>
                    <a:pt x="2812516" y="72390"/>
                  </a:lnTo>
                  <a:lnTo>
                    <a:pt x="2808516" y="67310"/>
                  </a:lnTo>
                  <a:lnTo>
                    <a:pt x="2808693" y="67310"/>
                  </a:lnTo>
                  <a:lnTo>
                    <a:pt x="2804426" y="62230"/>
                  </a:lnTo>
                  <a:lnTo>
                    <a:pt x="2804617" y="62230"/>
                  </a:lnTo>
                  <a:lnTo>
                    <a:pt x="2800096" y="57150"/>
                  </a:lnTo>
                  <a:lnTo>
                    <a:pt x="2800299" y="57150"/>
                  </a:lnTo>
                  <a:lnTo>
                    <a:pt x="2795536" y="52070"/>
                  </a:lnTo>
                  <a:lnTo>
                    <a:pt x="2795752" y="52070"/>
                  </a:lnTo>
                  <a:lnTo>
                    <a:pt x="2790761" y="48260"/>
                  </a:lnTo>
                  <a:lnTo>
                    <a:pt x="2790977" y="48260"/>
                  </a:lnTo>
                  <a:lnTo>
                    <a:pt x="2785757" y="43180"/>
                  </a:lnTo>
                  <a:lnTo>
                    <a:pt x="2785999" y="43180"/>
                  </a:lnTo>
                  <a:lnTo>
                    <a:pt x="2780563" y="39370"/>
                  </a:lnTo>
                  <a:lnTo>
                    <a:pt x="2780804" y="39370"/>
                  </a:lnTo>
                  <a:lnTo>
                    <a:pt x="2775165" y="35560"/>
                  </a:lnTo>
                  <a:lnTo>
                    <a:pt x="2775419" y="35560"/>
                  </a:lnTo>
                  <a:lnTo>
                    <a:pt x="2769577" y="31750"/>
                  </a:lnTo>
                  <a:lnTo>
                    <a:pt x="2769844" y="31750"/>
                  </a:lnTo>
                  <a:lnTo>
                    <a:pt x="2763824" y="27940"/>
                  </a:lnTo>
                  <a:lnTo>
                    <a:pt x="2786324" y="27940"/>
                  </a:lnTo>
                  <a:lnTo>
                    <a:pt x="2788285" y="29210"/>
                  </a:lnTo>
                  <a:lnTo>
                    <a:pt x="2793961" y="34290"/>
                  </a:lnTo>
                  <a:lnTo>
                    <a:pt x="2799410" y="38100"/>
                  </a:lnTo>
                  <a:lnTo>
                    <a:pt x="2804629" y="43180"/>
                  </a:lnTo>
                  <a:lnTo>
                    <a:pt x="2809595" y="48260"/>
                  </a:lnTo>
                  <a:lnTo>
                    <a:pt x="2814320" y="54610"/>
                  </a:lnTo>
                  <a:lnTo>
                    <a:pt x="2818777" y="59690"/>
                  </a:lnTo>
                  <a:lnTo>
                    <a:pt x="2822956" y="66040"/>
                  </a:lnTo>
                  <a:lnTo>
                    <a:pt x="2826867" y="71120"/>
                  </a:lnTo>
                  <a:lnTo>
                    <a:pt x="2830487" y="77470"/>
                  </a:lnTo>
                  <a:lnTo>
                    <a:pt x="2833801" y="83820"/>
                  </a:lnTo>
                  <a:lnTo>
                    <a:pt x="2836811" y="91440"/>
                  </a:lnTo>
                  <a:lnTo>
                    <a:pt x="2838419" y="95250"/>
                  </a:lnTo>
                  <a:lnTo>
                    <a:pt x="2825051" y="95250"/>
                  </a:lnTo>
                  <a:lnTo>
                    <a:pt x="2825165" y="96520"/>
                  </a:lnTo>
                  <a:close/>
                </a:path>
                <a:path w="2848610" h="875030">
                  <a:moveTo>
                    <a:pt x="23444" y="96520"/>
                  </a:moveTo>
                  <a:lnTo>
                    <a:pt x="23558" y="95250"/>
                  </a:lnTo>
                  <a:lnTo>
                    <a:pt x="24018" y="95250"/>
                  </a:lnTo>
                  <a:lnTo>
                    <a:pt x="23444" y="96520"/>
                  </a:lnTo>
                  <a:close/>
                </a:path>
                <a:path w="2848610" h="875030">
                  <a:moveTo>
                    <a:pt x="2827629" y="102870"/>
                  </a:moveTo>
                  <a:lnTo>
                    <a:pt x="2825051" y="95250"/>
                  </a:lnTo>
                  <a:lnTo>
                    <a:pt x="2838419" y="95250"/>
                  </a:lnTo>
                  <a:lnTo>
                    <a:pt x="2839491" y="97790"/>
                  </a:lnTo>
                  <a:lnTo>
                    <a:pt x="2840672" y="101600"/>
                  </a:lnTo>
                  <a:lnTo>
                    <a:pt x="2827515" y="101600"/>
                  </a:lnTo>
                  <a:lnTo>
                    <a:pt x="2827629" y="102870"/>
                  </a:lnTo>
                  <a:close/>
                </a:path>
                <a:path w="2848610" h="875030">
                  <a:moveTo>
                    <a:pt x="20980" y="102870"/>
                  </a:moveTo>
                  <a:lnTo>
                    <a:pt x="21094" y="101600"/>
                  </a:lnTo>
                  <a:lnTo>
                    <a:pt x="21410" y="101600"/>
                  </a:lnTo>
                  <a:lnTo>
                    <a:pt x="20980" y="102870"/>
                  </a:lnTo>
                  <a:close/>
                </a:path>
                <a:path w="2848610" h="875030">
                  <a:moveTo>
                    <a:pt x="2829775" y="109220"/>
                  </a:moveTo>
                  <a:lnTo>
                    <a:pt x="2827515" y="101600"/>
                  </a:lnTo>
                  <a:lnTo>
                    <a:pt x="2840672" y="101600"/>
                  </a:lnTo>
                  <a:lnTo>
                    <a:pt x="2841853" y="105410"/>
                  </a:lnTo>
                  <a:lnTo>
                    <a:pt x="2842666" y="107950"/>
                  </a:lnTo>
                  <a:lnTo>
                    <a:pt x="2829687" y="107950"/>
                  </a:lnTo>
                  <a:lnTo>
                    <a:pt x="2829775" y="109220"/>
                  </a:lnTo>
                  <a:close/>
                </a:path>
                <a:path w="2848610" h="875030">
                  <a:moveTo>
                    <a:pt x="18834" y="109220"/>
                  </a:moveTo>
                  <a:lnTo>
                    <a:pt x="18923" y="107950"/>
                  </a:lnTo>
                  <a:lnTo>
                    <a:pt x="19210" y="107950"/>
                  </a:lnTo>
                  <a:lnTo>
                    <a:pt x="18834" y="109220"/>
                  </a:lnTo>
                  <a:close/>
                </a:path>
                <a:path w="2848610" h="875030">
                  <a:moveTo>
                    <a:pt x="2846002" y="753110"/>
                  </a:moveTo>
                  <a:lnTo>
                    <a:pt x="2833090" y="753110"/>
                  </a:lnTo>
                  <a:lnTo>
                    <a:pt x="2834347" y="745490"/>
                  </a:lnTo>
                  <a:lnTo>
                    <a:pt x="2835211" y="739140"/>
                  </a:lnTo>
                  <a:lnTo>
                    <a:pt x="2835744" y="731520"/>
                  </a:lnTo>
                  <a:lnTo>
                    <a:pt x="2835910" y="725170"/>
                  </a:lnTo>
                  <a:lnTo>
                    <a:pt x="2835910" y="149860"/>
                  </a:lnTo>
                  <a:lnTo>
                    <a:pt x="2835719" y="142240"/>
                  </a:lnTo>
                  <a:lnTo>
                    <a:pt x="2835186" y="135890"/>
                  </a:lnTo>
                  <a:lnTo>
                    <a:pt x="2834297" y="128270"/>
                  </a:lnTo>
                  <a:lnTo>
                    <a:pt x="2833090" y="121920"/>
                  </a:lnTo>
                  <a:lnTo>
                    <a:pt x="2831541" y="115570"/>
                  </a:lnTo>
                  <a:lnTo>
                    <a:pt x="2829687" y="107950"/>
                  </a:lnTo>
                  <a:lnTo>
                    <a:pt x="2842666" y="107950"/>
                  </a:lnTo>
                  <a:lnTo>
                    <a:pt x="2848610" y="149860"/>
                  </a:lnTo>
                  <a:lnTo>
                    <a:pt x="2848610" y="725170"/>
                  </a:lnTo>
                  <a:lnTo>
                    <a:pt x="2848419" y="732790"/>
                  </a:lnTo>
                  <a:lnTo>
                    <a:pt x="2847835" y="740410"/>
                  </a:lnTo>
                  <a:lnTo>
                    <a:pt x="2846882" y="748030"/>
                  </a:lnTo>
                  <a:lnTo>
                    <a:pt x="2846002" y="753110"/>
                  </a:lnTo>
                  <a:close/>
                </a:path>
                <a:path w="2848610" h="875030">
                  <a:moveTo>
                    <a:pt x="15724" y="753110"/>
                  </a:moveTo>
                  <a:lnTo>
                    <a:pt x="15519" y="753110"/>
                  </a:lnTo>
                  <a:lnTo>
                    <a:pt x="15455" y="751840"/>
                  </a:lnTo>
                  <a:lnTo>
                    <a:pt x="15724" y="753110"/>
                  </a:lnTo>
                  <a:close/>
                </a:path>
                <a:path w="2848610" h="875030">
                  <a:moveTo>
                    <a:pt x="2823738" y="807720"/>
                  </a:moveTo>
                  <a:lnTo>
                    <a:pt x="2808516" y="807720"/>
                  </a:lnTo>
                  <a:lnTo>
                    <a:pt x="2812516" y="801370"/>
                  </a:lnTo>
                  <a:lnTo>
                    <a:pt x="2812351" y="801370"/>
                  </a:lnTo>
                  <a:lnTo>
                    <a:pt x="2816085" y="796290"/>
                  </a:lnTo>
                  <a:lnTo>
                    <a:pt x="2815932" y="796290"/>
                  </a:lnTo>
                  <a:lnTo>
                    <a:pt x="2819400" y="789940"/>
                  </a:lnTo>
                  <a:lnTo>
                    <a:pt x="2819247" y="789940"/>
                  </a:lnTo>
                  <a:lnTo>
                    <a:pt x="2822422" y="784860"/>
                  </a:lnTo>
                  <a:lnTo>
                    <a:pt x="2822295" y="784860"/>
                  </a:lnTo>
                  <a:lnTo>
                    <a:pt x="2825165" y="778510"/>
                  </a:lnTo>
                  <a:lnTo>
                    <a:pt x="2827629" y="772160"/>
                  </a:lnTo>
                  <a:lnTo>
                    <a:pt x="2829775" y="765810"/>
                  </a:lnTo>
                  <a:lnTo>
                    <a:pt x="2831617" y="759460"/>
                  </a:lnTo>
                  <a:lnTo>
                    <a:pt x="2833154" y="751840"/>
                  </a:lnTo>
                  <a:lnTo>
                    <a:pt x="2833090" y="753110"/>
                  </a:lnTo>
                  <a:lnTo>
                    <a:pt x="2846002" y="753110"/>
                  </a:lnTo>
                  <a:lnTo>
                    <a:pt x="2845562" y="755650"/>
                  </a:lnTo>
                  <a:lnTo>
                    <a:pt x="2841853" y="769620"/>
                  </a:lnTo>
                  <a:lnTo>
                    <a:pt x="2839491" y="775970"/>
                  </a:lnTo>
                  <a:lnTo>
                    <a:pt x="2836811" y="783590"/>
                  </a:lnTo>
                  <a:lnTo>
                    <a:pt x="2833801" y="789940"/>
                  </a:lnTo>
                  <a:lnTo>
                    <a:pt x="2830487" y="796290"/>
                  </a:lnTo>
                  <a:lnTo>
                    <a:pt x="2826867" y="802640"/>
                  </a:lnTo>
                  <a:lnTo>
                    <a:pt x="2823738" y="807720"/>
                  </a:lnTo>
                  <a:close/>
                </a:path>
                <a:path w="2848610" h="875030">
                  <a:moveTo>
                    <a:pt x="40769" y="807720"/>
                  </a:moveTo>
                  <a:lnTo>
                    <a:pt x="40093" y="807720"/>
                  </a:lnTo>
                  <a:lnTo>
                    <a:pt x="39916" y="806450"/>
                  </a:lnTo>
                  <a:lnTo>
                    <a:pt x="40769" y="807720"/>
                  </a:lnTo>
                  <a:close/>
                </a:path>
                <a:path w="2848610" h="875030">
                  <a:moveTo>
                    <a:pt x="2816548" y="817880"/>
                  </a:moveTo>
                  <a:lnTo>
                    <a:pt x="2800096" y="817880"/>
                  </a:lnTo>
                  <a:lnTo>
                    <a:pt x="2804617" y="812800"/>
                  </a:lnTo>
                  <a:lnTo>
                    <a:pt x="2804426" y="812800"/>
                  </a:lnTo>
                  <a:lnTo>
                    <a:pt x="2808693" y="806450"/>
                  </a:lnTo>
                  <a:lnTo>
                    <a:pt x="2808516" y="807720"/>
                  </a:lnTo>
                  <a:lnTo>
                    <a:pt x="2823738" y="807720"/>
                  </a:lnTo>
                  <a:lnTo>
                    <a:pt x="2822956" y="808990"/>
                  </a:lnTo>
                  <a:lnTo>
                    <a:pt x="2818777" y="815340"/>
                  </a:lnTo>
                  <a:lnTo>
                    <a:pt x="2816548" y="817880"/>
                  </a:lnTo>
                  <a:close/>
                </a:path>
                <a:path w="2848610" h="875030">
                  <a:moveTo>
                    <a:pt x="49501" y="817880"/>
                  </a:moveTo>
                  <a:lnTo>
                    <a:pt x="48514" y="817880"/>
                  </a:lnTo>
                  <a:lnTo>
                    <a:pt x="48310" y="816610"/>
                  </a:lnTo>
                  <a:lnTo>
                    <a:pt x="49501" y="817880"/>
                  </a:lnTo>
                  <a:close/>
                </a:path>
                <a:path w="2848610" h="875030">
                  <a:moveTo>
                    <a:pt x="2799410" y="835660"/>
                  </a:moveTo>
                  <a:lnTo>
                    <a:pt x="2780563" y="835660"/>
                  </a:lnTo>
                  <a:lnTo>
                    <a:pt x="2785999" y="830580"/>
                  </a:lnTo>
                  <a:lnTo>
                    <a:pt x="2785757" y="830580"/>
                  </a:lnTo>
                  <a:lnTo>
                    <a:pt x="2790977" y="826770"/>
                  </a:lnTo>
                  <a:lnTo>
                    <a:pt x="2790761" y="826770"/>
                  </a:lnTo>
                  <a:lnTo>
                    <a:pt x="2795752" y="821690"/>
                  </a:lnTo>
                  <a:lnTo>
                    <a:pt x="2795536" y="821690"/>
                  </a:lnTo>
                  <a:lnTo>
                    <a:pt x="2800299" y="816610"/>
                  </a:lnTo>
                  <a:lnTo>
                    <a:pt x="2800096" y="817880"/>
                  </a:lnTo>
                  <a:lnTo>
                    <a:pt x="2816548" y="817880"/>
                  </a:lnTo>
                  <a:lnTo>
                    <a:pt x="2814320" y="820420"/>
                  </a:lnTo>
                  <a:lnTo>
                    <a:pt x="2809595" y="825500"/>
                  </a:lnTo>
                  <a:lnTo>
                    <a:pt x="2804629" y="830580"/>
                  </a:lnTo>
                  <a:lnTo>
                    <a:pt x="2799410" y="835660"/>
                  </a:lnTo>
                  <a:close/>
                </a:path>
                <a:path w="2848610" h="875030">
                  <a:moveTo>
                    <a:pt x="69214" y="835660"/>
                  </a:moveTo>
                  <a:lnTo>
                    <a:pt x="68046" y="835660"/>
                  </a:lnTo>
                  <a:lnTo>
                    <a:pt x="67805" y="834390"/>
                  </a:lnTo>
                  <a:lnTo>
                    <a:pt x="69214" y="835660"/>
                  </a:lnTo>
                  <a:close/>
                </a:path>
                <a:path w="2848610" h="875030">
                  <a:moveTo>
                    <a:pt x="2795323" y="839470"/>
                  </a:moveTo>
                  <a:lnTo>
                    <a:pt x="2775165" y="839470"/>
                  </a:lnTo>
                  <a:lnTo>
                    <a:pt x="2780804" y="834390"/>
                  </a:lnTo>
                  <a:lnTo>
                    <a:pt x="2780563" y="835660"/>
                  </a:lnTo>
                  <a:lnTo>
                    <a:pt x="2799410" y="835660"/>
                  </a:lnTo>
                  <a:lnTo>
                    <a:pt x="2795323" y="839470"/>
                  </a:lnTo>
                  <a:close/>
                </a:path>
                <a:path w="2848610" h="875030">
                  <a:moveTo>
                    <a:pt x="75137" y="839470"/>
                  </a:moveTo>
                  <a:lnTo>
                    <a:pt x="73444" y="839470"/>
                  </a:lnTo>
                  <a:lnTo>
                    <a:pt x="73190" y="838200"/>
                  </a:lnTo>
                  <a:lnTo>
                    <a:pt x="75137" y="839470"/>
                  </a:lnTo>
                  <a:close/>
                </a:path>
                <a:path w="2848610" h="875030">
                  <a:moveTo>
                    <a:pt x="2778340" y="852170"/>
                  </a:moveTo>
                  <a:lnTo>
                    <a:pt x="2751797" y="852170"/>
                  </a:lnTo>
                  <a:lnTo>
                    <a:pt x="2758173" y="848360"/>
                  </a:lnTo>
                  <a:lnTo>
                    <a:pt x="2757893" y="848360"/>
                  </a:lnTo>
                  <a:lnTo>
                    <a:pt x="2764091" y="845820"/>
                  </a:lnTo>
                  <a:lnTo>
                    <a:pt x="2763824" y="845820"/>
                  </a:lnTo>
                  <a:lnTo>
                    <a:pt x="2769844" y="842010"/>
                  </a:lnTo>
                  <a:lnTo>
                    <a:pt x="2769577" y="842010"/>
                  </a:lnTo>
                  <a:lnTo>
                    <a:pt x="2775419" y="838200"/>
                  </a:lnTo>
                  <a:lnTo>
                    <a:pt x="2775165" y="839470"/>
                  </a:lnTo>
                  <a:lnTo>
                    <a:pt x="2795323" y="839470"/>
                  </a:lnTo>
                  <a:lnTo>
                    <a:pt x="2793961" y="840740"/>
                  </a:lnTo>
                  <a:lnTo>
                    <a:pt x="2788285" y="845820"/>
                  </a:lnTo>
                  <a:lnTo>
                    <a:pt x="2782404" y="849630"/>
                  </a:lnTo>
                  <a:lnTo>
                    <a:pt x="2778340" y="852170"/>
                  </a:lnTo>
                  <a:close/>
                </a:path>
                <a:path w="2848610" h="875030">
                  <a:moveTo>
                    <a:pt x="99790" y="852170"/>
                  </a:moveTo>
                  <a:lnTo>
                    <a:pt x="96812" y="852170"/>
                  </a:lnTo>
                  <a:lnTo>
                    <a:pt x="96520" y="850900"/>
                  </a:lnTo>
                  <a:lnTo>
                    <a:pt x="99790" y="852170"/>
                  </a:lnTo>
                  <a:close/>
                </a:path>
                <a:path w="2848610" h="875030">
                  <a:moveTo>
                    <a:pt x="2759108" y="862330"/>
                  </a:moveTo>
                  <a:lnTo>
                    <a:pt x="2705354" y="862330"/>
                  </a:lnTo>
                  <a:lnTo>
                    <a:pt x="2712656" y="861060"/>
                  </a:lnTo>
                  <a:lnTo>
                    <a:pt x="2719222" y="861060"/>
                  </a:lnTo>
                  <a:lnTo>
                    <a:pt x="2726296" y="859790"/>
                  </a:lnTo>
                  <a:lnTo>
                    <a:pt x="2725991" y="859790"/>
                  </a:lnTo>
                  <a:lnTo>
                    <a:pt x="2732951" y="858520"/>
                  </a:lnTo>
                  <a:lnTo>
                    <a:pt x="2732646" y="858520"/>
                  </a:lnTo>
                  <a:lnTo>
                    <a:pt x="2739466" y="855980"/>
                  </a:lnTo>
                  <a:lnTo>
                    <a:pt x="2739161" y="855980"/>
                  </a:lnTo>
                  <a:lnTo>
                    <a:pt x="2745854" y="853440"/>
                  </a:lnTo>
                  <a:lnTo>
                    <a:pt x="2745549" y="853440"/>
                  </a:lnTo>
                  <a:lnTo>
                    <a:pt x="2752090" y="850900"/>
                  </a:lnTo>
                  <a:lnTo>
                    <a:pt x="2751797" y="852170"/>
                  </a:lnTo>
                  <a:lnTo>
                    <a:pt x="2778340" y="852170"/>
                  </a:lnTo>
                  <a:lnTo>
                    <a:pt x="2776308" y="853440"/>
                  </a:lnTo>
                  <a:lnTo>
                    <a:pt x="2770022" y="857250"/>
                  </a:lnTo>
                  <a:lnTo>
                    <a:pt x="2763545" y="859790"/>
                  </a:lnTo>
                  <a:lnTo>
                    <a:pt x="2759108" y="862330"/>
                  </a:lnTo>
                  <a:close/>
                </a:path>
                <a:path w="2848610" h="875030">
                  <a:moveTo>
                    <a:pt x="2706154" y="875030"/>
                  </a:moveTo>
                  <a:lnTo>
                    <a:pt x="142455" y="875030"/>
                  </a:lnTo>
                  <a:lnTo>
                    <a:pt x="134835" y="873760"/>
                  </a:lnTo>
                  <a:lnTo>
                    <a:pt x="2713774" y="873760"/>
                  </a:lnTo>
                  <a:lnTo>
                    <a:pt x="2706154" y="875030"/>
                  </a:lnTo>
                  <a:close/>
                </a:path>
              </a:pathLst>
            </a:custGeom>
            <a:solidFill>
              <a:srgbClr val="ADB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18755" y="1410550"/>
            <a:ext cx="2216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retrieve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78959" y="1200785"/>
            <a:ext cx="2849245" cy="875030"/>
            <a:chOff x="4378959" y="1200785"/>
            <a:chExt cx="2849245" cy="875030"/>
          </a:xfrm>
        </p:grpSpPr>
        <p:sp>
          <p:nvSpPr>
            <p:cNvPr id="8" name="object 8"/>
            <p:cNvSpPr/>
            <p:nvPr/>
          </p:nvSpPr>
          <p:spPr>
            <a:xfrm>
              <a:off x="4386071" y="1207008"/>
              <a:ext cx="2836545" cy="862965"/>
            </a:xfrm>
            <a:custGeom>
              <a:avLst/>
              <a:gdLst/>
              <a:ahLst/>
              <a:cxnLst/>
              <a:rect l="l" t="t" r="r" b="b"/>
              <a:pathLst>
                <a:path w="2836545" h="862964">
                  <a:moveTo>
                    <a:pt x="2691383" y="862583"/>
                  </a:moveTo>
                  <a:lnTo>
                    <a:pt x="143255" y="862583"/>
                  </a:lnTo>
                  <a:lnTo>
                    <a:pt x="97706" y="855500"/>
                  </a:lnTo>
                  <a:lnTo>
                    <a:pt x="58210" y="835237"/>
                  </a:lnTo>
                  <a:lnTo>
                    <a:pt x="27163" y="804190"/>
                  </a:lnTo>
                  <a:lnTo>
                    <a:pt x="6961" y="764755"/>
                  </a:lnTo>
                  <a:lnTo>
                    <a:pt x="0" y="719327"/>
                  </a:lnTo>
                  <a:lnTo>
                    <a:pt x="0" y="143255"/>
                  </a:lnTo>
                  <a:lnTo>
                    <a:pt x="6961" y="98133"/>
                  </a:lnTo>
                  <a:lnTo>
                    <a:pt x="27163" y="58850"/>
                  </a:lnTo>
                  <a:lnTo>
                    <a:pt x="58210" y="27803"/>
                  </a:lnTo>
                  <a:lnTo>
                    <a:pt x="97706" y="7388"/>
                  </a:lnTo>
                  <a:lnTo>
                    <a:pt x="143255" y="0"/>
                  </a:lnTo>
                  <a:lnTo>
                    <a:pt x="2691383" y="0"/>
                  </a:lnTo>
                  <a:lnTo>
                    <a:pt x="2737123" y="7388"/>
                  </a:lnTo>
                  <a:lnTo>
                    <a:pt x="2776795" y="27803"/>
                  </a:lnTo>
                  <a:lnTo>
                    <a:pt x="2808076" y="58850"/>
                  </a:lnTo>
                  <a:lnTo>
                    <a:pt x="2828640" y="98133"/>
                  </a:lnTo>
                  <a:lnTo>
                    <a:pt x="2836163" y="143255"/>
                  </a:lnTo>
                  <a:lnTo>
                    <a:pt x="2836163" y="719327"/>
                  </a:lnTo>
                  <a:lnTo>
                    <a:pt x="2828640" y="764755"/>
                  </a:lnTo>
                  <a:lnTo>
                    <a:pt x="2808076" y="804190"/>
                  </a:lnTo>
                  <a:lnTo>
                    <a:pt x="2776795" y="835237"/>
                  </a:lnTo>
                  <a:lnTo>
                    <a:pt x="2737123" y="855500"/>
                  </a:lnTo>
                  <a:lnTo>
                    <a:pt x="2691383" y="862583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8959" y="1200785"/>
              <a:ext cx="2849245" cy="875030"/>
            </a:xfrm>
            <a:custGeom>
              <a:avLst/>
              <a:gdLst/>
              <a:ahLst/>
              <a:cxnLst/>
              <a:rect l="l" t="t" r="r" b="b"/>
              <a:pathLst>
                <a:path w="2849245" h="875030">
                  <a:moveTo>
                    <a:pt x="2721927" y="873759"/>
                  </a:moveTo>
                  <a:lnTo>
                    <a:pt x="127317" y="873759"/>
                  </a:lnTo>
                  <a:lnTo>
                    <a:pt x="119926" y="872489"/>
                  </a:lnTo>
                  <a:lnTo>
                    <a:pt x="112649" y="869950"/>
                  </a:lnTo>
                  <a:lnTo>
                    <a:pt x="105524" y="868679"/>
                  </a:lnTo>
                  <a:lnTo>
                    <a:pt x="91719" y="863600"/>
                  </a:lnTo>
                  <a:lnTo>
                    <a:pt x="85064" y="859789"/>
                  </a:lnTo>
                  <a:lnTo>
                    <a:pt x="78587" y="857250"/>
                  </a:lnTo>
                  <a:lnTo>
                    <a:pt x="43980" y="830579"/>
                  </a:lnTo>
                  <a:lnTo>
                    <a:pt x="18122" y="796289"/>
                  </a:lnTo>
                  <a:lnTo>
                    <a:pt x="9118" y="775969"/>
                  </a:lnTo>
                  <a:lnTo>
                    <a:pt x="6756" y="769619"/>
                  </a:lnTo>
                  <a:lnTo>
                    <a:pt x="0" y="725169"/>
                  </a:lnTo>
                  <a:lnTo>
                    <a:pt x="0" y="149859"/>
                  </a:lnTo>
                  <a:lnTo>
                    <a:pt x="4724" y="111759"/>
                  </a:lnTo>
                  <a:lnTo>
                    <a:pt x="6756" y="105409"/>
                  </a:lnTo>
                  <a:lnTo>
                    <a:pt x="9118" y="97789"/>
                  </a:lnTo>
                  <a:lnTo>
                    <a:pt x="11798" y="91439"/>
                  </a:lnTo>
                  <a:lnTo>
                    <a:pt x="14808" y="83819"/>
                  </a:lnTo>
                  <a:lnTo>
                    <a:pt x="18122" y="77469"/>
                  </a:lnTo>
                  <a:lnTo>
                    <a:pt x="21742" y="71119"/>
                  </a:lnTo>
                  <a:lnTo>
                    <a:pt x="25653" y="66039"/>
                  </a:lnTo>
                  <a:lnTo>
                    <a:pt x="29832" y="59689"/>
                  </a:lnTo>
                  <a:lnTo>
                    <a:pt x="34289" y="54609"/>
                  </a:lnTo>
                  <a:lnTo>
                    <a:pt x="39014" y="48259"/>
                  </a:lnTo>
                  <a:lnTo>
                    <a:pt x="43980" y="43179"/>
                  </a:lnTo>
                  <a:lnTo>
                    <a:pt x="49199" y="38099"/>
                  </a:lnTo>
                  <a:lnTo>
                    <a:pt x="54648" y="34289"/>
                  </a:lnTo>
                  <a:lnTo>
                    <a:pt x="60325" y="29209"/>
                  </a:lnTo>
                  <a:lnTo>
                    <a:pt x="98539" y="8889"/>
                  </a:lnTo>
                  <a:lnTo>
                    <a:pt x="134835" y="0"/>
                  </a:lnTo>
                  <a:lnTo>
                    <a:pt x="2714409" y="0"/>
                  </a:lnTo>
                  <a:lnTo>
                    <a:pt x="2736595" y="3809"/>
                  </a:lnTo>
                  <a:lnTo>
                    <a:pt x="2750705" y="8889"/>
                  </a:lnTo>
                  <a:lnTo>
                    <a:pt x="2760853" y="12699"/>
                  </a:lnTo>
                  <a:lnTo>
                    <a:pt x="136270" y="12699"/>
                  </a:lnTo>
                  <a:lnTo>
                    <a:pt x="129082" y="13969"/>
                  </a:lnTo>
                  <a:lnTo>
                    <a:pt x="129387" y="13969"/>
                  </a:lnTo>
                  <a:lnTo>
                    <a:pt x="122313" y="15239"/>
                  </a:lnTo>
                  <a:lnTo>
                    <a:pt x="122618" y="15239"/>
                  </a:lnTo>
                  <a:lnTo>
                    <a:pt x="115658" y="16509"/>
                  </a:lnTo>
                  <a:lnTo>
                    <a:pt x="115963" y="16509"/>
                  </a:lnTo>
                  <a:lnTo>
                    <a:pt x="109143" y="17779"/>
                  </a:lnTo>
                  <a:lnTo>
                    <a:pt x="109448" y="17779"/>
                  </a:lnTo>
                  <a:lnTo>
                    <a:pt x="102755" y="20319"/>
                  </a:lnTo>
                  <a:lnTo>
                    <a:pt x="103060" y="20319"/>
                  </a:lnTo>
                  <a:lnTo>
                    <a:pt x="96519" y="22859"/>
                  </a:lnTo>
                  <a:lnTo>
                    <a:pt x="96812" y="22859"/>
                  </a:lnTo>
                  <a:lnTo>
                    <a:pt x="90436" y="25399"/>
                  </a:lnTo>
                  <a:lnTo>
                    <a:pt x="90716" y="25399"/>
                  </a:lnTo>
                  <a:lnTo>
                    <a:pt x="86584" y="27939"/>
                  </a:lnTo>
                  <a:lnTo>
                    <a:pt x="84785" y="27939"/>
                  </a:lnTo>
                  <a:lnTo>
                    <a:pt x="78765" y="31749"/>
                  </a:lnTo>
                  <a:lnTo>
                    <a:pt x="79032" y="31749"/>
                  </a:lnTo>
                  <a:lnTo>
                    <a:pt x="73190" y="35559"/>
                  </a:lnTo>
                  <a:lnTo>
                    <a:pt x="73444" y="35559"/>
                  </a:lnTo>
                  <a:lnTo>
                    <a:pt x="67805" y="39369"/>
                  </a:lnTo>
                  <a:lnTo>
                    <a:pt x="68046" y="39369"/>
                  </a:lnTo>
                  <a:lnTo>
                    <a:pt x="62611" y="43179"/>
                  </a:lnTo>
                  <a:lnTo>
                    <a:pt x="62852" y="43179"/>
                  </a:lnTo>
                  <a:lnTo>
                    <a:pt x="57632" y="48259"/>
                  </a:lnTo>
                  <a:lnTo>
                    <a:pt x="57848" y="48259"/>
                  </a:lnTo>
                  <a:lnTo>
                    <a:pt x="52857" y="52069"/>
                  </a:lnTo>
                  <a:lnTo>
                    <a:pt x="53073" y="52069"/>
                  </a:lnTo>
                  <a:lnTo>
                    <a:pt x="48310" y="57149"/>
                  </a:lnTo>
                  <a:lnTo>
                    <a:pt x="48513" y="57149"/>
                  </a:lnTo>
                  <a:lnTo>
                    <a:pt x="43992" y="62229"/>
                  </a:lnTo>
                  <a:lnTo>
                    <a:pt x="44183" y="62229"/>
                  </a:lnTo>
                  <a:lnTo>
                    <a:pt x="39916" y="67309"/>
                  </a:lnTo>
                  <a:lnTo>
                    <a:pt x="40093" y="67309"/>
                  </a:lnTo>
                  <a:lnTo>
                    <a:pt x="36093" y="72389"/>
                  </a:lnTo>
                  <a:lnTo>
                    <a:pt x="36258" y="72389"/>
                  </a:lnTo>
                  <a:lnTo>
                    <a:pt x="32524" y="78739"/>
                  </a:lnTo>
                  <a:lnTo>
                    <a:pt x="32677" y="78739"/>
                  </a:lnTo>
                  <a:lnTo>
                    <a:pt x="29210" y="83819"/>
                  </a:lnTo>
                  <a:lnTo>
                    <a:pt x="29362" y="83819"/>
                  </a:lnTo>
                  <a:lnTo>
                    <a:pt x="26187" y="90169"/>
                  </a:lnTo>
                  <a:lnTo>
                    <a:pt x="23444" y="96519"/>
                  </a:lnTo>
                  <a:lnTo>
                    <a:pt x="21496" y="101599"/>
                  </a:lnTo>
                  <a:lnTo>
                    <a:pt x="21094" y="101599"/>
                  </a:lnTo>
                  <a:lnTo>
                    <a:pt x="19210" y="107949"/>
                  </a:lnTo>
                  <a:lnTo>
                    <a:pt x="18923" y="107949"/>
                  </a:lnTo>
                  <a:lnTo>
                    <a:pt x="16992" y="115569"/>
                  </a:lnTo>
                  <a:lnTo>
                    <a:pt x="15455" y="121919"/>
                  </a:lnTo>
                  <a:lnTo>
                    <a:pt x="14262" y="128269"/>
                  </a:lnTo>
                  <a:lnTo>
                    <a:pt x="13385" y="135889"/>
                  </a:lnTo>
                  <a:lnTo>
                    <a:pt x="12865" y="142239"/>
                  </a:lnTo>
                  <a:lnTo>
                    <a:pt x="12700" y="149859"/>
                  </a:lnTo>
                  <a:lnTo>
                    <a:pt x="12700" y="725169"/>
                  </a:lnTo>
                  <a:lnTo>
                    <a:pt x="12890" y="731519"/>
                  </a:lnTo>
                  <a:lnTo>
                    <a:pt x="13423" y="739139"/>
                  </a:lnTo>
                  <a:lnTo>
                    <a:pt x="14300" y="745489"/>
                  </a:lnTo>
                  <a:lnTo>
                    <a:pt x="15519" y="753109"/>
                  </a:lnTo>
                  <a:lnTo>
                    <a:pt x="15724" y="753109"/>
                  </a:lnTo>
                  <a:lnTo>
                    <a:pt x="17068" y="759459"/>
                  </a:lnTo>
                  <a:lnTo>
                    <a:pt x="18923" y="765809"/>
                  </a:lnTo>
                  <a:lnTo>
                    <a:pt x="21094" y="772159"/>
                  </a:lnTo>
                  <a:lnTo>
                    <a:pt x="23558" y="778509"/>
                  </a:lnTo>
                  <a:lnTo>
                    <a:pt x="26314" y="784859"/>
                  </a:lnTo>
                  <a:lnTo>
                    <a:pt x="29362" y="789939"/>
                  </a:lnTo>
                  <a:lnTo>
                    <a:pt x="29210" y="789939"/>
                  </a:lnTo>
                  <a:lnTo>
                    <a:pt x="32677" y="796289"/>
                  </a:lnTo>
                  <a:lnTo>
                    <a:pt x="32524" y="796289"/>
                  </a:lnTo>
                  <a:lnTo>
                    <a:pt x="36258" y="801369"/>
                  </a:lnTo>
                  <a:lnTo>
                    <a:pt x="36093" y="801369"/>
                  </a:lnTo>
                  <a:lnTo>
                    <a:pt x="40093" y="807719"/>
                  </a:lnTo>
                  <a:lnTo>
                    <a:pt x="40769" y="807719"/>
                  </a:lnTo>
                  <a:lnTo>
                    <a:pt x="44183" y="812800"/>
                  </a:lnTo>
                  <a:lnTo>
                    <a:pt x="43992" y="812800"/>
                  </a:lnTo>
                  <a:lnTo>
                    <a:pt x="48513" y="817879"/>
                  </a:lnTo>
                  <a:lnTo>
                    <a:pt x="49501" y="817879"/>
                  </a:lnTo>
                  <a:lnTo>
                    <a:pt x="53073" y="821689"/>
                  </a:lnTo>
                  <a:lnTo>
                    <a:pt x="52857" y="821689"/>
                  </a:lnTo>
                  <a:lnTo>
                    <a:pt x="57848" y="826769"/>
                  </a:lnTo>
                  <a:lnTo>
                    <a:pt x="57632" y="826769"/>
                  </a:lnTo>
                  <a:lnTo>
                    <a:pt x="62852" y="830579"/>
                  </a:lnTo>
                  <a:lnTo>
                    <a:pt x="62611" y="830579"/>
                  </a:lnTo>
                  <a:lnTo>
                    <a:pt x="68046" y="835659"/>
                  </a:lnTo>
                  <a:lnTo>
                    <a:pt x="69214" y="835659"/>
                  </a:lnTo>
                  <a:lnTo>
                    <a:pt x="73444" y="839469"/>
                  </a:lnTo>
                  <a:lnTo>
                    <a:pt x="75137" y="839469"/>
                  </a:lnTo>
                  <a:lnTo>
                    <a:pt x="79032" y="842009"/>
                  </a:lnTo>
                  <a:lnTo>
                    <a:pt x="78765" y="842009"/>
                  </a:lnTo>
                  <a:lnTo>
                    <a:pt x="84785" y="845819"/>
                  </a:lnTo>
                  <a:lnTo>
                    <a:pt x="84518" y="845819"/>
                  </a:lnTo>
                  <a:lnTo>
                    <a:pt x="90716" y="848359"/>
                  </a:lnTo>
                  <a:lnTo>
                    <a:pt x="90436" y="848359"/>
                  </a:lnTo>
                  <a:lnTo>
                    <a:pt x="96812" y="852169"/>
                  </a:lnTo>
                  <a:lnTo>
                    <a:pt x="99790" y="852169"/>
                  </a:lnTo>
                  <a:lnTo>
                    <a:pt x="103060" y="853439"/>
                  </a:lnTo>
                  <a:lnTo>
                    <a:pt x="102755" y="853439"/>
                  </a:lnTo>
                  <a:lnTo>
                    <a:pt x="109448" y="855979"/>
                  </a:lnTo>
                  <a:lnTo>
                    <a:pt x="109143" y="855979"/>
                  </a:lnTo>
                  <a:lnTo>
                    <a:pt x="115963" y="858519"/>
                  </a:lnTo>
                  <a:lnTo>
                    <a:pt x="115658" y="858519"/>
                  </a:lnTo>
                  <a:lnTo>
                    <a:pt x="122618" y="859789"/>
                  </a:lnTo>
                  <a:lnTo>
                    <a:pt x="122313" y="859789"/>
                  </a:lnTo>
                  <a:lnTo>
                    <a:pt x="129387" y="861059"/>
                  </a:lnTo>
                  <a:lnTo>
                    <a:pt x="135953" y="861059"/>
                  </a:lnTo>
                  <a:lnTo>
                    <a:pt x="143255" y="862329"/>
                  </a:lnTo>
                  <a:lnTo>
                    <a:pt x="2759743" y="862329"/>
                  </a:lnTo>
                  <a:lnTo>
                    <a:pt x="2757525" y="863600"/>
                  </a:lnTo>
                  <a:lnTo>
                    <a:pt x="2743720" y="868679"/>
                  </a:lnTo>
                  <a:lnTo>
                    <a:pt x="2736595" y="869950"/>
                  </a:lnTo>
                  <a:lnTo>
                    <a:pt x="2729318" y="872489"/>
                  </a:lnTo>
                  <a:lnTo>
                    <a:pt x="2721927" y="873759"/>
                  </a:lnTo>
                  <a:close/>
                </a:path>
                <a:path w="2849245" h="875030">
                  <a:moveTo>
                    <a:pt x="2764726" y="29209"/>
                  </a:moveTo>
                  <a:lnTo>
                    <a:pt x="2758528" y="25399"/>
                  </a:lnTo>
                  <a:lnTo>
                    <a:pt x="2758808" y="25399"/>
                  </a:lnTo>
                  <a:lnTo>
                    <a:pt x="2752432" y="22859"/>
                  </a:lnTo>
                  <a:lnTo>
                    <a:pt x="2752724" y="22859"/>
                  </a:lnTo>
                  <a:lnTo>
                    <a:pt x="2746184" y="20319"/>
                  </a:lnTo>
                  <a:lnTo>
                    <a:pt x="2746476" y="20319"/>
                  </a:lnTo>
                  <a:lnTo>
                    <a:pt x="2739796" y="17779"/>
                  </a:lnTo>
                  <a:lnTo>
                    <a:pt x="2740101" y="17779"/>
                  </a:lnTo>
                  <a:lnTo>
                    <a:pt x="2733268" y="16509"/>
                  </a:lnTo>
                  <a:lnTo>
                    <a:pt x="2733586" y="16509"/>
                  </a:lnTo>
                  <a:lnTo>
                    <a:pt x="2726626" y="15239"/>
                  </a:lnTo>
                  <a:lnTo>
                    <a:pt x="2726931" y="15239"/>
                  </a:lnTo>
                  <a:lnTo>
                    <a:pt x="2719857" y="13969"/>
                  </a:lnTo>
                  <a:lnTo>
                    <a:pt x="2720162" y="13969"/>
                  </a:lnTo>
                  <a:lnTo>
                    <a:pt x="2712973" y="12699"/>
                  </a:lnTo>
                  <a:lnTo>
                    <a:pt x="2760853" y="12699"/>
                  </a:lnTo>
                  <a:lnTo>
                    <a:pt x="2764180" y="13969"/>
                  </a:lnTo>
                  <a:lnTo>
                    <a:pt x="2770657" y="17779"/>
                  </a:lnTo>
                  <a:lnTo>
                    <a:pt x="2776943" y="21589"/>
                  </a:lnTo>
                  <a:lnTo>
                    <a:pt x="2783039" y="25399"/>
                  </a:lnTo>
                  <a:lnTo>
                    <a:pt x="2786959" y="27939"/>
                  </a:lnTo>
                  <a:lnTo>
                    <a:pt x="2764459" y="27939"/>
                  </a:lnTo>
                  <a:lnTo>
                    <a:pt x="2764726" y="29209"/>
                  </a:lnTo>
                  <a:close/>
                </a:path>
                <a:path w="2849245" h="875030">
                  <a:moveTo>
                    <a:pt x="84518" y="29209"/>
                  </a:moveTo>
                  <a:lnTo>
                    <a:pt x="84785" y="27939"/>
                  </a:lnTo>
                  <a:lnTo>
                    <a:pt x="86584" y="27939"/>
                  </a:lnTo>
                  <a:lnTo>
                    <a:pt x="84518" y="29209"/>
                  </a:lnTo>
                  <a:close/>
                </a:path>
                <a:path w="2849245" h="875030">
                  <a:moveTo>
                    <a:pt x="2828264" y="102869"/>
                  </a:moveTo>
                  <a:lnTo>
                    <a:pt x="2825686" y="96519"/>
                  </a:lnTo>
                  <a:lnTo>
                    <a:pt x="2822930" y="90169"/>
                  </a:lnTo>
                  <a:lnTo>
                    <a:pt x="2819882" y="83819"/>
                  </a:lnTo>
                  <a:lnTo>
                    <a:pt x="2820035" y="83819"/>
                  </a:lnTo>
                  <a:lnTo>
                    <a:pt x="2816567" y="78739"/>
                  </a:lnTo>
                  <a:lnTo>
                    <a:pt x="2816720" y="78739"/>
                  </a:lnTo>
                  <a:lnTo>
                    <a:pt x="2812986" y="72389"/>
                  </a:lnTo>
                  <a:lnTo>
                    <a:pt x="2813151" y="72389"/>
                  </a:lnTo>
                  <a:lnTo>
                    <a:pt x="2809151" y="67309"/>
                  </a:lnTo>
                  <a:lnTo>
                    <a:pt x="2809328" y="67309"/>
                  </a:lnTo>
                  <a:lnTo>
                    <a:pt x="2805061" y="62229"/>
                  </a:lnTo>
                  <a:lnTo>
                    <a:pt x="2805252" y="62229"/>
                  </a:lnTo>
                  <a:lnTo>
                    <a:pt x="2800731" y="57149"/>
                  </a:lnTo>
                  <a:lnTo>
                    <a:pt x="2800934" y="57149"/>
                  </a:lnTo>
                  <a:lnTo>
                    <a:pt x="2796171" y="52069"/>
                  </a:lnTo>
                  <a:lnTo>
                    <a:pt x="2796387" y="52069"/>
                  </a:lnTo>
                  <a:lnTo>
                    <a:pt x="2791396" y="48259"/>
                  </a:lnTo>
                  <a:lnTo>
                    <a:pt x="2791612" y="48259"/>
                  </a:lnTo>
                  <a:lnTo>
                    <a:pt x="2786392" y="43179"/>
                  </a:lnTo>
                  <a:lnTo>
                    <a:pt x="2786634" y="43179"/>
                  </a:lnTo>
                  <a:lnTo>
                    <a:pt x="2781198" y="39369"/>
                  </a:lnTo>
                  <a:lnTo>
                    <a:pt x="2781439" y="39369"/>
                  </a:lnTo>
                  <a:lnTo>
                    <a:pt x="2775800" y="35559"/>
                  </a:lnTo>
                  <a:lnTo>
                    <a:pt x="2776054" y="35559"/>
                  </a:lnTo>
                  <a:lnTo>
                    <a:pt x="2770212" y="31749"/>
                  </a:lnTo>
                  <a:lnTo>
                    <a:pt x="2770479" y="31749"/>
                  </a:lnTo>
                  <a:lnTo>
                    <a:pt x="2764459" y="27939"/>
                  </a:lnTo>
                  <a:lnTo>
                    <a:pt x="2786959" y="27939"/>
                  </a:lnTo>
                  <a:lnTo>
                    <a:pt x="2788919" y="29209"/>
                  </a:lnTo>
                  <a:lnTo>
                    <a:pt x="2794596" y="34289"/>
                  </a:lnTo>
                  <a:lnTo>
                    <a:pt x="2800045" y="38099"/>
                  </a:lnTo>
                  <a:lnTo>
                    <a:pt x="2805264" y="43179"/>
                  </a:lnTo>
                  <a:lnTo>
                    <a:pt x="2810230" y="48259"/>
                  </a:lnTo>
                  <a:lnTo>
                    <a:pt x="2814955" y="54609"/>
                  </a:lnTo>
                  <a:lnTo>
                    <a:pt x="2819412" y="59689"/>
                  </a:lnTo>
                  <a:lnTo>
                    <a:pt x="2823591" y="66039"/>
                  </a:lnTo>
                  <a:lnTo>
                    <a:pt x="2827502" y="71119"/>
                  </a:lnTo>
                  <a:lnTo>
                    <a:pt x="2831122" y="77469"/>
                  </a:lnTo>
                  <a:lnTo>
                    <a:pt x="2834436" y="83819"/>
                  </a:lnTo>
                  <a:lnTo>
                    <a:pt x="2837446" y="91439"/>
                  </a:lnTo>
                  <a:lnTo>
                    <a:pt x="2840126" y="97789"/>
                  </a:lnTo>
                  <a:lnTo>
                    <a:pt x="2841307" y="101599"/>
                  </a:lnTo>
                  <a:lnTo>
                    <a:pt x="2828150" y="101599"/>
                  </a:lnTo>
                  <a:lnTo>
                    <a:pt x="2828264" y="102869"/>
                  </a:lnTo>
                  <a:close/>
                </a:path>
                <a:path w="2849245" h="875030">
                  <a:moveTo>
                    <a:pt x="20980" y="102869"/>
                  </a:moveTo>
                  <a:lnTo>
                    <a:pt x="21094" y="101599"/>
                  </a:lnTo>
                  <a:lnTo>
                    <a:pt x="21496" y="101599"/>
                  </a:lnTo>
                  <a:lnTo>
                    <a:pt x="20980" y="102869"/>
                  </a:lnTo>
                  <a:close/>
                </a:path>
                <a:path w="2849245" h="875030">
                  <a:moveTo>
                    <a:pt x="2830410" y="109219"/>
                  </a:moveTo>
                  <a:lnTo>
                    <a:pt x="2828150" y="101599"/>
                  </a:lnTo>
                  <a:lnTo>
                    <a:pt x="2841307" y="101599"/>
                  </a:lnTo>
                  <a:lnTo>
                    <a:pt x="2842488" y="105409"/>
                  </a:lnTo>
                  <a:lnTo>
                    <a:pt x="2843301" y="107949"/>
                  </a:lnTo>
                  <a:lnTo>
                    <a:pt x="2830321" y="107949"/>
                  </a:lnTo>
                  <a:lnTo>
                    <a:pt x="2830410" y="109219"/>
                  </a:lnTo>
                  <a:close/>
                </a:path>
                <a:path w="2849245" h="875030">
                  <a:moveTo>
                    <a:pt x="18834" y="109219"/>
                  </a:moveTo>
                  <a:lnTo>
                    <a:pt x="18923" y="107949"/>
                  </a:lnTo>
                  <a:lnTo>
                    <a:pt x="19210" y="107949"/>
                  </a:lnTo>
                  <a:lnTo>
                    <a:pt x="18834" y="109219"/>
                  </a:lnTo>
                  <a:close/>
                </a:path>
                <a:path w="2849245" h="875030">
                  <a:moveTo>
                    <a:pt x="2846637" y="753109"/>
                  </a:moveTo>
                  <a:lnTo>
                    <a:pt x="2833725" y="753109"/>
                  </a:lnTo>
                  <a:lnTo>
                    <a:pt x="2834982" y="745489"/>
                  </a:lnTo>
                  <a:lnTo>
                    <a:pt x="2835846" y="739139"/>
                  </a:lnTo>
                  <a:lnTo>
                    <a:pt x="2836379" y="731519"/>
                  </a:lnTo>
                  <a:lnTo>
                    <a:pt x="2836544" y="725169"/>
                  </a:lnTo>
                  <a:lnTo>
                    <a:pt x="2836544" y="149859"/>
                  </a:lnTo>
                  <a:lnTo>
                    <a:pt x="2836354" y="142239"/>
                  </a:lnTo>
                  <a:lnTo>
                    <a:pt x="2835821" y="135889"/>
                  </a:lnTo>
                  <a:lnTo>
                    <a:pt x="2834932" y="128269"/>
                  </a:lnTo>
                  <a:lnTo>
                    <a:pt x="2833725" y="121919"/>
                  </a:lnTo>
                  <a:lnTo>
                    <a:pt x="2832176" y="115569"/>
                  </a:lnTo>
                  <a:lnTo>
                    <a:pt x="2830321" y="107949"/>
                  </a:lnTo>
                  <a:lnTo>
                    <a:pt x="2843301" y="107949"/>
                  </a:lnTo>
                  <a:lnTo>
                    <a:pt x="2849244" y="149859"/>
                  </a:lnTo>
                  <a:lnTo>
                    <a:pt x="2849244" y="725169"/>
                  </a:lnTo>
                  <a:lnTo>
                    <a:pt x="2849054" y="732789"/>
                  </a:lnTo>
                  <a:lnTo>
                    <a:pt x="2848470" y="740409"/>
                  </a:lnTo>
                  <a:lnTo>
                    <a:pt x="2847517" y="748029"/>
                  </a:lnTo>
                  <a:lnTo>
                    <a:pt x="2846637" y="753109"/>
                  </a:lnTo>
                  <a:close/>
                </a:path>
                <a:path w="2849245" h="875030">
                  <a:moveTo>
                    <a:pt x="15724" y="753109"/>
                  </a:moveTo>
                  <a:lnTo>
                    <a:pt x="15519" y="753109"/>
                  </a:lnTo>
                  <a:lnTo>
                    <a:pt x="15455" y="751839"/>
                  </a:lnTo>
                  <a:lnTo>
                    <a:pt x="15724" y="753109"/>
                  </a:lnTo>
                  <a:close/>
                </a:path>
                <a:path w="2849245" h="875030">
                  <a:moveTo>
                    <a:pt x="2824373" y="807719"/>
                  </a:moveTo>
                  <a:lnTo>
                    <a:pt x="2809151" y="807719"/>
                  </a:lnTo>
                  <a:lnTo>
                    <a:pt x="2813151" y="801369"/>
                  </a:lnTo>
                  <a:lnTo>
                    <a:pt x="2812986" y="801369"/>
                  </a:lnTo>
                  <a:lnTo>
                    <a:pt x="2816720" y="796289"/>
                  </a:lnTo>
                  <a:lnTo>
                    <a:pt x="2816567" y="796289"/>
                  </a:lnTo>
                  <a:lnTo>
                    <a:pt x="2820035" y="789939"/>
                  </a:lnTo>
                  <a:lnTo>
                    <a:pt x="2819882" y="789939"/>
                  </a:lnTo>
                  <a:lnTo>
                    <a:pt x="2823057" y="784859"/>
                  </a:lnTo>
                  <a:lnTo>
                    <a:pt x="2825800" y="778509"/>
                  </a:lnTo>
                  <a:lnTo>
                    <a:pt x="2828264" y="772159"/>
                  </a:lnTo>
                  <a:lnTo>
                    <a:pt x="2830410" y="765809"/>
                  </a:lnTo>
                  <a:lnTo>
                    <a:pt x="2832252" y="759459"/>
                  </a:lnTo>
                  <a:lnTo>
                    <a:pt x="2833789" y="751839"/>
                  </a:lnTo>
                  <a:lnTo>
                    <a:pt x="2833725" y="753109"/>
                  </a:lnTo>
                  <a:lnTo>
                    <a:pt x="2846637" y="753109"/>
                  </a:lnTo>
                  <a:lnTo>
                    <a:pt x="2846196" y="755650"/>
                  </a:lnTo>
                  <a:lnTo>
                    <a:pt x="2842488" y="769619"/>
                  </a:lnTo>
                  <a:lnTo>
                    <a:pt x="2840126" y="775969"/>
                  </a:lnTo>
                  <a:lnTo>
                    <a:pt x="2837446" y="783589"/>
                  </a:lnTo>
                  <a:lnTo>
                    <a:pt x="2834436" y="789939"/>
                  </a:lnTo>
                  <a:lnTo>
                    <a:pt x="2831122" y="796289"/>
                  </a:lnTo>
                  <a:lnTo>
                    <a:pt x="2827502" y="802639"/>
                  </a:lnTo>
                  <a:lnTo>
                    <a:pt x="2824373" y="807719"/>
                  </a:lnTo>
                  <a:close/>
                </a:path>
                <a:path w="2849245" h="875030">
                  <a:moveTo>
                    <a:pt x="40769" y="807719"/>
                  </a:moveTo>
                  <a:lnTo>
                    <a:pt x="40093" y="807719"/>
                  </a:lnTo>
                  <a:lnTo>
                    <a:pt x="39916" y="806450"/>
                  </a:lnTo>
                  <a:lnTo>
                    <a:pt x="40769" y="807719"/>
                  </a:lnTo>
                  <a:close/>
                </a:path>
                <a:path w="2849245" h="875030">
                  <a:moveTo>
                    <a:pt x="2817183" y="817879"/>
                  </a:moveTo>
                  <a:lnTo>
                    <a:pt x="2800731" y="817879"/>
                  </a:lnTo>
                  <a:lnTo>
                    <a:pt x="2805252" y="812800"/>
                  </a:lnTo>
                  <a:lnTo>
                    <a:pt x="2805061" y="812800"/>
                  </a:lnTo>
                  <a:lnTo>
                    <a:pt x="2809328" y="806450"/>
                  </a:lnTo>
                  <a:lnTo>
                    <a:pt x="2809151" y="807719"/>
                  </a:lnTo>
                  <a:lnTo>
                    <a:pt x="2824373" y="807719"/>
                  </a:lnTo>
                  <a:lnTo>
                    <a:pt x="2823591" y="808989"/>
                  </a:lnTo>
                  <a:lnTo>
                    <a:pt x="2819412" y="815339"/>
                  </a:lnTo>
                  <a:lnTo>
                    <a:pt x="2817183" y="817879"/>
                  </a:lnTo>
                  <a:close/>
                </a:path>
                <a:path w="2849245" h="875030">
                  <a:moveTo>
                    <a:pt x="49501" y="817879"/>
                  </a:moveTo>
                  <a:lnTo>
                    <a:pt x="48513" y="817879"/>
                  </a:lnTo>
                  <a:lnTo>
                    <a:pt x="48310" y="816609"/>
                  </a:lnTo>
                  <a:lnTo>
                    <a:pt x="49501" y="817879"/>
                  </a:lnTo>
                  <a:close/>
                </a:path>
                <a:path w="2849245" h="875030">
                  <a:moveTo>
                    <a:pt x="2800045" y="835659"/>
                  </a:moveTo>
                  <a:lnTo>
                    <a:pt x="2781198" y="835659"/>
                  </a:lnTo>
                  <a:lnTo>
                    <a:pt x="2786634" y="830579"/>
                  </a:lnTo>
                  <a:lnTo>
                    <a:pt x="2786392" y="830579"/>
                  </a:lnTo>
                  <a:lnTo>
                    <a:pt x="2791612" y="826769"/>
                  </a:lnTo>
                  <a:lnTo>
                    <a:pt x="2791396" y="826769"/>
                  </a:lnTo>
                  <a:lnTo>
                    <a:pt x="2796387" y="821689"/>
                  </a:lnTo>
                  <a:lnTo>
                    <a:pt x="2796171" y="821689"/>
                  </a:lnTo>
                  <a:lnTo>
                    <a:pt x="2800934" y="816609"/>
                  </a:lnTo>
                  <a:lnTo>
                    <a:pt x="2800731" y="817879"/>
                  </a:lnTo>
                  <a:lnTo>
                    <a:pt x="2817183" y="817879"/>
                  </a:lnTo>
                  <a:lnTo>
                    <a:pt x="2814955" y="820419"/>
                  </a:lnTo>
                  <a:lnTo>
                    <a:pt x="2810230" y="825500"/>
                  </a:lnTo>
                  <a:lnTo>
                    <a:pt x="2805264" y="830579"/>
                  </a:lnTo>
                  <a:lnTo>
                    <a:pt x="2800045" y="835659"/>
                  </a:lnTo>
                  <a:close/>
                </a:path>
                <a:path w="2849245" h="875030">
                  <a:moveTo>
                    <a:pt x="69214" y="835659"/>
                  </a:moveTo>
                  <a:lnTo>
                    <a:pt x="68046" y="835659"/>
                  </a:lnTo>
                  <a:lnTo>
                    <a:pt x="67805" y="834389"/>
                  </a:lnTo>
                  <a:lnTo>
                    <a:pt x="69214" y="835659"/>
                  </a:lnTo>
                  <a:close/>
                </a:path>
                <a:path w="2849245" h="875030">
                  <a:moveTo>
                    <a:pt x="2795958" y="839469"/>
                  </a:moveTo>
                  <a:lnTo>
                    <a:pt x="2775800" y="839469"/>
                  </a:lnTo>
                  <a:lnTo>
                    <a:pt x="2781439" y="834389"/>
                  </a:lnTo>
                  <a:lnTo>
                    <a:pt x="2781198" y="835659"/>
                  </a:lnTo>
                  <a:lnTo>
                    <a:pt x="2800045" y="835659"/>
                  </a:lnTo>
                  <a:lnTo>
                    <a:pt x="2795958" y="839469"/>
                  </a:lnTo>
                  <a:close/>
                </a:path>
                <a:path w="2849245" h="875030">
                  <a:moveTo>
                    <a:pt x="75137" y="839469"/>
                  </a:moveTo>
                  <a:lnTo>
                    <a:pt x="73444" y="839469"/>
                  </a:lnTo>
                  <a:lnTo>
                    <a:pt x="73190" y="838200"/>
                  </a:lnTo>
                  <a:lnTo>
                    <a:pt x="75137" y="839469"/>
                  </a:lnTo>
                  <a:close/>
                </a:path>
                <a:path w="2849245" h="875030">
                  <a:moveTo>
                    <a:pt x="2778975" y="852169"/>
                  </a:moveTo>
                  <a:lnTo>
                    <a:pt x="2752432" y="852169"/>
                  </a:lnTo>
                  <a:lnTo>
                    <a:pt x="2758808" y="848359"/>
                  </a:lnTo>
                  <a:lnTo>
                    <a:pt x="2758528" y="848359"/>
                  </a:lnTo>
                  <a:lnTo>
                    <a:pt x="2764726" y="845819"/>
                  </a:lnTo>
                  <a:lnTo>
                    <a:pt x="2764459" y="845819"/>
                  </a:lnTo>
                  <a:lnTo>
                    <a:pt x="2770479" y="842009"/>
                  </a:lnTo>
                  <a:lnTo>
                    <a:pt x="2770212" y="842009"/>
                  </a:lnTo>
                  <a:lnTo>
                    <a:pt x="2776054" y="838200"/>
                  </a:lnTo>
                  <a:lnTo>
                    <a:pt x="2775800" y="839469"/>
                  </a:lnTo>
                  <a:lnTo>
                    <a:pt x="2795958" y="839469"/>
                  </a:lnTo>
                  <a:lnTo>
                    <a:pt x="2794596" y="840739"/>
                  </a:lnTo>
                  <a:lnTo>
                    <a:pt x="2788919" y="845819"/>
                  </a:lnTo>
                  <a:lnTo>
                    <a:pt x="2783039" y="849629"/>
                  </a:lnTo>
                  <a:lnTo>
                    <a:pt x="2778975" y="852169"/>
                  </a:lnTo>
                  <a:close/>
                </a:path>
                <a:path w="2849245" h="875030">
                  <a:moveTo>
                    <a:pt x="99790" y="852169"/>
                  </a:moveTo>
                  <a:lnTo>
                    <a:pt x="96812" y="852169"/>
                  </a:lnTo>
                  <a:lnTo>
                    <a:pt x="96519" y="850900"/>
                  </a:lnTo>
                  <a:lnTo>
                    <a:pt x="99790" y="852169"/>
                  </a:lnTo>
                  <a:close/>
                </a:path>
                <a:path w="2849245" h="875030">
                  <a:moveTo>
                    <a:pt x="2759743" y="862329"/>
                  </a:moveTo>
                  <a:lnTo>
                    <a:pt x="2705989" y="862329"/>
                  </a:lnTo>
                  <a:lnTo>
                    <a:pt x="2713291" y="861059"/>
                  </a:lnTo>
                  <a:lnTo>
                    <a:pt x="2719857" y="861059"/>
                  </a:lnTo>
                  <a:lnTo>
                    <a:pt x="2726931" y="859789"/>
                  </a:lnTo>
                  <a:lnTo>
                    <a:pt x="2726626" y="859789"/>
                  </a:lnTo>
                  <a:lnTo>
                    <a:pt x="2733586" y="858519"/>
                  </a:lnTo>
                  <a:lnTo>
                    <a:pt x="2733268" y="858519"/>
                  </a:lnTo>
                  <a:lnTo>
                    <a:pt x="2740101" y="855979"/>
                  </a:lnTo>
                  <a:lnTo>
                    <a:pt x="2739796" y="855979"/>
                  </a:lnTo>
                  <a:lnTo>
                    <a:pt x="2746476" y="853439"/>
                  </a:lnTo>
                  <a:lnTo>
                    <a:pt x="2746184" y="853439"/>
                  </a:lnTo>
                  <a:lnTo>
                    <a:pt x="2752724" y="850900"/>
                  </a:lnTo>
                  <a:lnTo>
                    <a:pt x="2752432" y="852169"/>
                  </a:lnTo>
                  <a:lnTo>
                    <a:pt x="2778975" y="852169"/>
                  </a:lnTo>
                  <a:lnTo>
                    <a:pt x="2776943" y="853439"/>
                  </a:lnTo>
                  <a:lnTo>
                    <a:pt x="2770657" y="857250"/>
                  </a:lnTo>
                  <a:lnTo>
                    <a:pt x="2764180" y="859789"/>
                  </a:lnTo>
                  <a:lnTo>
                    <a:pt x="2759743" y="862329"/>
                  </a:lnTo>
                  <a:close/>
                </a:path>
                <a:path w="2849245" h="875030">
                  <a:moveTo>
                    <a:pt x="2706789" y="875029"/>
                  </a:moveTo>
                  <a:lnTo>
                    <a:pt x="142455" y="875029"/>
                  </a:lnTo>
                  <a:lnTo>
                    <a:pt x="134835" y="873759"/>
                  </a:lnTo>
                  <a:lnTo>
                    <a:pt x="2714409" y="873759"/>
                  </a:lnTo>
                  <a:lnTo>
                    <a:pt x="2706789" y="875029"/>
                  </a:lnTo>
                  <a:close/>
                </a:path>
              </a:pathLst>
            </a:custGeom>
            <a:solidFill>
              <a:srgbClr val="ADB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729060" y="1424520"/>
            <a:ext cx="232983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retri</a:t>
            </a: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ve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?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92390" y="1200785"/>
            <a:ext cx="3623310" cy="875030"/>
            <a:chOff x="7692390" y="1200785"/>
            <a:chExt cx="3623310" cy="875030"/>
          </a:xfrm>
        </p:grpSpPr>
        <p:sp>
          <p:nvSpPr>
            <p:cNvPr id="12" name="object 12"/>
            <p:cNvSpPr/>
            <p:nvPr/>
          </p:nvSpPr>
          <p:spPr>
            <a:xfrm>
              <a:off x="7699248" y="1207008"/>
              <a:ext cx="3610610" cy="862965"/>
            </a:xfrm>
            <a:custGeom>
              <a:avLst/>
              <a:gdLst/>
              <a:ahLst/>
              <a:cxnLst/>
              <a:rect l="l" t="t" r="r" b="b"/>
              <a:pathLst>
                <a:path w="3610609" h="862964">
                  <a:moveTo>
                    <a:pt x="3465576" y="862583"/>
                  </a:moveTo>
                  <a:lnTo>
                    <a:pt x="143255" y="862583"/>
                  </a:lnTo>
                  <a:lnTo>
                    <a:pt x="97828" y="855500"/>
                  </a:lnTo>
                  <a:lnTo>
                    <a:pt x="58393" y="835237"/>
                  </a:lnTo>
                  <a:lnTo>
                    <a:pt x="27346" y="804190"/>
                  </a:lnTo>
                  <a:lnTo>
                    <a:pt x="7083" y="764755"/>
                  </a:lnTo>
                  <a:lnTo>
                    <a:pt x="0" y="719327"/>
                  </a:lnTo>
                  <a:lnTo>
                    <a:pt x="0" y="143255"/>
                  </a:lnTo>
                  <a:lnTo>
                    <a:pt x="7083" y="98133"/>
                  </a:lnTo>
                  <a:lnTo>
                    <a:pt x="27346" y="58850"/>
                  </a:lnTo>
                  <a:lnTo>
                    <a:pt x="58393" y="27803"/>
                  </a:lnTo>
                  <a:lnTo>
                    <a:pt x="97828" y="7388"/>
                  </a:lnTo>
                  <a:lnTo>
                    <a:pt x="143255" y="0"/>
                  </a:lnTo>
                  <a:lnTo>
                    <a:pt x="3465576" y="0"/>
                  </a:lnTo>
                  <a:lnTo>
                    <a:pt x="3511376" y="7388"/>
                  </a:lnTo>
                  <a:lnTo>
                    <a:pt x="3551079" y="27803"/>
                  </a:lnTo>
                  <a:lnTo>
                    <a:pt x="3582359" y="58850"/>
                  </a:lnTo>
                  <a:lnTo>
                    <a:pt x="3602893" y="98133"/>
                  </a:lnTo>
                  <a:lnTo>
                    <a:pt x="3610355" y="143255"/>
                  </a:lnTo>
                  <a:lnTo>
                    <a:pt x="3610355" y="719327"/>
                  </a:lnTo>
                  <a:lnTo>
                    <a:pt x="3602893" y="764755"/>
                  </a:lnTo>
                  <a:lnTo>
                    <a:pt x="3582359" y="804190"/>
                  </a:lnTo>
                  <a:lnTo>
                    <a:pt x="3551079" y="835237"/>
                  </a:lnTo>
                  <a:lnTo>
                    <a:pt x="3511376" y="855500"/>
                  </a:lnTo>
                  <a:lnTo>
                    <a:pt x="3465576" y="862583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92390" y="1200785"/>
              <a:ext cx="3623310" cy="875030"/>
            </a:xfrm>
            <a:custGeom>
              <a:avLst/>
              <a:gdLst/>
              <a:ahLst/>
              <a:cxnLst/>
              <a:rect l="l" t="t" r="r" b="b"/>
              <a:pathLst>
                <a:path w="3623309" h="875030">
                  <a:moveTo>
                    <a:pt x="3495992" y="873759"/>
                  </a:moveTo>
                  <a:lnTo>
                    <a:pt x="127317" y="873759"/>
                  </a:lnTo>
                  <a:lnTo>
                    <a:pt x="119926" y="872489"/>
                  </a:lnTo>
                  <a:lnTo>
                    <a:pt x="112649" y="869950"/>
                  </a:lnTo>
                  <a:lnTo>
                    <a:pt x="105524" y="868679"/>
                  </a:lnTo>
                  <a:lnTo>
                    <a:pt x="91719" y="863600"/>
                  </a:lnTo>
                  <a:lnTo>
                    <a:pt x="85064" y="859789"/>
                  </a:lnTo>
                  <a:lnTo>
                    <a:pt x="78587" y="857250"/>
                  </a:lnTo>
                  <a:lnTo>
                    <a:pt x="43980" y="830579"/>
                  </a:lnTo>
                  <a:lnTo>
                    <a:pt x="18122" y="796289"/>
                  </a:lnTo>
                  <a:lnTo>
                    <a:pt x="9105" y="775969"/>
                  </a:lnTo>
                  <a:lnTo>
                    <a:pt x="6756" y="769619"/>
                  </a:lnTo>
                  <a:lnTo>
                    <a:pt x="0" y="725169"/>
                  </a:lnTo>
                  <a:lnTo>
                    <a:pt x="0" y="149859"/>
                  </a:lnTo>
                  <a:lnTo>
                    <a:pt x="4724" y="111759"/>
                  </a:lnTo>
                  <a:lnTo>
                    <a:pt x="6756" y="105409"/>
                  </a:lnTo>
                  <a:lnTo>
                    <a:pt x="9105" y="97789"/>
                  </a:lnTo>
                  <a:lnTo>
                    <a:pt x="11798" y="91439"/>
                  </a:lnTo>
                  <a:lnTo>
                    <a:pt x="14808" y="83819"/>
                  </a:lnTo>
                  <a:lnTo>
                    <a:pt x="18122" y="77469"/>
                  </a:lnTo>
                  <a:lnTo>
                    <a:pt x="21742" y="71119"/>
                  </a:lnTo>
                  <a:lnTo>
                    <a:pt x="25653" y="66039"/>
                  </a:lnTo>
                  <a:lnTo>
                    <a:pt x="29832" y="59689"/>
                  </a:lnTo>
                  <a:lnTo>
                    <a:pt x="34289" y="54609"/>
                  </a:lnTo>
                  <a:lnTo>
                    <a:pt x="39014" y="48259"/>
                  </a:lnTo>
                  <a:lnTo>
                    <a:pt x="43980" y="43179"/>
                  </a:lnTo>
                  <a:lnTo>
                    <a:pt x="49199" y="38099"/>
                  </a:lnTo>
                  <a:lnTo>
                    <a:pt x="54648" y="34289"/>
                  </a:lnTo>
                  <a:lnTo>
                    <a:pt x="60325" y="29209"/>
                  </a:lnTo>
                  <a:lnTo>
                    <a:pt x="98539" y="8889"/>
                  </a:lnTo>
                  <a:lnTo>
                    <a:pt x="134835" y="0"/>
                  </a:lnTo>
                  <a:lnTo>
                    <a:pt x="3488474" y="0"/>
                  </a:lnTo>
                  <a:lnTo>
                    <a:pt x="3510660" y="3809"/>
                  </a:lnTo>
                  <a:lnTo>
                    <a:pt x="3524770" y="8889"/>
                  </a:lnTo>
                  <a:lnTo>
                    <a:pt x="3534917" y="12699"/>
                  </a:lnTo>
                  <a:lnTo>
                    <a:pt x="136270" y="12699"/>
                  </a:lnTo>
                  <a:lnTo>
                    <a:pt x="129070" y="13969"/>
                  </a:lnTo>
                  <a:lnTo>
                    <a:pt x="129387" y="13969"/>
                  </a:lnTo>
                  <a:lnTo>
                    <a:pt x="122313" y="15239"/>
                  </a:lnTo>
                  <a:lnTo>
                    <a:pt x="122618" y="15239"/>
                  </a:lnTo>
                  <a:lnTo>
                    <a:pt x="115658" y="16509"/>
                  </a:lnTo>
                  <a:lnTo>
                    <a:pt x="115963" y="16509"/>
                  </a:lnTo>
                  <a:lnTo>
                    <a:pt x="109143" y="17779"/>
                  </a:lnTo>
                  <a:lnTo>
                    <a:pt x="109448" y="17779"/>
                  </a:lnTo>
                  <a:lnTo>
                    <a:pt x="102755" y="20319"/>
                  </a:lnTo>
                  <a:lnTo>
                    <a:pt x="103060" y="20319"/>
                  </a:lnTo>
                  <a:lnTo>
                    <a:pt x="96519" y="22859"/>
                  </a:lnTo>
                  <a:lnTo>
                    <a:pt x="96812" y="22859"/>
                  </a:lnTo>
                  <a:lnTo>
                    <a:pt x="90436" y="25399"/>
                  </a:lnTo>
                  <a:lnTo>
                    <a:pt x="90716" y="25399"/>
                  </a:lnTo>
                  <a:lnTo>
                    <a:pt x="86584" y="27939"/>
                  </a:lnTo>
                  <a:lnTo>
                    <a:pt x="84785" y="27939"/>
                  </a:lnTo>
                  <a:lnTo>
                    <a:pt x="78765" y="31749"/>
                  </a:lnTo>
                  <a:lnTo>
                    <a:pt x="79019" y="31749"/>
                  </a:lnTo>
                  <a:lnTo>
                    <a:pt x="73190" y="35559"/>
                  </a:lnTo>
                  <a:lnTo>
                    <a:pt x="73444" y="35559"/>
                  </a:lnTo>
                  <a:lnTo>
                    <a:pt x="67805" y="39369"/>
                  </a:lnTo>
                  <a:lnTo>
                    <a:pt x="68046" y="39369"/>
                  </a:lnTo>
                  <a:lnTo>
                    <a:pt x="62610" y="43179"/>
                  </a:lnTo>
                  <a:lnTo>
                    <a:pt x="62852" y="43179"/>
                  </a:lnTo>
                  <a:lnTo>
                    <a:pt x="57632" y="48259"/>
                  </a:lnTo>
                  <a:lnTo>
                    <a:pt x="57848" y="48259"/>
                  </a:lnTo>
                  <a:lnTo>
                    <a:pt x="52857" y="52069"/>
                  </a:lnTo>
                  <a:lnTo>
                    <a:pt x="53073" y="52069"/>
                  </a:lnTo>
                  <a:lnTo>
                    <a:pt x="48310" y="57149"/>
                  </a:lnTo>
                  <a:lnTo>
                    <a:pt x="48513" y="57149"/>
                  </a:lnTo>
                  <a:lnTo>
                    <a:pt x="43992" y="62229"/>
                  </a:lnTo>
                  <a:lnTo>
                    <a:pt x="44183" y="62229"/>
                  </a:lnTo>
                  <a:lnTo>
                    <a:pt x="39916" y="67309"/>
                  </a:lnTo>
                  <a:lnTo>
                    <a:pt x="40093" y="67309"/>
                  </a:lnTo>
                  <a:lnTo>
                    <a:pt x="36093" y="72389"/>
                  </a:lnTo>
                  <a:lnTo>
                    <a:pt x="36258" y="72389"/>
                  </a:lnTo>
                  <a:lnTo>
                    <a:pt x="32511" y="78739"/>
                  </a:lnTo>
                  <a:lnTo>
                    <a:pt x="32677" y="78739"/>
                  </a:lnTo>
                  <a:lnTo>
                    <a:pt x="29209" y="83819"/>
                  </a:lnTo>
                  <a:lnTo>
                    <a:pt x="29362" y="83819"/>
                  </a:lnTo>
                  <a:lnTo>
                    <a:pt x="26187" y="90169"/>
                  </a:lnTo>
                  <a:lnTo>
                    <a:pt x="26314" y="90169"/>
                  </a:lnTo>
                  <a:lnTo>
                    <a:pt x="23444" y="96519"/>
                  </a:lnTo>
                  <a:lnTo>
                    <a:pt x="21496" y="101599"/>
                  </a:lnTo>
                  <a:lnTo>
                    <a:pt x="21094" y="101599"/>
                  </a:lnTo>
                  <a:lnTo>
                    <a:pt x="19210" y="107949"/>
                  </a:lnTo>
                  <a:lnTo>
                    <a:pt x="18923" y="107949"/>
                  </a:lnTo>
                  <a:lnTo>
                    <a:pt x="16979" y="115569"/>
                  </a:lnTo>
                  <a:lnTo>
                    <a:pt x="15455" y="121919"/>
                  </a:lnTo>
                  <a:lnTo>
                    <a:pt x="14262" y="128269"/>
                  </a:lnTo>
                  <a:lnTo>
                    <a:pt x="13385" y="135889"/>
                  </a:lnTo>
                  <a:lnTo>
                    <a:pt x="12865" y="142239"/>
                  </a:lnTo>
                  <a:lnTo>
                    <a:pt x="12700" y="149859"/>
                  </a:lnTo>
                  <a:lnTo>
                    <a:pt x="12700" y="725169"/>
                  </a:lnTo>
                  <a:lnTo>
                    <a:pt x="12890" y="731519"/>
                  </a:lnTo>
                  <a:lnTo>
                    <a:pt x="13423" y="739139"/>
                  </a:lnTo>
                  <a:lnTo>
                    <a:pt x="14300" y="745489"/>
                  </a:lnTo>
                  <a:lnTo>
                    <a:pt x="15519" y="753109"/>
                  </a:lnTo>
                  <a:lnTo>
                    <a:pt x="15724" y="753109"/>
                  </a:lnTo>
                  <a:lnTo>
                    <a:pt x="17068" y="759459"/>
                  </a:lnTo>
                  <a:lnTo>
                    <a:pt x="18923" y="765809"/>
                  </a:lnTo>
                  <a:lnTo>
                    <a:pt x="21094" y="772159"/>
                  </a:lnTo>
                  <a:lnTo>
                    <a:pt x="23558" y="778509"/>
                  </a:lnTo>
                  <a:lnTo>
                    <a:pt x="26314" y="784859"/>
                  </a:lnTo>
                  <a:lnTo>
                    <a:pt x="26187" y="784859"/>
                  </a:lnTo>
                  <a:lnTo>
                    <a:pt x="29362" y="789939"/>
                  </a:lnTo>
                  <a:lnTo>
                    <a:pt x="29209" y="789939"/>
                  </a:lnTo>
                  <a:lnTo>
                    <a:pt x="32677" y="796289"/>
                  </a:lnTo>
                  <a:lnTo>
                    <a:pt x="32511" y="796289"/>
                  </a:lnTo>
                  <a:lnTo>
                    <a:pt x="36258" y="801369"/>
                  </a:lnTo>
                  <a:lnTo>
                    <a:pt x="36093" y="801369"/>
                  </a:lnTo>
                  <a:lnTo>
                    <a:pt x="40093" y="807719"/>
                  </a:lnTo>
                  <a:lnTo>
                    <a:pt x="40769" y="807719"/>
                  </a:lnTo>
                  <a:lnTo>
                    <a:pt x="44183" y="812800"/>
                  </a:lnTo>
                  <a:lnTo>
                    <a:pt x="43992" y="812800"/>
                  </a:lnTo>
                  <a:lnTo>
                    <a:pt x="48513" y="817879"/>
                  </a:lnTo>
                  <a:lnTo>
                    <a:pt x="49501" y="817879"/>
                  </a:lnTo>
                  <a:lnTo>
                    <a:pt x="53073" y="821689"/>
                  </a:lnTo>
                  <a:lnTo>
                    <a:pt x="52857" y="821689"/>
                  </a:lnTo>
                  <a:lnTo>
                    <a:pt x="57848" y="826769"/>
                  </a:lnTo>
                  <a:lnTo>
                    <a:pt x="57632" y="826769"/>
                  </a:lnTo>
                  <a:lnTo>
                    <a:pt x="62852" y="830579"/>
                  </a:lnTo>
                  <a:lnTo>
                    <a:pt x="62610" y="830579"/>
                  </a:lnTo>
                  <a:lnTo>
                    <a:pt x="68046" y="835659"/>
                  </a:lnTo>
                  <a:lnTo>
                    <a:pt x="69214" y="835659"/>
                  </a:lnTo>
                  <a:lnTo>
                    <a:pt x="73444" y="839469"/>
                  </a:lnTo>
                  <a:lnTo>
                    <a:pt x="75133" y="839469"/>
                  </a:lnTo>
                  <a:lnTo>
                    <a:pt x="79019" y="842009"/>
                  </a:lnTo>
                  <a:lnTo>
                    <a:pt x="78765" y="842009"/>
                  </a:lnTo>
                  <a:lnTo>
                    <a:pt x="84785" y="845819"/>
                  </a:lnTo>
                  <a:lnTo>
                    <a:pt x="84518" y="845819"/>
                  </a:lnTo>
                  <a:lnTo>
                    <a:pt x="90716" y="848359"/>
                  </a:lnTo>
                  <a:lnTo>
                    <a:pt x="90436" y="848359"/>
                  </a:lnTo>
                  <a:lnTo>
                    <a:pt x="96812" y="852169"/>
                  </a:lnTo>
                  <a:lnTo>
                    <a:pt x="99790" y="852169"/>
                  </a:lnTo>
                  <a:lnTo>
                    <a:pt x="103060" y="853439"/>
                  </a:lnTo>
                  <a:lnTo>
                    <a:pt x="102755" y="853439"/>
                  </a:lnTo>
                  <a:lnTo>
                    <a:pt x="109448" y="855979"/>
                  </a:lnTo>
                  <a:lnTo>
                    <a:pt x="109143" y="855979"/>
                  </a:lnTo>
                  <a:lnTo>
                    <a:pt x="115963" y="858519"/>
                  </a:lnTo>
                  <a:lnTo>
                    <a:pt x="115658" y="858519"/>
                  </a:lnTo>
                  <a:lnTo>
                    <a:pt x="122618" y="859789"/>
                  </a:lnTo>
                  <a:lnTo>
                    <a:pt x="122313" y="859789"/>
                  </a:lnTo>
                  <a:lnTo>
                    <a:pt x="129387" y="861059"/>
                  </a:lnTo>
                  <a:lnTo>
                    <a:pt x="135953" y="861059"/>
                  </a:lnTo>
                  <a:lnTo>
                    <a:pt x="143255" y="862329"/>
                  </a:lnTo>
                  <a:lnTo>
                    <a:pt x="3533808" y="862329"/>
                  </a:lnTo>
                  <a:lnTo>
                    <a:pt x="3531590" y="863600"/>
                  </a:lnTo>
                  <a:lnTo>
                    <a:pt x="3517785" y="868679"/>
                  </a:lnTo>
                  <a:lnTo>
                    <a:pt x="3510660" y="869950"/>
                  </a:lnTo>
                  <a:lnTo>
                    <a:pt x="3503383" y="872489"/>
                  </a:lnTo>
                  <a:lnTo>
                    <a:pt x="3495992" y="873759"/>
                  </a:lnTo>
                  <a:close/>
                </a:path>
                <a:path w="3623309" h="875030">
                  <a:moveTo>
                    <a:pt x="3538791" y="29209"/>
                  </a:moveTo>
                  <a:lnTo>
                    <a:pt x="3532593" y="25399"/>
                  </a:lnTo>
                  <a:lnTo>
                    <a:pt x="3532873" y="25399"/>
                  </a:lnTo>
                  <a:lnTo>
                    <a:pt x="3526497" y="22859"/>
                  </a:lnTo>
                  <a:lnTo>
                    <a:pt x="3526789" y="22859"/>
                  </a:lnTo>
                  <a:lnTo>
                    <a:pt x="3520249" y="20319"/>
                  </a:lnTo>
                  <a:lnTo>
                    <a:pt x="3520541" y="20319"/>
                  </a:lnTo>
                  <a:lnTo>
                    <a:pt x="3513861" y="17779"/>
                  </a:lnTo>
                  <a:lnTo>
                    <a:pt x="3514166" y="17779"/>
                  </a:lnTo>
                  <a:lnTo>
                    <a:pt x="3507333" y="16509"/>
                  </a:lnTo>
                  <a:lnTo>
                    <a:pt x="3507651" y="16509"/>
                  </a:lnTo>
                  <a:lnTo>
                    <a:pt x="3500691" y="15239"/>
                  </a:lnTo>
                  <a:lnTo>
                    <a:pt x="3500996" y="15239"/>
                  </a:lnTo>
                  <a:lnTo>
                    <a:pt x="3493922" y="13969"/>
                  </a:lnTo>
                  <a:lnTo>
                    <a:pt x="3494227" y="13969"/>
                  </a:lnTo>
                  <a:lnTo>
                    <a:pt x="3487038" y="12699"/>
                  </a:lnTo>
                  <a:lnTo>
                    <a:pt x="3534917" y="12699"/>
                  </a:lnTo>
                  <a:lnTo>
                    <a:pt x="3538245" y="13969"/>
                  </a:lnTo>
                  <a:lnTo>
                    <a:pt x="3544722" y="17779"/>
                  </a:lnTo>
                  <a:lnTo>
                    <a:pt x="3551008" y="21589"/>
                  </a:lnTo>
                  <a:lnTo>
                    <a:pt x="3557104" y="25399"/>
                  </a:lnTo>
                  <a:lnTo>
                    <a:pt x="3561024" y="27939"/>
                  </a:lnTo>
                  <a:lnTo>
                    <a:pt x="3538524" y="27939"/>
                  </a:lnTo>
                  <a:lnTo>
                    <a:pt x="3538791" y="29209"/>
                  </a:lnTo>
                  <a:close/>
                </a:path>
                <a:path w="3623309" h="875030">
                  <a:moveTo>
                    <a:pt x="84518" y="29209"/>
                  </a:moveTo>
                  <a:lnTo>
                    <a:pt x="84785" y="27939"/>
                  </a:lnTo>
                  <a:lnTo>
                    <a:pt x="86584" y="27939"/>
                  </a:lnTo>
                  <a:lnTo>
                    <a:pt x="84518" y="29209"/>
                  </a:lnTo>
                  <a:close/>
                </a:path>
                <a:path w="3623309" h="875030">
                  <a:moveTo>
                    <a:pt x="3602329" y="102869"/>
                  </a:moveTo>
                  <a:lnTo>
                    <a:pt x="3599751" y="96519"/>
                  </a:lnTo>
                  <a:lnTo>
                    <a:pt x="3596995" y="90169"/>
                  </a:lnTo>
                  <a:lnTo>
                    <a:pt x="3593947" y="83819"/>
                  </a:lnTo>
                  <a:lnTo>
                    <a:pt x="3594100" y="83819"/>
                  </a:lnTo>
                  <a:lnTo>
                    <a:pt x="3590632" y="78739"/>
                  </a:lnTo>
                  <a:lnTo>
                    <a:pt x="3590785" y="78739"/>
                  </a:lnTo>
                  <a:lnTo>
                    <a:pt x="3587051" y="72389"/>
                  </a:lnTo>
                  <a:lnTo>
                    <a:pt x="3587216" y="72389"/>
                  </a:lnTo>
                  <a:lnTo>
                    <a:pt x="3583216" y="67309"/>
                  </a:lnTo>
                  <a:lnTo>
                    <a:pt x="3583393" y="67309"/>
                  </a:lnTo>
                  <a:lnTo>
                    <a:pt x="3579126" y="62229"/>
                  </a:lnTo>
                  <a:lnTo>
                    <a:pt x="3579317" y="62229"/>
                  </a:lnTo>
                  <a:lnTo>
                    <a:pt x="3574795" y="57149"/>
                  </a:lnTo>
                  <a:lnTo>
                    <a:pt x="3574999" y="57149"/>
                  </a:lnTo>
                  <a:lnTo>
                    <a:pt x="3570236" y="52069"/>
                  </a:lnTo>
                  <a:lnTo>
                    <a:pt x="3570452" y="52069"/>
                  </a:lnTo>
                  <a:lnTo>
                    <a:pt x="3565461" y="48259"/>
                  </a:lnTo>
                  <a:lnTo>
                    <a:pt x="3565677" y="48259"/>
                  </a:lnTo>
                  <a:lnTo>
                    <a:pt x="3560457" y="43179"/>
                  </a:lnTo>
                  <a:lnTo>
                    <a:pt x="3560699" y="43179"/>
                  </a:lnTo>
                  <a:lnTo>
                    <a:pt x="3555263" y="39369"/>
                  </a:lnTo>
                  <a:lnTo>
                    <a:pt x="3555504" y="39369"/>
                  </a:lnTo>
                  <a:lnTo>
                    <a:pt x="3549865" y="35559"/>
                  </a:lnTo>
                  <a:lnTo>
                    <a:pt x="3550119" y="35559"/>
                  </a:lnTo>
                  <a:lnTo>
                    <a:pt x="3544277" y="31749"/>
                  </a:lnTo>
                  <a:lnTo>
                    <a:pt x="3544544" y="31749"/>
                  </a:lnTo>
                  <a:lnTo>
                    <a:pt x="3538524" y="27939"/>
                  </a:lnTo>
                  <a:lnTo>
                    <a:pt x="3561024" y="27939"/>
                  </a:lnTo>
                  <a:lnTo>
                    <a:pt x="3562984" y="29209"/>
                  </a:lnTo>
                  <a:lnTo>
                    <a:pt x="3568661" y="34289"/>
                  </a:lnTo>
                  <a:lnTo>
                    <a:pt x="3574110" y="38099"/>
                  </a:lnTo>
                  <a:lnTo>
                    <a:pt x="3579317" y="43179"/>
                  </a:lnTo>
                  <a:lnTo>
                    <a:pt x="3584295" y="48259"/>
                  </a:lnTo>
                  <a:lnTo>
                    <a:pt x="3589019" y="54609"/>
                  </a:lnTo>
                  <a:lnTo>
                    <a:pt x="3593477" y="59689"/>
                  </a:lnTo>
                  <a:lnTo>
                    <a:pt x="3597655" y="66039"/>
                  </a:lnTo>
                  <a:lnTo>
                    <a:pt x="3601567" y="71119"/>
                  </a:lnTo>
                  <a:lnTo>
                    <a:pt x="3605187" y="77469"/>
                  </a:lnTo>
                  <a:lnTo>
                    <a:pt x="3608501" y="83819"/>
                  </a:lnTo>
                  <a:lnTo>
                    <a:pt x="3611511" y="91439"/>
                  </a:lnTo>
                  <a:lnTo>
                    <a:pt x="3614191" y="97789"/>
                  </a:lnTo>
                  <a:lnTo>
                    <a:pt x="3615372" y="101599"/>
                  </a:lnTo>
                  <a:lnTo>
                    <a:pt x="3602215" y="101599"/>
                  </a:lnTo>
                  <a:lnTo>
                    <a:pt x="3602329" y="102869"/>
                  </a:lnTo>
                  <a:close/>
                </a:path>
                <a:path w="3623309" h="875030">
                  <a:moveTo>
                    <a:pt x="20980" y="102869"/>
                  </a:moveTo>
                  <a:lnTo>
                    <a:pt x="21094" y="101599"/>
                  </a:lnTo>
                  <a:lnTo>
                    <a:pt x="21496" y="101599"/>
                  </a:lnTo>
                  <a:lnTo>
                    <a:pt x="20980" y="102869"/>
                  </a:lnTo>
                  <a:close/>
                </a:path>
                <a:path w="3623309" h="875030">
                  <a:moveTo>
                    <a:pt x="3604475" y="109219"/>
                  </a:moveTo>
                  <a:lnTo>
                    <a:pt x="3602215" y="101599"/>
                  </a:lnTo>
                  <a:lnTo>
                    <a:pt x="3615372" y="101599"/>
                  </a:lnTo>
                  <a:lnTo>
                    <a:pt x="3616553" y="105409"/>
                  </a:lnTo>
                  <a:lnTo>
                    <a:pt x="3617366" y="107949"/>
                  </a:lnTo>
                  <a:lnTo>
                    <a:pt x="3604386" y="107949"/>
                  </a:lnTo>
                  <a:lnTo>
                    <a:pt x="3604475" y="109219"/>
                  </a:lnTo>
                  <a:close/>
                </a:path>
                <a:path w="3623309" h="875030">
                  <a:moveTo>
                    <a:pt x="18834" y="109219"/>
                  </a:moveTo>
                  <a:lnTo>
                    <a:pt x="18923" y="107949"/>
                  </a:lnTo>
                  <a:lnTo>
                    <a:pt x="19210" y="107949"/>
                  </a:lnTo>
                  <a:lnTo>
                    <a:pt x="18834" y="109219"/>
                  </a:lnTo>
                  <a:close/>
                </a:path>
                <a:path w="3623309" h="875030">
                  <a:moveTo>
                    <a:pt x="3620702" y="753109"/>
                  </a:moveTo>
                  <a:lnTo>
                    <a:pt x="3607790" y="753109"/>
                  </a:lnTo>
                  <a:lnTo>
                    <a:pt x="3609047" y="745489"/>
                  </a:lnTo>
                  <a:lnTo>
                    <a:pt x="3609911" y="739139"/>
                  </a:lnTo>
                  <a:lnTo>
                    <a:pt x="3610444" y="731519"/>
                  </a:lnTo>
                  <a:lnTo>
                    <a:pt x="3610609" y="725169"/>
                  </a:lnTo>
                  <a:lnTo>
                    <a:pt x="3610609" y="149859"/>
                  </a:lnTo>
                  <a:lnTo>
                    <a:pt x="3610419" y="142239"/>
                  </a:lnTo>
                  <a:lnTo>
                    <a:pt x="3609886" y="135889"/>
                  </a:lnTo>
                  <a:lnTo>
                    <a:pt x="3608997" y="128269"/>
                  </a:lnTo>
                  <a:lnTo>
                    <a:pt x="3607790" y="121919"/>
                  </a:lnTo>
                  <a:lnTo>
                    <a:pt x="3606241" y="115569"/>
                  </a:lnTo>
                  <a:lnTo>
                    <a:pt x="3604386" y="107949"/>
                  </a:lnTo>
                  <a:lnTo>
                    <a:pt x="3617366" y="107949"/>
                  </a:lnTo>
                  <a:lnTo>
                    <a:pt x="3623309" y="149859"/>
                  </a:lnTo>
                  <a:lnTo>
                    <a:pt x="3623309" y="725169"/>
                  </a:lnTo>
                  <a:lnTo>
                    <a:pt x="3623119" y="732789"/>
                  </a:lnTo>
                  <a:lnTo>
                    <a:pt x="3622535" y="740409"/>
                  </a:lnTo>
                  <a:lnTo>
                    <a:pt x="3621582" y="748029"/>
                  </a:lnTo>
                  <a:lnTo>
                    <a:pt x="3620702" y="753109"/>
                  </a:lnTo>
                  <a:close/>
                </a:path>
                <a:path w="3623309" h="875030">
                  <a:moveTo>
                    <a:pt x="15724" y="753109"/>
                  </a:moveTo>
                  <a:lnTo>
                    <a:pt x="15519" y="753109"/>
                  </a:lnTo>
                  <a:lnTo>
                    <a:pt x="15455" y="751839"/>
                  </a:lnTo>
                  <a:lnTo>
                    <a:pt x="15724" y="753109"/>
                  </a:lnTo>
                  <a:close/>
                </a:path>
                <a:path w="3623309" h="875030">
                  <a:moveTo>
                    <a:pt x="3598438" y="807719"/>
                  </a:moveTo>
                  <a:lnTo>
                    <a:pt x="3583216" y="807719"/>
                  </a:lnTo>
                  <a:lnTo>
                    <a:pt x="3587216" y="801369"/>
                  </a:lnTo>
                  <a:lnTo>
                    <a:pt x="3587051" y="801369"/>
                  </a:lnTo>
                  <a:lnTo>
                    <a:pt x="3590785" y="796289"/>
                  </a:lnTo>
                  <a:lnTo>
                    <a:pt x="3590632" y="796289"/>
                  </a:lnTo>
                  <a:lnTo>
                    <a:pt x="3594100" y="789939"/>
                  </a:lnTo>
                  <a:lnTo>
                    <a:pt x="3593947" y="789939"/>
                  </a:lnTo>
                  <a:lnTo>
                    <a:pt x="3597122" y="784859"/>
                  </a:lnTo>
                  <a:lnTo>
                    <a:pt x="3599865" y="778509"/>
                  </a:lnTo>
                  <a:lnTo>
                    <a:pt x="3602329" y="772159"/>
                  </a:lnTo>
                  <a:lnTo>
                    <a:pt x="3604475" y="765809"/>
                  </a:lnTo>
                  <a:lnTo>
                    <a:pt x="3606317" y="759459"/>
                  </a:lnTo>
                  <a:lnTo>
                    <a:pt x="3607854" y="751839"/>
                  </a:lnTo>
                  <a:lnTo>
                    <a:pt x="3607790" y="753109"/>
                  </a:lnTo>
                  <a:lnTo>
                    <a:pt x="3620702" y="753109"/>
                  </a:lnTo>
                  <a:lnTo>
                    <a:pt x="3620261" y="755650"/>
                  </a:lnTo>
                  <a:lnTo>
                    <a:pt x="3616553" y="769619"/>
                  </a:lnTo>
                  <a:lnTo>
                    <a:pt x="3614191" y="775969"/>
                  </a:lnTo>
                  <a:lnTo>
                    <a:pt x="3611511" y="783589"/>
                  </a:lnTo>
                  <a:lnTo>
                    <a:pt x="3608501" y="789939"/>
                  </a:lnTo>
                  <a:lnTo>
                    <a:pt x="3605187" y="796289"/>
                  </a:lnTo>
                  <a:lnTo>
                    <a:pt x="3601567" y="802639"/>
                  </a:lnTo>
                  <a:lnTo>
                    <a:pt x="3598438" y="807719"/>
                  </a:lnTo>
                  <a:close/>
                </a:path>
                <a:path w="3623309" h="875030">
                  <a:moveTo>
                    <a:pt x="40769" y="807719"/>
                  </a:moveTo>
                  <a:lnTo>
                    <a:pt x="40093" y="807719"/>
                  </a:lnTo>
                  <a:lnTo>
                    <a:pt x="39916" y="806450"/>
                  </a:lnTo>
                  <a:lnTo>
                    <a:pt x="40769" y="807719"/>
                  </a:lnTo>
                  <a:close/>
                </a:path>
                <a:path w="3623309" h="875030">
                  <a:moveTo>
                    <a:pt x="3591248" y="817879"/>
                  </a:moveTo>
                  <a:lnTo>
                    <a:pt x="3574795" y="817879"/>
                  </a:lnTo>
                  <a:lnTo>
                    <a:pt x="3579317" y="812800"/>
                  </a:lnTo>
                  <a:lnTo>
                    <a:pt x="3579126" y="812800"/>
                  </a:lnTo>
                  <a:lnTo>
                    <a:pt x="3583393" y="806450"/>
                  </a:lnTo>
                  <a:lnTo>
                    <a:pt x="3583216" y="807719"/>
                  </a:lnTo>
                  <a:lnTo>
                    <a:pt x="3598438" y="807719"/>
                  </a:lnTo>
                  <a:lnTo>
                    <a:pt x="3597655" y="808989"/>
                  </a:lnTo>
                  <a:lnTo>
                    <a:pt x="3593477" y="815339"/>
                  </a:lnTo>
                  <a:lnTo>
                    <a:pt x="3591248" y="817879"/>
                  </a:lnTo>
                  <a:close/>
                </a:path>
                <a:path w="3623309" h="875030">
                  <a:moveTo>
                    <a:pt x="49501" y="817879"/>
                  </a:moveTo>
                  <a:lnTo>
                    <a:pt x="48513" y="817879"/>
                  </a:lnTo>
                  <a:lnTo>
                    <a:pt x="48310" y="816609"/>
                  </a:lnTo>
                  <a:lnTo>
                    <a:pt x="49501" y="817879"/>
                  </a:lnTo>
                  <a:close/>
                </a:path>
                <a:path w="3623309" h="875030">
                  <a:moveTo>
                    <a:pt x="3574110" y="835659"/>
                  </a:moveTo>
                  <a:lnTo>
                    <a:pt x="3555263" y="835659"/>
                  </a:lnTo>
                  <a:lnTo>
                    <a:pt x="3560699" y="830579"/>
                  </a:lnTo>
                  <a:lnTo>
                    <a:pt x="3560457" y="830579"/>
                  </a:lnTo>
                  <a:lnTo>
                    <a:pt x="3565677" y="826769"/>
                  </a:lnTo>
                  <a:lnTo>
                    <a:pt x="3565461" y="826769"/>
                  </a:lnTo>
                  <a:lnTo>
                    <a:pt x="3570452" y="821689"/>
                  </a:lnTo>
                  <a:lnTo>
                    <a:pt x="3570236" y="821689"/>
                  </a:lnTo>
                  <a:lnTo>
                    <a:pt x="3574999" y="816609"/>
                  </a:lnTo>
                  <a:lnTo>
                    <a:pt x="3574795" y="817879"/>
                  </a:lnTo>
                  <a:lnTo>
                    <a:pt x="3591248" y="817879"/>
                  </a:lnTo>
                  <a:lnTo>
                    <a:pt x="3589019" y="820419"/>
                  </a:lnTo>
                  <a:lnTo>
                    <a:pt x="3584295" y="825500"/>
                  </a:lnTo>
                  <a:lnTo>
                    <a:pt x="3579317" y="830579"/>
                  </a:lnTo>
                  <a:lnTo>
                    <a:pt x="3574110" y="835659"/>
                  </a:lnTo>
                  <a:close/>
                </a:path>
                <a:path w="3623309" h="875030">
                  <a:moveTo>
                    <a:pt x="69214" y="835659"/>
                  </a:moveTo>
                  <a:lnTo>
                    <a:pt x="68046" y="835659"/>
                  </a:lnTo>
                  <a:lnTo>
                    <a:pt x="67805" y="834389"/>
                  </a:lnTo>
                  <a:lnTo>
                    <a:pt x="69214" y="835659"/>
                  </a:lnTo>
                  <a:close/>
                </a:path>
                <a:path w="3623309" h="875030">
                  <a:moveTo>
                    <a:pt x="3570023" y="839469"/>
                  </a:moveTo>
                  <a:lnTo>
                    <a:pt x="3549865" y="839469"/>
                  </a:lnTo>
                  <a:lnTo>
                    <a:pt x="3555504" y="834389"/>
                  </a:lnTo>
                  <a:lnTo>
                    <a:pt x="3555263" y="835659"/>
                  </a:lnTo>
                  <a:lnTo>
                    <a:pt x="3574110" y="835659"/>
                  </a:lnTo>
                  <a:lnTo>
                    <a:pt x="3570023" y="839469"/>
                  </a:lnTo>
                  <a:close/>
                </a:path>
                <a:path w="3623309" h="875030">
                  <a:moveTo>
                    <a:pt x="75133" y="839469"/>
                  </a:moveTo>
                  <a:lnTo>
                    <a:pt x="73444" y="839469"/>
                  </a:lnTo>
                  <a:lnTo>
                    <a:pt x="73190" y="838200"/>
                  </a:lnTo>
                  <a:lnTo>
                    <a:pt x="75133" y="839469"/>
                  </a:lnTo>
                  <a:close/>
                </a:path>
                <a:path w="3623309" h="875030">
                  <a:moveTo>
                    <a:pt x="3553040" y="852169"/>
                  </a:moveTo>
                  <a:lnTo>
                    <a:pt x="3526497" y="852169"/>
                  </a:lnTo>
                  <a:lnTo>
                    <a:pt x="3532873" y="848359"/>
                  </a:lnTo>
                  <a:lnTo>
                    <a:pt x="3532593" y="848359"/>
                  </a:lnTo>
                  <a:lnTo>
                    <a:pt x="3538791" y="845819"/>
                  </a:lnTo>
                  <a:lnTo>
                    <a:pt x="3538524" y="845819"/>
                  </a:lnTo>
                  <a:lnTo>
                    <a:pt x="3544544" y="842009"/>
                  </a:lnTo>
                  <a:lnTo>
                    <a:pt x="3544277" y="842009"/>
                  </a:lnTo>
                  <a:lnTo>
                    <a:pt x="3550119" y="838200"/>
                  </a:lnTo>
                  <a:lnTo>
                    <a:pt x="3549865" y="839469"/>
                  </a:lnTo>
                  <a:lnTo>
                    <a:pt x="3570023" y="839469"/>
                  </a:lnTo>
                  <a:lnTo>
                    <a:pt x="3568661" y="840739"/>
                  </a:lnTo>
                  <a:lnTo>
                    <a:pt x="3562984" y="845819"/>
                  </a:lnTo>
                  <a:lnTo>
                    <a:pt x="3557104" y="849629"/>
                  </a:lnTo>
                  <a:lnTo>
                    <a:pt x="3553040" y="852169"/>
                  </a:lnTo>
                  <a:close/>
                </a:path>
                <a:path w="3623309" h="875030">
                  <a:moveTo>
                    <a:pt x="99790" y="852169"/>
                  </a:moveTo>
                  <a:lnTo>
                    <a:pt x="96812" y="852169"/>
                  </a:lnTo>
                  <a:lnTo>
                    <a:pt x="96519" y="850900"/>
                  </a:lnTo>
                  <a:lnTo>
                    <a:pt x="99790" y="852169"/>
                  </a:lnTo>
                  <a:close/>
                </a:path>
                <a:path w="3623309" h="875030">
                  <a:moveTo>
                    <a:pt x="3533808" y="862329"/>
                  </a:moveTo>
                  <a:lnTo>
                    <a:pt x="3480054" y="862329"/>
                  </a:lnTo>
                  <a:lnTo>
                    <a:pt x="3487356" y="861059"/>
                  </a:lnTo>
                  <a:lnTo>
                    <a:pt x="3493922" y="861059"/>
                  </a:lnTo>
                  <a:lnTo>
                    <a:pt x="3500996" y="859789"/>
                  </a:lnTo>
                  <a:lnTo>
                    <a:pt x="3500691" y="859789"/>
                  </a:lnTo>
                  <a:lnTo>
                    <a:pt x="3507651" y="858519"/>
                  </a:lnTo>
                  <a:lnTo>
                    <a:pt x="3507333" y="858519"/>
                  </a:lnTo>
                  <a:lnTo>
                    <a:pt x="3514166" y="855979"/>
                  </a:lnTo>
                  <a:lnTo>
                    <a:pt x="3513861" y="855979"/>
                  </a:lnTo>
                  <a:lnTo>
                    <a:pt x="3520541" y="853439"/>
                  </a:lnTo>
                  <a:lnTo>
                    <a:pt x="3520249" y="853439"/>
                  </a:lnTo>
                  <a:lnTo>
                    <a:pt x="3526789" y="850900"/>
                  </a:lnTo>
                  <a:lnTo>
                    <a:pt x="3526497" y="852169"/>
                  </a:lnTo>
                  <a:lnTo>
                    <a:pt x="3553040" y="852169"/>
                  </a:lnTo>
                  <a:lnTo>
                    <a:pt x="3551008" y="853439"/>
                  </a:lnTo>
                  <a:lnTo>
                    <a:pt x="3544722" y="857250"/>
                  </a:lnTo>
                  <a:lnTo>
                    <a:pt x="3538245" y="859789"/>
                  </a:lnTo>
                  <a:lnTo>
                    <a:pt x="3533808" y="862329"/>
                  </a:lnTo>
                  <a:close/>
                </a:path>
                <a:path w="3623309" h="875030">
                  <a:moveTo>
                    <a:pt x="3480854" y="875029"/>
                  </a:moveTo>
                  <a:lnTo>
                    <a:pt x="142455" y="875029"/>
                  </a:lnTo>
                  <a:lnTo>
                    <a:pt x="134835" y="873759"/>
                  </a:lnTo>
                  <a:lnTo>
                    <a:pt x="3488474" y="873759"/>
                  </a:lnTo>
                  <a:lnTo>
                    <a:pt x="3480854" y="875029"/>
                  </a:lnTo>
                  <a:close/>
                </a:path>
              </a:pathLst>
            </a:custGeom>
            <a:solidFill>
              <a:srgbClr val="ADB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86941" y="1242275"/>
            <a:ext cx="2834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577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 use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retrieved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?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8535" y="2240914"/>
            <a:ext cx="212534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5"/>
              </a:spcBef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Token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Phrase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Chunk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Paragraph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Entity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dirty="0">
                <a:latin typeface="Times New Roman"/>
                <a:cs typeface="Times New Roman"/>
              </a:rPr>
              <a:t>Knowledge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graph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64050" y="2251405"/>
            <a:ext cx="195643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5"/>
              </a:spcBef>
              <a:buChar char="•"/>
              <a:tabLst>
                <a:tab pos="297815" algn="l"/>
              </a:tabLst>
            </a:pP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search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0" dirty="0">
                <a:latin typeface="Times New Roman"/>
                <a:cs typeface="Times New Roman"/>
              </a:rPr>
              <a:t> token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 tokens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dirty="0">
                <a:latin typeface="Times New Roman"/>
                <a:cs typeface="Times New Roman"/>
              </a:rPr>
              <a:t>Adaptive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search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77480" y="2226766"/>
            <a:ext cx="2985770" cy="1397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300"/>
              </a:spcBef>
              <a:buChar char="•"/>
              <a:tabLst>
                <a:tab pos="297815" algn="l"/>
              </a:tabLst>
            </a:pPr>
            <a:r>
              <a:rPr sz="2000" dirty="0">
                <a:latin typeface="Times New Roman"/>
                <a:cs typeface="Times New Roman"/>
              </a:rPr>
              <a:t>Input/Data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200"/>
              </a:spcBef>
              <a:buChar char="•"/>
              <a:tabLst>
                <a:tab pos="297815" algn="l"/>
              </a:tabLst>
            </a:pPr>
            <a:r>
              <a:rPr sz="2000" dirty="0">
                <a:latin typeface="Times New Roman"/>
                <a:cs typeface="Times New Roman"/>
              </a:rPr>
              <a:t>Model/Intermediate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200"/>
              </a:spcBef>
              <a:buChar char="•"/>
              <a:tabLst>
                <a:tab pos="297815" algn="l"/>
              </a:tabLst>
            </a:pPr>
            <a:r>
              <a:rPr sz="2000" dirty="0">
                <a:latin typeface="Times New Roman"/>
                <a:cs typeface="Times New Roman"/>
              </a:rPr>
              <a:t>Output/Prediction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6178" y="4530547"/>
            <a:ext cx="2583815" cy="1689100"/>
          </a:xfrm>
          <a:custGeom>
            <a:avLst/>
            <a:gdLst/>
            <a:ahLst/>
            <a:cxnLst/>
            <a:rect l="l" t="t" r="r" b="b"/>
            <a:pathLst>
              <a:path w="2583815" h="1689100">
                <a:moveTo>
                  <a:pt x="2382342" y="12700"/>
                </a:moveTo>
                <a:lnTo>
                  <a:pt x="201294" y="12700"/>
                </a:lnTo>
                <a:lnTo>
                  <a:pt x="208051" y="0"/>
                </a:lnTo>
                <a:lnTo>
                  <a:pt x="2375585" y="0"/>
                </a:lnTo>
                <a:lnTo>
                  <a:pt x="2382342" y="12700"/>
                </a:lnTo>
                <a:close/>
              </a:path>
              <a:path w="2583815" h="1689100">
                <a:moveTo>
                  <a:pt x="198589" y="25400"/>
                </a:moveTo>
                <a:lnTo>
                  <a:pt x="162255" y="25400"/>
                </a:lnTo>
                <a:lnTo>
                  <a:pt x="168567" y="12700"/>
                </a:lnTo>
                <a:lnTo>
                  <a:pt x="205130" y="12700"/>
                </a:lnTo>
                <a:lnTo>
                  <a:pt x="198589" y="25400"/>
                </a:lnTo>
                <a:close/>
              </a:path>
              <a:path w="2583815" h="1689100">
                <a:moveTo>
                  <a:pt x="2421382" y="25400"/>
                </a:moveTo>
                <a:lnTo>
                  <a:pt x="2385047" y="25400"/>
                </a:lnTo>
                <a:lnTo>
                  <a:pt x="2378506" y="12700"/>
                </a:lnTo>
                <a:lnTo>
                  <a:pt x="2415070" y="12700"/>
                </a:lnTo>
                <a:lnTo>
                  <a:pt x="2421382" y="25400"/>
                </a:lnTo>
                <a:close/>
              </a:path>
              <a:path w="2583815" h="1689100">
                <a:moveTo>
                  <a:pt x="167703" y="38100"/>
                </a:moveTo>
                <a:lnTo>
                  <a:pt x="137858" y="38100"/>
                </a:lnTo>
                <a:lnTo>
                  <a:pt x="143852" y="25400"/>
                </a:lnTo>
                <a:lnTo>
                  <a:pt x="173862" y="25400"/>
                </a:lnTo>
                <a:lnTo>
                  <a:pt x="167703" y="38100"/>
                </a:lnTo>
                <a:close/>
              </a:path>
              <a:path w="2583815" h="1689100">
                <a:moveTo>
                  <a:pt x="2445778" y="38100"/>
                </a:moveTo>
                <a:lnTo>
                  <a:pt x="2415933" y="38100"/>
                </a:lnTo>
                <a:lnTo>
                  <a:pt x="2409774" y="25400"/>
                </a:lnTo>
                <a:lnTo>
                  <a:pt x="2439784" y="25400"/>
                </a:lnTo>
                <a:lnTo>
                  <a:pt x="2445778" y="38100"/>
                </a:lnTo>
                <a:close/>
              </a:path>
              <a:path w="2583815" h="1689100">
                <a:moveTo>
                  <a:pt x="122516" y="63500"/>
                </a:moveTo>
                <a:lnTo>
                  <a:pt x="104203" y="63500"/>
                </a:lnTo>
                <a:lnTo>
                  <a:pt x="115023" y="50800"/>
                </a:lnTo>
                <a:lnTo>
                  <a:pt x="126263" y="38100"/>
                </a:lnTo>
                <a:lnTo>
                  <a:pt x="150253" y="38100"/>
                </a:lnTo>
                <a:lnTo>
                  <a:pt x="144424" y="50800"/>
                </a:lnTo>
                <a:lnTo>
                  <a:pt x="133502" y="50800"/>
                </a:lnTo>
                <a:lnTo>
                  <a:pt x="122516" y="63500"/>
                </a:lnTo>
                <a:close/>
              </a:path>
              <a:path w="2583815" h="1689100">
                <a:moveTo>
                  <a:pt x="2479433" y="63500"/>
                </a:moveTo>
                <a:lnTo>
                  <a:pt x="2461120" y="63500"/>
                </a:lnTo>
                <a:lnTo>
                  <a:pt x="2450134" y="50800"/>
                </a:lnTo>
                <a:lnTo>
                  <a:pt x="2439212" y="50800"/>
                </a:lnTo>
                <a:lnTo>
                  <a:pt x="2433383" y="38100"/>
                </a:lnTo>
                <a:lnTo>
                  <a:pt x="2457373" y="38100"/>
                </a:lnTo>
                <a:lnTo>
                  <a:pt x="2468613" y="50800"/>
                </a:lnTo>
                <a:lnTo>
                  <a:pt x="2479433" y="63500"/>
                </a:lnTo>
                <a:close/>
              </a:path>
              <a:path w="2583815" h="1689100">
                <a:moveTo>
                  <a:pt x="66929" y="114300"/>
                </a:moveTo>
                <a:lnTo>
                  <a:pt x="56845" y="114300"/>
                </a:lnTo>
                <a:lnTo>
                  <a:pt x="65354" y="101600"/>
                </a:lnTo>
                <a:lnTo>
                  <a:pt x="74371" y="88900"/>
                </a:lnTo>
                <a:lnTo>
                  <a:pt x="83858" y="76200"/>
                </a:lnTo>
                <a:lnTo>
                  <a:pt x="93802" y="63500"/>
                </a:lnTo>
                <a:lnTo>
                  <a:pt x="112407" y="63500"/>
                </a:lnTo>
                <a:lnTo>
                  <a:pt x="102235" y="76200"/>
                </a:lnTo>
                <a:lnTo>
                  <a:pt x="102463" y="76200"/>
                </a:lnTo>
                <a:lnTo>
                  <a:pt x="92722" y="88900"/>
                </a:lnTo>
                <a:lnTo>
                  <a:pt x="92938" y="88900"/>
                </a:lnTo>
                <a:lnTo>
                  <a:pt x="83667" y="101600"/>
                </a:lnTo>
                <a:lnTo>
                  <a:pt x="75247" y="101600"/>
                </a:lnTo>
                <a:lnTo>
                  <a:pt x="66929" y="114300"/>
                </a:lnTo>
                <a:close/>
              </a:path>
              <a:path w="2583815" h="1689100">
                <a:moveTo>
                  <a:pt x="2526791" y="114300"/>
                </a:moveTo>
                <a:lnTo>
                  <a:pt x="2516708" y="114300"/>
                </a:lnTo>
                <a:lnTo>
                  <a:pt x="2508389" y="101600"/>
                </a:lnTo>
                <a:lnTo>
                  <a:pt x="2499969" y="101600"/>
                </a:lnTo>
                <a:lnTo>
                  <a:pt x="2490698" y="88900"/>
                </a:lnTo>
                <a:lnTo>
                  <a:pt x="2490914" y="88900"/>
                </a:lnTo>
                <a:lnTo>
                  <a:pt x="2481173" y="76200"/>
                </a:lnTo>
                <a:lnTo>
                  <a:pt x="2481402" y="76200"/>
                </a:lnTo>
                <a:lnTo>
                  <a:pt x="2471229" y="63500"/>
                </a:lnTo>
                <a:lnTo>
                  <a:pt x="2489835" y="63500"/>
                </a:lnTo>
                <a:lnTo>
                  <a:pt x="2499779" y="76200"/>
                </a:lnTo>
                <a:lnTo>
                  <a:pt x="2509266" y="88900"/>
                </a:lnTo>
                <a:lnTo>
                  <a:pt x="2518283" y="101600"/>
                </a:lnTo>
                <a:lnTo>
                  <a:pt x="2526791" y="114300"/>
                </a:lnTo>
                <a:close/>
              </a:path>
              <a:path w="2583815" h="1689100">
                <a:moveTo>
                  <a:pt x="52184" y="139700"/>
                </a:moveTo>
                <a:lnTo>
                  <a:pt x="37884" y="139700"/>
                </a:lnTo>
                <a:lnTo>
                  <a:pt x="41427" y="127000"/>
                </a:lnTo>
                <a:lnTo>
                  <a:pt x="48856" y="114300"/>
                </a:lnTo>
                <a:lnTo>
                  <a:pt x="67106" y="114300"/>
                </a:lnTo>
                <a:lnTo>
                  <a:pt x="59296" y="127000"/>
                </a:lnTo>
                <a:lnTo>
                  <a:pt x="59474" y="127000"/>
                </a:lnTo>
                <a:lnTo>
                  <a:pt x="52184" y="139700"/>
                </a:lnTo>
                <a:close/>
              </a:path>
              <a:path w="2583815" h="1689100">
                <a:moveTo>
                  <a:pt x="2545753" y="139700"/>
                </a:moveTo>
                <a:lnTo>
                  <a:pt x="2531452" y="139700"/>
                </a:lnTo>
                <a:lnTo>
                  <a:pt x="2524163" y="127000"/>
                </a:lnTo>
                <a:lnTo>
                  <a:pt x="2524340" y="127000"/>
                </a:lnTo>
                <a:lnTo>
                  <a:pt x="2516530" y="114300"/>
                </a:lnTo>
                <a:lnTo>
                  <a:pt x="2534780" y="114300"/>
                </a:lnTo>
                <a:lnTo>
                  <a:pt x="2542209" y="127000"/>
                </a:lnTo>
                <a:lnTo>
                  <a:pt x="2545753" y="139700"/>
                </a:lnTo>
                <a:close/>
              </a:path>
              <a:path w="2583815" h="1689100">
                <a:moveTo>
                  <a:pt x="45631" y="152400"/>
                </a:moveTo>
                <a:lnTo>
                  <a:pt x="31267" y="152400"/>
                </a:lnTo>
                <a:lnTo>
                  <a:pt x="34505" y="139700"/>
                </a:lnTo>
                <a:lnTo>
                  <a:pt x="48933" y="139700"/>
                </a:lnTo>
                <a:lnTo>
                  <a:pt x="45631" y="152400"/>
                </a:lnTo>
                <a:close/>
              </a:path>
              <a:path w="2583815" h="1689100">
                <a:moveTo>
                  <a:pt x="2552369" y="152400"/>
                </a:moveTo>
                <a:lnTo>
                  <a:pt x="2538006" y="152400"/>
                </a:lnTo>
                <a:lnTo>
                  <a:pt x="2534704" y="139700"/>
                </a:lnTo>
                <a:lnTo>
                  <a:pt x="2549131" y="139700"/>
                </a:lnTo>
                <a:lnTo>
                  <a:pt x="2552369" y="152400"/>
                </a:lnTo>
                <a:close/>
              </a:path>
              <a:path w="2583815" h="1689100">
                <a:moveTo>
                  <a:pt x="39585" y="165100"/>
                </a:moveTo>
                <a:lnTo>
                  <a:pt x="25234" y="165100"/>
                </a:lnTo>
                <a:lnTo>
                  <a:pt x="28181" y="152400"/>
                </a:lnTo>
                <a:lnTo>
                  <a:pt x="42608" y="152400"/>
                </a:lnTo>
                <a:lnTo>
                  <a:pt x="39585" y="165100"/>
                </a:lnTo>
                <a:close/>
              </a:path>
              <a:path w="2583815" h="1689100">
                <a:moveTo>
                  <a:pt x="2558402" y="165100"/>
                </a:moveTo>
                <a:lnTo>
                  <a:pt x="2544051" y="165100"/>
                </a:lnTo>
                <a:lnTo>
                  <a:pt x="2541028" y="152400"/>
                </a:lnTo>
                <a:lnTo>
                  <a:pt x="2555455" y="152400"/>
                </a:lnTo>
                <a:lnTo>
                  <a:pt x="2558402" y="165100"/>
                </a:lnTo>
                <a:close/>
              </a:path>
              <a:path w="2583815" h="1689100">
                <a:moveTo>
                  <a:pt x="34099" y="177800"/>
                </a:moveTo>
                <a:lnTo>
                  <a:pt x="19786" y="177800"/>
                </a:lnTo>
                <a:lnTo>
                  <a:pt x="22440" y="165100"/>
                </a:lnTo>
                <a:lnTo>
                  <a:pt x="36830" y="165100"/>
                </a:lnTo>
                <a:lnTo>
                  <a:pt x="34099" y="177800"/>
                </a:lnTo>
                <a:close/>
              </a:path>
              <a:path w="2583815" h="1689100">
                <a:moveTo>
                  <a:pt x="2563850" y="177800"/>
                </a:moveTo>
                <a:lnTo>
                  <a:pt x="2549537" y="177800"/>
                </a:lnTo>
                <a:lnTo>
                  <a:pt x="2546807" y="165100"/>
                </a:lnTo>
                <a:lnTo>
                  <a:pt x="2561196" y="165100"/>
                </a:lnTo>
                <a:lnTo>
                  <a:pt x="2563850" y="177800"/>
                </a:lnTo>
                <a:close/>
              </a:path>
              <a:path w="2583815" h="1689100">
                <a:moveTo>
                  <a:pt x="29197" y="190500"/>
                </a:moveTo>
                <a:lnTo>
                  <a:pt x="14973" y="190500"/>
                </a:lnTo>
                <a:lnTo>
                  <a:pt x="17297" y="177800"/>
                </a:lnTo>
                <a:lnTo>
                  <a:pt x="31635" y="177800"/>
                </a:lnTo>
                <a:lnTo>
                  <a:pt x="29197" y="190500"/>
                </a:lnTo>
                <a:close/>
              </a:path>
              <a:path w="2583815" h="1689100">
                <a:moveTo>
                  <a:pt x="2568663" y="190500"/>
                </a:moveTo>
                <a:lnTo>
                  <a:pt x="2554439" y="190500"/>
                </a:lnTo>
                <a:lnTo>
                  <a:pt x="2552001" y="177800"/>
                </a:lnTo>
                <a:lnTo>
                  <a:pt x="2566339" y="177800"/>
                </a:lnTo>
                <a:lnTo>
                  <a:pt x="2568663" y="190500"/>
                </a:lnTo>
                <a:close/>
              </a:path>
              <a:path w="2583815" h="1689100">
                <a:moveTo>
                  <a:pt x="24904" y="203200"/>
                </a:moveTo>
                <a:lnTo>
                  <a:pt x="10782" y="203200"/>
                </a:lnTo>
                <a:lnTo>
                  <a:pt x="12801" y="190500"/>
                </a:lnTo>
                <a:lnTo>
                  <a:pt x="27025" y="190500"/>
                </a:lnTo>
                <a:lnTo>
                  <a:pt x="24904" y="203200"/>
                </a:lnTo>
                <a:close/>
              </a:path>
              <a:path w="2583815" h="1689100">
                <a:moveTo>
                  <a:pt x="2572854" y="203200"/>
                </a:moveTo>
                <a:lnTo>
                  <a:pt x="2558732" y="203200"/>
                </a:lnTo>
                <a:lnTo>
                  <a:pt x="2556611" y="190500"/>
                </a:lnTo>
                <a:lnTo>
                  <a:pt x="2570835" y="190500"/>
                </a:lnTo>
                <a:lnTo>
                  <a:pt x="2572854" y="203200"/>
                </a:lnTo>
                <a:close/>
              </a:path>
              <a:path w="2583815" h="1689100">
                <a:moveTo>
                  <a:pt x="18161" y="228600"/>
                </a:moveTo>
                <a:lnTo>
                  <a:pt x="5727" y="228600"/>
                </a:lnTo>
                <a:lnTo>
                  <a:pt x="7251" y="215900"/>
                </a:lnTo>
                <a:lnTo>
                  <a:pt x="8928" y="203200"/>
                </a:lnTo>
                <a:lnTo>
                  <a:pt x="23025" y="203200"/>
                </a:lnTo>
                <a:lnTo>
                  <a:pt x="21209" y="215900"/>
                </a:lnTo>
                <a:lnTo>
                  <a:pt x="19646" y="215900"/>
                </a:lnTo>
                <a:lnTo>
                  <a:pt x="18161" y="228600"/>
                </a:lnTo>
                <a:close/>
              </a:path>
              <a:path w="2583815" h="1689100">
                <a:moveTo>
                  <a:pt x="2577909" y="228600"/>
                </a:moveTo>
                <a:lnTo>
                  <a:pt x="2565476" y="228600"/>
                </a:lnTo>
                <a:lnTo>
                  <a:pt x="2563990" y="215900"/>
                </a:lnTo>
                <a:lnTo>
                  <a:pt x="2562428" y="215900"/>
                </a:lnTo>
                <a:lnTo>
                  <a:pt x="2560612" y="203200"/>
                </a:lnTo>
                <a:lnTo>
                  <a:pt x="2574709" y="203200"/>
                </a:lnTo>
                <a:lnTo>
                  <a:pt x="2576385" y="215900"/>
                </a:lnTo>
                <a:lnTo>
                  <a:pt x="2577909" y="228600"/>
                </a:lnTo>
                <a:close/>
              </a:path>
              <a:path w="2583815" h="1689100">
                <a:moveTo>
                  <a:pt x="15760" y="241300"/>
                </a:moveTo>
                <a:lnTo>
                  <a:pt x="3213" y="241300"/>
                </a:lnTo>
                <a:lnTo>
                  <a:pt x="4381" y="228600"/>
                </a:lnTo>
                <a:lnTo>
                  <a:pt x="16903" y="228600"/>
                </a:lnTo>
                <a:lnTo>
                  <a:pt x="15760" y="241300"/>
                </a:lnTo>
                <a:close/>
              </a:path>
              <a:path w="2583815" h="1689100">
                <a:moveTo>
                  <a:pt x="2580424" y="241300"/>
                </a:moveTo>
                <a:lnTo>
                  <a:pt x="2567876" y="241300"/>
                </a:lnTo>
                <a:lnTo>
                  <a:pt x="2566733" y="228600"/>
                </a:lnTo>
                <a:lnTo>
                  <a:pt x="2579255" y="228600"/>
                </a:lnTo>
                <a:lnTo>
                  <a:pt x="2580424" y="241300"/>
                </a:lnTo>
                <a:close/>
              </a:path>
              <a:path w="2583815" h="1689100">
                <a:moveTo>
                  <a:pt x="14020" y="254000"/>
                </a:moveTo>
                <a:lnTo>
                  <a:pt x="1384" y="254000"/>
                </a:lnTo>
                <a:lnTo>
                  <a:pt x="2209" y="241300"/>
                </a:lnTo>
                <a:lnTo>
                  <a:pt x="14820" y="241300"/>
                </a:lnTo>
                <a:lnTo>
                  <a:pt x="14020" y="254000"/>
                </a:lnTo>
                <a:close/>
              </a:path>
              <a:path w="2583815" h="1689100">
                <a:moveTo>
                  <a:pt x="2582252" y="254000"/>
                </a:moveTo>
                <a:lnTo>
                  <a:pt x="2569616" y="254000"/>
                </a:lnTo>
                <a:lnTo>
                  <a:pt x="2568816" y="241300"/>
                </a:lnTo>
                <a:lnTo>
                  <a:pt x="2581427" y="241300"/>
                </a:lnTo>
                <a:lnTo>
                  <a:pt x="2582252" y="254000"/>
                </a:lnTo>
                <a:close/>
              </a:path>
              <a:path w="2583815" h="1689100">
                <a:moveTo>
                  <a:pt x="12700" y="1409700"/>
                </a:moveTo>
                <a:lnTo>
                  <a:pt x="0" y="1409700"/>
                </a:lnTo>
                <a:lnTo>
                  <a:pt x="0" y="266700"/>
                </a:lnTo>
                <a:lnTo>
                  <a:pt x="279" y="266700"/>
                </a:lnTo>
                <a:lnTo>
                  <a:pt x="749" y="254000"/>
                </a:lnTo>
                <a:lnTo>
                  <a:pt x="13411" y="254000"/>
                </a:lnTo>
                <a:lnTo>
                  <a:pt x="12966" y="266700"/>
                </a:lnTo>
                <a:lnTo>
                  <a:pt x="12700" y="279400"/>
                </a:lnTo>
                <a:lnTo>
                  <a:pt x="12700" y="1409700"/>
                </a:lnTo>
                <a:close/>
              </a:path>
              <a:path w="2583815" h="1689100">
                <a:moveTo>
                  <a:pt x="2583637" y="1409700"/>
                </a:moveTo>
                <a:lnTo>
                  <a:pt x="2570937" y="1409700"/>
                </a:lnTo>
                <a:lnTo>
                  <a:pt x="2571026" y="279400"/>
                </a:lnTo>
                <a:lnTo>
                  <a:pt x="2570670" y="266700"/>
                </a:lnTo>
                <a:lnTo>
                  <a:pt x="2570226" y="254000"/>
                </a:lnTo>
                <a:lnTo>
                  <a:pt x="2582887" y="254000"/>
                </a:lnTo>
                <a:lnTo>
                  <a:pt x="2583357" y="266700"/>
                </a:lnTo>
                <a:lnTo>
                  <a:pt x="2583637" y="266700"/>
                </a:lnTo>
                <a:lnTo>
                  <a:pt x="2583637" y="1409700"/>
                </a:lnTo>
                <a:close/>
              </a:path>
              <a:path w="2583815" h="1689100">
                <a:moveTo>
                  <a:pt x="14033" y="1435100"/>
                </a:moveTo>
                <a:lnTo>
                  <a:pt x="1384" y="1435100"/>
                </a:lnTo>
                <a:lnTo>
                  <a:pt x="749" y="1422400"/>
                </a:lnTo>
                <a:lnTo>
                  <a:pt x="279" y="1409700"/>
                </a:lnTo>
                <a:lnTo>
                  <a:pt x="12966" y="1409700"/>
                </a:lnTo>
                <a:lnTo>
                  <a:pt x="13411" y="1422400"/>
                </a:lnTo>
                <a:lnTo>
                  <a:pt x="14033" y="1435100"/>
                </a:lnTo>
                <a:close/>
              </a:path>
              <a:path w="2583815" h="1689100">
                <a:moveTo>
                  <a:pt x="2582252" y="1435100"/>
                </a:moveTo>
                <a:lnTo>
                  <a:pt x="2569603" y="1435100"/>
                </a:lnTo>
                <a:lnTo>
                  <a:pt x="2570238" y="1422400"/>
                </a:lnTo>
                <a:lnTo>
                  <a:pt x="2570670" y="1409700"/>
                </a:lnTo>
                <a:lnTo>
                  <a:pt x="2583357" y="1409700"/>
                </a:lnTo>
                <a:lnTo>
                  <a:pt x="2582887" y="1422400"/>
                </a:lnTo>
                <a:lnTo>
                  <a:pt x="2582252" y="1435100"/>
                </a:lnTo>
                <a:close/>
              </a:path>
              <a:path w="2583815" h="1689100">
                <a:moveTo>
                  <a:pt x="15773" y="1447800"/>
                </a:moveTo>
                <a:lnTo>
                  <a:pt x="3213" y="1447800"/>
                </a:lnTo>
                <a:lnTo>
                  <a:pt x="2209" y="1435100"/>
                </a:lnTo>
                <a:lnTo>
                  <a:pt x="14795" y="1435100"/>
                </a:lnTo>
                <a:lnTo>
                  <a:pt x="15773" y="1447800"/>
                </a:lnTo>
                <a:close/>
              </a:path>
              <a:path w="2583815" h="1689100">
                <a:moveTo>
                  <a:pt x="2580424" y="1447800"/>
                </a:moveTo>
                <a:lnTo>
                  <a:pt x="2567863" y="1447800"/>
                </a:lnTo>
                <a:lnTo>
                  <a:pt x="2568841" y="1435100"/>
                </a:lnTo>
                <a:lnTo>
                  <a:pt x="2581427" y="1435100"/>
                </a:lnTo>
                <a:lnTo>
                  <a:pt x="2580424" y="1447800"/>
                </a:lnTo>
                <a:close/>
              </a:path>
              <a:path w="2583815" h="1689100">
                <a:moveTo>
                  <a:pt x="18186" y="1460500"/>
                </a:moveTo>
                <a:lnTo>
                  <a:pt x="5727" y="1460500"/>
                </a:lnTo>
                <a:lnTo>
                  <a:pt x="4381" y="1447800"/>
                </a:lnTo>
                <a:lnTo>
                  <a:pt x="16878" y="1447800"/>
                </a:lnTo>
                <a:lnTo>
                  <a:pt x="18186" y="1460500"/>
                </a:lnTo>
                <a:close/>
              </a:path>
              <a:path w="2583815" h="1689100">
                <a:moveTo>
                  <a:pt x="2577909" y="1460500"/>
                </a:moveTo>
                <a:lnTo>
                  <a:pt x="2565450" y="1460500"/>
                </a:lnTo>
                <a:lnTo>
                  <a:pt x="2566758" y="1447800"/>
                </a:lnTo>
                <a:lnTo>
                  <a:pt x="2579255" y="1447800"/>
                </a:lnTo>
                <a:lnTo>
                  <a:pt x="2577909" y="1460500"/>
                </a:lnTo>
                <a:close/>
              </a:path>
              <a:path w="2583815" h="1689100">
                <a:moveTo>
                  <a:pt x="24942" y="1485900"/>
                </a:moveTo>
                <a:lnTo>
                  <a:pt x="10782" y="1485900"/>
                </a:lnTo>
                <a:lnTo>
                  <a:pt x="8928" y="1473200"/>
                </a:lnTo>
                <a:lnTo>
                  <a:pt x="7251" y="1460500"/>
                </a:lnTo>
                <a:lnTo>
                  <a:pt x="19608" y="1460500"/>
                </a:lnTo>
                <a:lnTo>
                  <a:pt x="21247" y="1473200"/>
                </a:lnTo>
                <a:lnTo>
                  <a:pt x="22974" y="1473200"/>
                </a:lnTo>
                <a:lnTo>
                  <a:pt x="24942" y="1485900"/>
                </a:lnTo>
                <a:close/>
              </a:path>
              <a:path w="2583815" h="1689100">
                <a:moveTo>
                  <a:pt x="2572854" y="1485900"/>
                </a:moveTo>
                <a:lnTo>
                  <a:pt x="2558694" y="1485900"/>
                </a:lnTo>
                <a:lnTo>
                  <a:pt x="2560662" y="1473200"/>
                </a:lnTo>
                <a:lnTo>
                  <a:pt x="2562377" y="1473200"/>
                </a:lnTo>
                <a:lnTo>
                  <a:pt x="2564028" y="1460500"/>
                </a:lnTo>
                <a:lnTo>
                  <a:pt x="2576385" y="1460500"/>
                </a:lnTo>
                <a:lnTo>
                  <a:pt x="2574709" y="1473200"/>
                </a:lnTo>
                <a:lnTo>
                  <a:pt x="2572854" y="1485900"/>
                </a:lnTo>
                <a:close/>
              </a:path>
              <a:path w="2583815" h="1689100">
                <a:moveTo>
                  <a:pt x="29260" y="1498600"/>
                </a:moveTo>
                <a:lnTo>
                  <a:pt x="14973" y="1498600"/>
                </a:lnTo>
                <a:lnTo>
                  <a:pt x="12801" y="1485900"/>
                </a:lnTo>
                <a:lnTo>
                  <a:pt x="26974" y="1485900"/>
                </a:lnTo>
                <a:lnTo>
                  <a:pt x="29260" y="1498600"/>
                </a:lnTo>
                <a:close/>
              </a:path>
              <a:path w="2583815" h="1689100">
                <a:moveTo>
                  <a:pt x="2568663" y="1498600"/>
                </a:moveTo>
                <a:lnTo>
                  <a:pt x="2554376" y="1498600"/>
                </a:lnTo>
                <a:lnTo>
                  <a:pt x="2556662" y="1485900"/>
                </a:lnTo>
                <a:lnTo>
                  <a:pt x="2570835" y="1485900"/>
                </a:lnTo>
                <a:lnTo>
                  <a:pt x="2568663" y="1498600"/>
                </a:lnTo>
                <a:close/>
              </a:path>
              <a:path w="2583815" h="1689100">
                <a:moveTo>
                  <a:pt x="34162" y="1511300"/>
                </a:moveTo>
                <a:lnTo>
                  <a:pt x="19786" y="1511300"/>
                </a:lnTo>
                <a:lnTo>
                  <a:pt x="17297" y="1498600"/>
                </a:lnTo>
                <a:lnTo>
                  <a:pt x="31572" y="1498600"/>
                </a:lnTo>
                <a:lnTo>
                  <a:pt x="34162" y="1511300"/>
                </a:lnTo>
                <a:close/>
              </a:path>
              <a:path w="2583815" h="1689100">
                <a:moveTo>
                  <a:pt x="2563850" y="1511300"/>
                </a:moveTo>
                <a:lnTo>
                  <a:pt x="2549474" y="1511300"/>
                </a:lnTo>
                <a:lnTo>
                  <a:pt x="2552052" y="1498600"/>
                </a:lnTo>
                <a:lnTo>
                  <a:pt x="2566339" y="1498600"/>
                </a:lnTo>
                <a:lnTo>
                  <a:pt x="2563850" y="1511300"/>
                </a:lnTo>
                <a:close/>
              </a:path>
              <a:path w="2583815" h="1689100">
                <a:moveTo>
                  <a:pt x="39649" y="1524000"/>
                </a:moveTo>
                <a:lnTo>
                  <a:pt x="25234" y="1524000"/>
                </a:lnTo>
                <a:lnTo>
                  <a:pt x="22440" y="1511300"/>
                </a:lnTo>
                <a:lnTo>
                  <a:pt x="36766" y="1511300"/>
                </a:lnTo>
                <a:lnTo>
                  <a:pt x="39649" y="1524000"/>
                </a:lnTo>
                <a:close/>
              </a:path>
              <a:path w="2583815" h="1689100">
                <a:moveTo>
                  <a:pt x="2558402" y="1524000"/>
                </a:moveTo>
                <a:lnTo>
                  <a:pt x="2543987" y="1524000"/>
                </a:lnTo>
                <a:lnTo>
                  <a:pt x="2546870" y="1511300"/>
                </a:lnTo>
                <a:lnTo>
                  <a:pt x="2561196" y="1511300"/>
                </a:lnTo>
                <a:lnTo>
                  <a:pt x="2558402" y="1524000"/>
                </a:lnTo>
                <a:close/>
              </a:path>
              <a:path w="2583815" h="1689100">
                <a:moveTo>
                  <a:pt x="45707" y="1536700"/>
                </a:moveTo>
                <a:lnTo>
                  <a:pt x="31267" y="1536700"/>
                </a:lnTo>
                <a:lnTo>
                  <a:pt x="28181" y="1524000"/>
                </a:lnTo>
                <a:lnTo>
                  <a:pt x="42532" y="1524000"/>
                </a:lnTo>
                <a:lnTo>
                  <a:pt x="45707" y="1536700"/>
                </a:lnTo>
                <a:close/>
              </a:path>
              <a:path w="2583815" h="1689100">
                <a:moveTo>
                  <a:pt x="2552369" y="1536700"/>
                </a:moveTo>
                <a:lnTo>
                  <a:pt x="2537929" y="1536700"/>
                </a:lnTo>
                <a:lnTo>
                  <a:pt x="2541104" y="1524000"/>
                </a:lnTo>
                <a:lnTo>
                  <a:pt x="2555455" y="1524000"/>
                </a:lnTo>
                <a:lnTo>
                  <a:pt x="2552369" y="1536700"/>
                </a:lnTo>
                <a:close/>
              </a:path>
              <a:path w="2583815" h="1689100">
                <a:moveTo>
                  <a:pt x="52298" y="1549400"/>
                </a:moveTo>
                <a:lnTo>
                  <a:pt x="37884" y="1549400"/>
                </a:lnTo>
                <a:lnTo>
                  <a:pt x="34505" y="1536700"/>
                </a:lnTo>
                <a:lnTo>
                  <a:pt x="48856" y="1536700"/>
                </a:lnTo>
                <a:lnTo>
                  <a:pt x="52298" y="1549400"/>
                </a:lnTo>
                <a:close/>
              </a:path>
              <a:path w="2583815" h="1689100">
                <a:moveTo>
                  <a:pt x="2545753" y="1549400"/>
                </a:moveTo>
                <a:lnTo>
                  <a:pt x="2531338" y="1549400"/>
                </a:lnTo>
                <a:lnTo>
                  <a:pt x="2534780" y="1536700"/>
                </a:lnTo>
                <a:lnTo>
                  <a:pt x="2549131" y="1536700"/>
                </a:lnTo>
                <a:lnTo>
                  <a:pt x="2545753" y="1549400"/>
                </a:lnTo>
                <a:close/>
              </a:path>
              <a:path w="2583815" h="1689100">
                <a:moveTo>
                  <a:pt x="92938" y="1600200"/>
                </a:moveTo>
                <a:lnTo>
                  <a:pt x="74371" y="1600200"/>
                </a:lnTo>
                <a:lnTo>
                  <a:pt x="65354" y="1587500"/>
                </a:lnTo>
                <a:lnTo>
                  <a:pt x="56845" y="1574800"/>
                </a:lnTo>
                <a:lnTo>
                  <a:pt x="48856" y="1562100"/>
                </a:lnTo>
                <a:lnTo>
                  <a:pt x="41427" y="1549400"/>
                </a:lnTo>
                <a:lnTo>
                  <a:pt x="59296" y="1549400"/>
                </a:lnTo>
                <a:lnTo>
                  <a:pt x="67106" y="1562100"/>
                </a:lnTo>
                <a:lnTo>
                  <a:pt x="66929" y="1562100"/>
                </a:lnTo>
                <a:lnTo>
                  <a:pt x="75247" y="1574800"/>
                </a:lnTo>
                <a:lnTo>
                  <a:pt x="75056" y="1574800"/>
                </a:lnTo>
                <a:lnTo>
                  <a:pt x="83870" y="1587500"/>
                </a:lnTo>
                <a:lnTo>
                  <a:pt x="83667" y="1587500"/>
                </a:lnTo>
                <a:lnTo>
                  <a:pt x="92938" y="1600200"/>
                </a:lnTo>
                <a:close/>
              </a:path>
              <a:path w="2583815" h="1689100">
                <a:moveTo>
                  <a:pt x="2509266" y="1600200"/>
                </a:moveTo>
                <a:lnTo>
                  <a:pt x="2490698" y="1600200"/>
                </a:lnTo>
                <a:lnTo>
                  <a:pt x="2499969" y="1587500"/>
                </a:lnTo>
                <a:lnTo>
                  <a:pt x="2499766" y="1587500"/>
                </a:lnTo>
                <a:lnTo>
                  <a:pt x="2508580" y="1574800"/>
                </a:lnTo>
                <a:lnTo>
                  <a:pt x="2508389" y="1574800"/>
                </a:lnTo>
                <a:lnTo>
                  <a:pt x="2516708" y="1562100"/>
                </a:lnTo>
                <a:lnTo>
                  <a:pt x="2516530" y="1562100"/>
                </a:lnTo>
                <a:lnTo>
                  <a:pt x="2524340" y="1549400"/>
                </a:lnTo>
                <a:lnTo>
                  <a:pt x="2542209" y="1549400"/>
                </a:lnTo>
                <a:lnTo>
                  <a:pt x="2534780" y="1562100"/>
                </a:lnTo>
                <a:lnTo>
                  <a:pt x="2526791" y="1574800"/>
                </a:lnTo>
                <a:lnTo>
                  <a:pt x="2518283" y="1587500"/>
                </a:lnTo>
                <a:lnTo>
                  <a:pt x="2509266" y="1600200"/>
                </a:lnTo>
                <a:close/>
              </a:path>
              <a:path w="2583815" h="1689100">
                <a:moveTo>
                  <a:pt x="122758" y="1625600"/>
                </a:moveTo>
                <a:lnTo>
                  <a:pt x="104203" y="1625600"/>
                </a:lnTo>
                <a:lnTo>
                  <a:pt x="93802" y="1612900"/>
                </a:lnTo>
                <a:lnTo>
                  <a:pt x="83858" y="1600200"/>
                </a:lnTo>
                <a:lnTo>
                  <a:pt x="102235" y="1600200"/>
                </a:lnTo>
                <a:lnTo>
                  <a:pt x="112407" y="1612900"/>
                </a:lnTo>
                <a:lnTo>
                  <a:pt x="112166" y="1612900"/>
                </a:lnTo>
                <a:lnTo>
                  <a:pt x="122758" y="1625600"/>
                </a:lnTo>
                <a:close/>
              </a:path>
              <a:path w="2583815" h="1689100">
                <a:moveTo>
                  <a:pt x="2479433" y="1625600"/>
                </a:moveTo>
                <a:lnTo>
                  <a:pt x="2460879" y="1625600"/>
                </a:lnTo>
                <a:lnTo>
                  <a:pt x="2471470" y="1612900"/>
                </a:lnTo>
                <a:lnTo>
                  <a:pt x="2471229" y="1612900"/>
                </a:lnTo>
                <a:lnTo>
                  <a:pt x="2481402" y="1600200"/>
                </a:lnTo>
                <a:lnTo>
                  <a:pt x="2499779" y="1600200"/>
                </a:lnTo>
                <a:lnTo>
                  <a:pt x="2489835" y="1612900"/>
                </a:lnTo>
                <a:lnTo>
                  <a:pt x="2479433" y="1625600"/>
                </a:lnTo>
                <a:close/>
              </a:path>
              <a:path w="2583815" h="1689100">
                <a:moveTo>
                  <a:pt x="161886" y="1651000"/>
                </a:moveTo>
                <a:lnTo>
                  <a:pt x="137858" y="1651000"/>
                </a:lnTo>
                <a:lnTo>
                  <a:pt x="126263" y="1638300"/>
                </a:lnTo>
                <a:lnTo>
                  <a:pt x="115023" y="1625600"/>
                </a:lnTo>
                <a:lnTo>
                  <a:pt x="133248" y="1625600"/>
                </a:lnTo>
                <a:lnTo>
                  <a:pt x="144614" y="1638300"/>
                </a:lnTo>
                <a:lnTo>
                  <a:pt x="155892" y="1638300"/>
                </a:lnTo>
                <a:lnTo>
                  <a:pt x="161886" y="1651000"/>
                </a:lnTo>
                <a:close/>
              </a:path>
              <a:path w="2583815" h="1689100">
                <a:moveTo>
                  <a:pt x="2445778" y="1651000"/>
                </a:moveTo>
                <a:lnTo>
                  <a:pt x="2421750" y="1651000"/>
                </a:lnTo>
                <a:lnTo>
                  <a:pt x="2427744" y="1638300"/>
                </a:lnTo>
                <a:lnTo>
                  <a:pt x="2439022" y="1638300"/>
                </a:lnTo>
                <a:lnTo>
                  <a:pt x="2450388" y="1625600"/>
                </a:lnTo>
                <a:lnTo>
                  <a:pt x="2468613" y="1625600"/>
                </a:lnTo>
                <a:lnTo>
                  <a:pt x="2457373" y="1638300"/>
                </a:lnTo>
                <a:lnTo>
                  <a:pt x="2445778" y="1651000"/>
                </a:lnTo>
                <a:close/>
              </a:path>
              <a:path w="2583815" h="1689100">
                <a:moveTo>
                  <a:pt x="192405" y="1663700"/>
                </a:moveTo>
                <a:lnTo>
                  <a:pt x="162255" y="1663700"/>
                </a:lnTo>
                <a:lnTo>
                  <a:pt x="156032" y="1651000"/>
                </a:lnTo>
                <a:lnTo>
                  <a:pt x="186004" y="1651000"/>
                </a:lnTo>
                <a:lnTo>
                  <a:pt x="192405" y="1663700"/>
                </a:lnTo>
                <a:close/>
              </a:path>
              <a:path w="2583815" h="1689100">
                <a:moveTo>
                  <a:pt x="2421382" y="1663700"/>
                </a:moveTo>
                <a:lnTo>
                  <a:pt x="2391232" y="1663700"/>
                </a:lnTo>
                <a:lnTo>
                  <a:pt x="2397633" y="1651000"/>
                </a:lnTo>
                <a:lnTo>
                  <a:pt x="2427605" y="1651000"/>
                </a:lnTo>
                <a:lnTo>
                  <a:pt x="2421382" y="1663700"/>
                </a:lnTo>
                <a:close/>
              </a:path>
              <a:path w="2583815" h="1689100">
                <a:moveTo>
                  <a:pt x="238099" y="1676400"/>
                </a:moveTo>
                <a:lnTo>
                  <a:pt x="187972" y="1676400"/>
                </a:lnTo>
                <a:lnTo>
                  <a:pt x="181419" y="1663700"/>
                </a:lnTo>
                <a:lnTo>
                  <a:pt x="231228" y="1663700"/>
                </a:lnTo>
                <a:lnTo>
                  <a:pt x="238099" y="1676400"/>
                </a:lnTo>
                <a:close/>
              </a:path>
              <a:path w="2583815" h="1689100">
                <a:moveTo>
                  <a:pt x="2395664" y="1676400"/>
                </a:moveTo>
                <a:lnTo>
                  <a:pt x="2345537" y="1676400"/>
                </a:lnTo>
                <a:lnTo>
                  <a:pt x="2352408" y="1663700"/>
                </a:lnTo>
                <a:lnTo>
                  <a:pt x="2402217" y="1663700"/>
                </a:lnTo>
                <a:lnTo>
                  <a:pt x="2395664" y="1676400"/>
                </a:lnTo>
                <a:close/>
              </a:path>
              <a:path w="2583815" h="1689100">
                <a:moveTo>
                  <a:pt x="2347849" y="1689100"/>
                </a:moveTo>
                <a:lnTo>
                  <a:pt x="235788" y="1689100"/>
                </a:lnTo>
                <a:lnTo>
                  <a:pt x="228765" y="1676400"/>
                </a:lnTo>
                <a:lnTo>
                  <a:pt x="2354872" y="1676400"/>
                </a:lnTo>
                <a:lnTo>
                  <a:pt x="2347849" y="1689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903260" y="4622787"/>
            <a:ext cx="24453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EC7C30"/>
                </a:solidFill>
                <a:latin typeface="Times New Roman"/>
                <a:cs typeface="Times New Roman"/>
              </a:rPr>
              <a:t>Augmentation</a:t>
            </a:r>
            <a:r>
              <a:rPr sz="2000" b="1" spc="-8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EC7C30"/>
                </a:solidFill>
                <a:latin typeface="Times New Roman"/>
                <a:cs typeface="Times New Roman"/>
              </a:rPr>
              <a:t>stage</a:t>
            </a:r>
            <a:r>
              <a:rPr sz="2000" b="1" spc="-10" dirty="0">
                <a:solidFill>
                  <a:srgbClr val="EC7C30"/>
                </a:solidFill>
                <a:latin typeface="Microsoft Tai Le"/>
                <a:cs typeface="Microsoft Tai Le"/>
              </a:rPr>
              <a:t>：</a:t>
            </a:r>
            <a:endParaRPr sz="2000">
              <a:latin typeface="Microsoft Tai Le"/>
              <a:cs typeface="Microsoft Tai 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03260" y="4940922"/>
            <a:ext cx="152463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5"/>
              </a:spcBef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Pre-training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Fine-tuning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Inference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3059" y="4712334"/>
            <a:ext cx="1088390" cy="1282700"/>
            <a:chOff x="353059" y="4712334"/>
            <a:chExt cx="1088390" cy="1282700"/>
          </a:xfrm>
        </p:grpSpPr>
        <p:sp>
          <p:nvSpPr>
            <p:cNvPr id="22" name="object 22"/>
            <p:cNvSpPr/>
            <p:nvPr/>
          </p:nvSpPr>
          <p:spPr>
            <a:xfrm>
              <a:off x="359663" y="4718303"/>
              <a:ext cx="1076325" cy="1274445"/>
            </a:xfrm>
            <a:custGeom>
              <a:avLst/>
              <a:gdLst/>
              <a:ahLst/>
              <a:cxnLst/>
              <a:rect l="l" t="t" r="r" b="b"/>
              <a:pathLst>
                <a:path w="1076325" h="1274445">
                  <a:moveTo>
                    <a:pt x="896112" y="1274064"/>
                  </a:moveTo>
                  <a:lnTo>
                    <a:pt x="178308" y="1274064"/>
                  </a:lnTo>
                  <a:lnTo>
                    <a:pt x="130951" y="1267710"/>
                  </a:lnTo>
                  <a:lnTo>
                    <a:pt x="88335" y="1249651"/>
                  </a:lnTo>
                  <a:lnTo>
                    <a:pt x="52196" y="1221581"/>
                  </a:lnTo>
                  <a:lnTo>
                    <a:pt x="24271" y="1185192"/>
                  </a:lnTo>
                  <a:lnTo>
                    <a:pt x="6293" y="1142178"/>
                  </a:lnTo>
                  <a:lnTo>
                    <a:pt x="0" y="1094232"/>
                  </a:lnTo>
                  <a:lnTo>
                    <a:pt x="0" y="179832"/>
                  </a:lnTo>
                  <a:lnTo>
                    <a:pt x="6293" y="132097"/>
                  </a:lnTo>
                  <a:lnTo>
                    <a:pt x="24271" y="89210"/>
                  </a:lnTo>
                  <a:lnTo>
                    <a:pt x="52196" y="52863"/>
                  </a:lnTo>
                  <a:lnTo>
                    <a:pt x="88335" y="24750"/>
                  </a:lnTo>
                  <a:lnTo>
                    <a:pt x="130951" y="6565"/>
                  </a:lnTo>
                  <a:lnTo>
                    <a:pt x="178308" y="0"/>
                  </a:lnTo>
                  <a:lnTo>
                    <a:pt x="896112" y="0"/>
                  </a:lnTo>
                  <a:lnTo>
                    <a:pt x="943793" y="6565"/>
                  </a:lnTo>
                  <a:lnTo>
                    <a:pt x="986648" y="24750"/>
                  </a:lnTo>
                  <a:lnTo>
                    <a:pt x="1022985" y="52863"/>
                  </a:lnTo>
                  <a:lnTo>
                    <a:pt x="1051108" y="89210"/>
                  </a:lnTo>
                  <a:lnTo>
                    <a:pt x="1069325" y="132097"/>
                  </a:lnTo>
                  <a:lnTo>
                    <a:pt x="1075944" y="179832"/>
                  </a:lnTo>
                  <a:lnTo>
                    <a:pt x="1075944" y="1094232"/>
                  </a:lnTo>
                  <a:lnTo>
                    <a:pt x="1069325" y="1142178"/>
                  </a:lnTo>
                  <a:lnTo>
                    <a:pt x="1051108" y="1185192"/>
                  </a:lnTo>
                  <a:lnTo>
                    <a:pt x="1022985" y="1221581"/>
                  </a:lnTo>
                  <a:lnTo>
                    <a:pt x="986648" y="1249651"/>
                  </a:lnTo>
                  <a:lnTo>
                    <a:pt x="943793" y="1267710"/>
                  </a:lnTo>
                  <a:lnTo>
                    <a:pt x="896112" y="1274064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3059" y="4712334"/>
              <a:ext cx="1088390" cy="1282700"/>
            </a:xfrm>
            <a:custGeom>
              <a:avLst/>
              <a:gdLst/>
              <a:ahLst/>
              <a:cxnLst/>
              <a:rect l="l" t="t" r="r" b="b"/>
              <a:pathLst>
                <a:path w="1088390" h="1282700">
                  <a:moveTo>
                    <a:pt x="975017" y="12700"/>
                  </a:moveTo>
                  <a:lnTo>
                    <a:pt x="113372" y="12700"/>
                  </a:lnTo>
                  <a:lnTo>
                    <a:pt x="121805" y="0"/>
                  </a:lnTo>
                  <a:lnTo>
                    <a:pt x="966584" y="0"/>
                  </a:lnTo>
                  <a:lnTo>
                    <a:pt x="975017" y="12700"/>
                  </a:lnTo>
                  <a:close/>
                </a:path>
                <a:path w="1088390" h="1282700">
                  <a:moveTo>
                    <a:pt x="118173" y="25400"/>
                  </a:moveTo>
                  <a:lnTo>
                    <a:pt x="89369" y="25400"/>
                  </a:lnTo>
                  <a:lnTo>
                    <a:pt x="97142" y="12700"/>
                  </a:lnTo>
                  <a:lnTo>
                    <a:pt x="126314" y="12700"/>
                  </a:lnTo>
                  <a:lnTo>
                    <a:pt x="118173" y="25400"/>
                  </a:lnTo>
                  <a:close/>
                </a:path>
                <a:path w="1088390" h="1282700">
                  <a:moveTo>
                    <a:pt x="999020" y="25400"/>
                  </a:moveTo>
                  <a:lnTo>
                    <a:pt x="970216" y="25400"/>
                  </a:lnTo>
                  <a:lnTo>
                    <a:pt x="962075" y="12700"/>
                  </a:lnTo>
                  <a:lnTo>
                    <a:pt x="991247" y="12700"/>
                  </a:lnTo>
                  <a:lnTo>
                    <a:pt x="999020" y="25400"/>
                  </a:lnTo>
                  <a:close/>
                </a:path>
                <a:path w="1088390" h="1282700">
                  <a:moveTo>
                    <a:pt x="88823" y="38100"/>
                  </a:moveTo>
                  <a:lnTo>
                    <a:pt x="67551" y="38100"/>
                  </a:lnTo>
                  <a:lnTo>
                    <a:pt x="74561" y="25400"/>
                  </a:lnTo>
                  <a:lnTo>
                    <a:pt x="96100" y="25400"/>
                  </a:lnTo>
                  <a:lnTo>
                    <a:pt x="88823" y="38100"/>
                  </a:lnTo>
                  <a:close/>
                </a:path>
                <a:path w="1088390" h="1282700">
                  <a:moveTo>
                    <a:pt x="1020838" y="38100"/>
                  </a:moveTo>
                  <a:lnTo>
                    <a:pt x="999566" y="38100"/>
                  </a:lnTo>
                  <a:lnTo>
                    <a:pt x="992289" y="25400"/>
                  </a:lnTo>
                  <a:lnTo>
                    <a:pt x="1013828" y="25400"/>
                  </a:lnTo>
                  <a:lnTo>
                    <a:pt x="1020838" y="38100"/>
                  </a:lnTo>
                  <a:close/>
                </a:path>
                <a:path w="1088390" h="1282700">
                  <a:moveTo>
                    <a:pt x="75514" y="50800"/>
                  </a:moveTo>
                  <a:lnTo>
                    <a:pt x="54368" y="50800"/>
                  </a:lnTo>
                  <a:lnTo>
                    <a:pt x="60820" y="38100"/>
                  </a:lnTo>
                  <a:lnTo>
                    <a:pt x="82283" y="38100"/>
                  </a:lnTo>
                  <a:lnTo>
                    <a:pt x="75514" y="50800"/>
                  </a:lnTo>
                  <a:close/>
                </a:path>
                <a:path w="1088390" h="1282700">
                  <a:moveTo>
                    <a:pt x="1034021" y="50800"/>
                  </a:moveTo>
                  <a:lnTo>
                    <a:pt x="1012875" y="50800"/>
                  </a:lnTo>
                  <a:lnTo>
                    <a:pt x="1006094" y="38100"/>
                  </a:lnTo>
                  <a:lnTo>
                    <a:pt x="1027569" y="38100"/>
                  </a:lnTo>
                  <a:lnTo>
                    <a:pt x="1034021" y="50800"/>
                  </a:lnTo>
                  <a:close/>
                </a:path>
                <a:path w="1088390" h="1282700">
                  <a:moveTo>
                    <a:pt x="57518" y="63500"/>
                  </a:moveTo>
                  <a:lnTo>
                    <a:pt x="42392" y="63500"/>
                  </a:lnTo>
                  <a:lnTo>
                    <a:pt x="48221" y="50800"/>
                  </a:lnTo>
                  <a:lnTo>
                    <a:pt x="63461" y="50800"/>
                  </a:lnTo>
                  <a:lnTo>
                    <a:pt x="57518" y="63500"/>
                  </a:lnTo>
                  <a:close/>
                </a:path>
                <a:path w="1088390" h="1282700">
                  <a:moveTo>
                    <a:pt x="1045997" y="63500"/>
                  </a:moveTo>
                  <a:lnTo>
                    <a:pt x="1030871" y="63500"/>
                  </a:lnTo>
                  <a:lnTo>
                    <a:pt x="1024928" y="50800"/>
                  </a:lnTo>
                  <a:lnTo>
                    <a:pt x="1040168" y="50800"/>
                  </a:lnTo>
                  <a:lnTo>
                    <a:pt x="1045997" y="63500"/>
                  </a:lnTo>
                  <a:close/>
                </a:path>
                <a:path w="1088390" h="1282700">
                  <a:moveTo>
                    <a:pt x="37655" y="88900"/>
                  </a:moveTo>
                  <a:lnTo>
                    <a:pt x="26873" y="88900"/>
                  </a:lnTo>
                  <a:lnTo>
                    <a:pt x="31711" y="76200"/>
                  </a:lnTo>
                  <a:lnTo>
                    <a:pt x="36880" y="63500"/>
                  </a:lnTo>
                  <a:lnTo>
                    <a:pt x="52285" y="63500"/>
                  </a:lnTo>
                  <a:lnTo>
                    <a:pt x="46964" y="76200"/>
                  </a:lnTo>
                  <a:lnTo>
                    <a:pt x="42316" y="76200"/>
                  </a:lnTo>
                  <a:lnTo>
                    <a:pt x="37655" y="88900"/>
                  </a:lnTo>
                  <a:close/>
                </a:path>
                <a:path w="1088390" h="1282700">
                  <a:moveTo>
                    <a:pt x="1061516" y="88900"/>
                  </a:moveTo>
                  <a:lnTo>
                    <a:pt x="1050734" y="88900"/>
                  </a:lnTo>
                  <a:lnTo>
                    <a:pt x="1046073" y="76200"/>
                  </a:lnTo>
                  <a:lnTo>
                    <a:pt x="1041425" y="76200"/>
                  </a:lnTo>
                  <a:lnTo>
                    <a:pt x="1036104" y="63500"/>
                  </a:lnTo>
                  <a:lnTo>
                    <a:pt x="1051509" y="63500"/>
                  </a:lnTo>
                  <a:lnTo>
                    <a:pt x="1056678" y="76200"/>
                  </a:lnTo>
                  <a:lnTo>
                    <a:pt x="1061516" y="88900"/>
                  </a:lnTo>
                  <a:close/>
                </a:path>
                <a:path w="1088390" h="1282700">
                  <a:moveTo>
                    <a:pt x="42138" y="88900"/>
                  </a:moveTo>
                  <a:lnTo>
                    <a:pt x="42316" y="76200"/>
                  </a:lnTo>
                  <a:lnTo>
                    <a:pt x="47142" y="76200"/>
                  </a:lnTo>
                  <a:lnTo>
                    <a:pt x="42138" y="88900"/>
                  </a:lnTo>
                  <a:close/>
                </a:path>
                <a:path w="1088390" h="1282700">
                  <a:moveTo>
                    <a:pt x="1046251" y="88900"/>
                  </a:moveTo>
                  <a:lnTo>
                    <a:pt x="1041247" y="76200"/>
                  </a:lnTo>
                  <a:lnTo>
                    <a:pt x="1046073" y="76200"/>
                  </a:lnTo>
                  <a:lnTo>
                    <a:pt x="1046251" y="88900"/>
                  </a:lnTo>
                  <a:close/>
                </a:path>
                <a:path w="1088390" h="1282700">
                  <a:moveTo>
                    <a:pt x="33489" y="101600"/>
                  </a:moveTo>
                  <a:lnTo>
                    <a:pt x="18313" y="101600"/>
                  </a:lnTo>
                  <a:lnTo>
                    <a:pt x="22402" y="88900"/>
                  </a:lnTo>
                  <a:lnTo>
                    <a:pt x="37807" y="88900"/>
                  </a:lnTo>
                  <a:lnTo>
                    <a:pt x="33489" y="101600"/>
                  </a:lnTo>
                  <a:close/>
                </a:path>
                <a:path w="1088390" h="1282700">
                  <a:moveTo>
                    <a:pt x="1070076" y="101600"/>
                  </a:moveTo>
                  <a:lnTo>
                    <a:pt x="1054900" y="101600"/>
                  </a:lnTo>
                  <a:lnTo>
                    <a:pt x="1050582" y="88900"/>
                  </a:lnTo>
                  <a:lnTo>
                    <a:pt x="1065987" y="88900"/>
                  </a:lnTo>
                  <a:lnTo>
                    <a:pt x="1070076" y="101600"/>
                  </a:lnTo>
                  <a:close/>
                </a:path>
                <a:path w="1088390" h="1282700">
                  <a:moveTo>
                    <a:pt x="20421" y="127000"/>
                  </a:moveTo>
                  <a:lnTo>
                    <a:pt x="8343" y="127000"/>
                  </a:lnTo>
                  <a:lnTo>
                    <a:pt x="11264" y="114300"/>
                  </a:lnTo>
                  <a:lnTo>
                    <a:pt x="14592" y="101600"/>
                  </a:lnTo>
                  <a:lnTo>
                    <a:pt x="29819" y="101600"/>
                  </a:lnTo>
                  <a:lnTo>
                    <a:pt x="26225" y="114300"/>
                  </a:lnTo>
                  <a:lnTo>
                    <a:pt x="23240" y="114300"/>
                  </a:lnTo>
                  <a:lnTo>
                    <a:pt x="20421" y="127000"/>
                  </a:lnTo>
                  <a:close/>
                </a:path>
                <a:path w="1088390" h="1282700">
                  <a:moveTo>
                    <a:pt x="1080046" y="127000"/>
                  </a:moveTo>
                  <a:lnTo>
                    <a:pt x="1067968" y="127000"/>
                  </a:lnTo>
                  <a:lnTo>
                    <a:pt x="1065149" y="114300"/>
                  </a:lnTo>
                  <a:lnTo>
                    <a:pt x="1062164" y="114300"/>
                  </a:lnTo>
                  <a:lnTo>
                    <a:pt x="1058570" y="101600"/>
                  </a:lnTo>
                  <a:lnTo>
                    <a:pt x="1073797" y="101600"/>
                  </a:lnTo>
                  <a:lnTo>
                    <a:pt x="1077125" y="114300"/>
                  </a:lnTo>
                  <a:lnTo>
                    <a:pt x="1080046" y="127000"/>
                  </a:lnTo>
                  <a:close/>
                </a:path>
                <a:path w="1088390" h="1282700">
                  <a:moveTo>
                    <a:pt x="13576" y="165100"/>
                  </a:moveTo>
                  <a:lnTo>
                    <a:pt x="952" y="165100"/>
                  </a:lnTo>
                  <a:lnTo>
                    <a:pt x="2133" y="152400"/>
                  </a:lnTo>
                  <a:lnTo>
                    <a:pt x="3771" y="139700"/>
                  </a:lnTo>
                  <a:lnTo>
                    <a:pt x="5842" y="127000"/>
                  </a:lnTo>
                  <a:lnTo>
                    <a:pt x="20523" y="127000"/>
                  </a:lnTo>
                  <a:lnTo>
                    <a:pt x="18097" y="139700"/>
                  </a:lnTo>
                  <a:lnTo>
                    <a:pt x="16243" y="139700"/>
                  </a:lnTo>
                  <a:lnTo>
                    <a:pt x="14668" y="152400"/>
                  </a:lnTo>
                  <a:lnTo>
                    <a:pt x="13576" y="165100"/>
                  </a:lnTo>
                  <a:close/>
                </a:path>
                <a:path w="1088390" h="1282700">
                  <a:moveTo>
                    <a:pt x="1087437" y="165100"/>
                  </a:moveTo>
                  <a:lnTo>
                    <a:pt x="1074813" y="165100"/>
                  </a:lnTo>
                  <a:lnTo>
                    <a:pt x="1073670" y="152400"/>
                  </a:lnTo>
                  <a:lnTo>
                    <a:pt x="1072146" y="139700"/>
                  </a:lnTo>
                  <a:lnTo>
                    <a:pt x="1070292" y="139700"/>
                  </a:lnTo>
                  <a:lnTo>
                    <a:pt x="1067866" y="127000"/>
                  </a:lnTo>
                  <a:lnTo>
                    <a:pt x="1082548" y="127000"/>
                  </a:lnTo>
                  <a:lnTo>
                    <a:pt x="1084618" y="139700"/>
                  </a:lnTo>
                  <a:lnTo>
                    <a:pt x="1086256" y="152400"/>
                  </a:lnTo>
                  <a:lnTo>
                    <a:pt x="1087437" y="165100"/>
                  </a:lnTo>
                  <a:close/>
                </a:path>
                <a:path w="1088390" h="1282700">
                  <a:moveTo>
                    <a:pt x="13601" y="1117600"/>
                  </a:moveTo>
                  <a:lnTo>
                    <a:pt x="952" y="1117600"/>
                  </a:lnTo>
                  <a:lnTo>
                    <a:pt x="241" y="1104900"/>
                  </a:lnTo>
                  <a:lnTo>
                    <a:pt x="0" y="1092200"/>
                  </a:lnTo>
                  <a:lnTo>
                    <a:pt x="0" y="177800"/>
                  </a:lnTo>
                  <a:lnTo>
                    <a:pt x="241" y="165100"/>
                  </a:lnTo>
                  <a:lnTo>
                    <a:pt x="12928" y="165100"/>
                  </a:lnTo>
                  <a:lnTo>
                    <a:pt x="12700" y="177800"/>
                  </a:lnTo>
                  <a:lnTo>
                    <a:pt x="12700" y="1092200"/>
                  </a:lnTo>
                  <a:lnTo>
                    <a:pt x="12928" y="1104900"/>
                  </a:lnTo>
                  <a:lnTo>
                    <a:pt x="13601" y="1117600"/>
                  </a:lnTo>
                  <a:close/>
                </a:path>
                <a:path w="1088390" h="1282700">
                  <a:moveTo>
                    <a:pt x="1087437" y="1117600"/>
                  </a:moveTo>
                  <a:lnTo>
                    <a:pt x="1074788" y="1117600"/>
                  </a:lnTo>
                  <a:lnTo>
                    <a:pt x="1075474" y="1104900"/>
                  </a:lnTo>
                  <a:lnTo>
                    <a:pt x="1075690" y="1092200"/>
                  </a:lnTo>
                  <a:lnTo>
                    <a:pt x="1075690" y="177800"/>
                  </a:lnTo>
                  <a:lnTo>
                    <a:pt x="1075461" y="165100"/>
                  </a:lnTo>
                  <a:lnTo>
                    <a:pt x="1088148" y="165100"/>
                  </a:lnTo>
                  <a:lnTo>
                    <a:pt x="1088390" y="177800"/>
                  </a:lnTo>
                  <a:lnTo>
                    <a:pt x="1088390" y="1092200"/>
                  </a:lnTo>
                  <a:lnTo>
                    <a:pt x="1088148" y="1104900"/>
                  </a:lnTo>
                  <a:lnTo>
                    <a:pt x="1087437" y="1117600"/>
                  </a:lnTo>
                  <a:close/>
                </a:path>
                <a:path w="1088390" h="1282700">
                  <a:moveTo>
                    <a:pt x="23240" y="1155700"/>
                  </a:moveTo>
                  <a:lnTo>
                    <a:pt x="8343" y="1155700"/>
                  </a:lnTo>
                  <a:lnTo>
                    <a:pt x="5842" y="1143000"/>
                  </a:lnTo>
                  <a:lnTo>
                    <a:pt x="3771" y="1130300"/>
                  </a:lnTo>
                  <a:lnTo>
                    <a:pt x="2133" y="1117600"/>
                  </a:lnTo>
                  <a:lnTo>
                    <a:pt x="14668" y="1117600"/>
                  </a:lnTo>
                  <a:lnTo>
                    <a:pt x="16243" y="1130300"/>
                  </a:lnTo>
                  <a:lnTo>
                    <a:pt x="18186" y="1143000"/>
                  </a:lnTo>
                  <a:lnTo>
                    <a:pt x="20421" y="1143000"/>
                  </a:lnTo>
                  <a:lnTo>
                    <a:pt x="23240" y="1155700"/>
                  </a:lnTo>
                  <a:close/>
                </a:path>
                <a:path w="1088390" h="1282700">
                  <a:moveTo>
                    <a:pt x="1080046" y="1155700"/>
                  </a:moveTo>
                  <a:lnTo>
                    <a:pt x="1065149" y="1155700"/>
                  </a:lnTo>
                  <a:lnTo>
                    <a:pt x="1067968" y="1143000"/>
                  </a:lnTo>
                  <a:lnTo>
                    <a:pt x="1070203" y="1143000"/>
                  </a:lnTo>
                  <a:lnTo>
                    <a:pt x="1072210" y="1130300"/>
                  </a:lnTo>
                  <a:lnTo>
                    <a:pt x="1073721" y="1117600"/>
                  </a:lnTo>
                  <a:lnTo>
                    <a:pt x="1086256" y="1117600"/>
                  </a:lnTo>
                  <a:lnTo>
                    <a:pt x="1084618" y="1130300"/>
                  </a:lnTo>
                  <a:lnTo>
                    <a:pt x="1082548" y="1143000"/>
                  </a:lnTo>
                  <a:lnTo>
                    <a:pt x="1080046" y="1155700"/>
                  </a:lnTo>
                  <a:close/>
                </a:path>
                <a:path w="1088390" h="1282700">
                  <a:moveTo>
                    <a:pt x="33642" y="1181100"/>
                  </a:moveTo>
                  <a:lnTo>
                    <a:pt x="18313" y="1181100"/>
                  </a:lnTo>
                  <a:lnTo>
                    <a:pt x="14592" y="1168400"/>
                  </a:lnTo>
                  <a:lnTo>
                    <a:pt x="11264" y="1155700"/>
                  </a:lnTo>
                  <a:lnTo>
                    <a:pt x="26225" y="1155700"/>
                  </a:lnTo>
                  <a:lnTo>
                    <a:pt x="29819" y="1168400"/>
                  </a:lnTo>
                  <a:lnTo>
                    <a:pt x="29679" y="1168400"/>
                  </a:lnTo>
                  <a:lnTo>
                    <a:pt x="33642" y="1181100"/>
                  </a:lnTo>
                  <a:close/>
                </a:path>
                <a:path w="1088390" h="1282700">
                  <a:moveTo>
                    <a:pt x="1070076" y="1181100"/>
                  </a:moveTo>
                  <a:lnTo>
                    <a:pt x="1054747" y="1181100"/>
                  </a:lnTo>
                  <a:lnTo>
                    <a:pt x="1058710" y="1168400"/>
                  </a:lnTo>
                  <a:lnTo>
                    <a:pt x="1058570" y="1168400"/>
                  </a:lnTo>
                  <a:lnTo>
                    <a:pt x="1062164" y="1155700"/>
                  </a:lnTo>
                  <a:lnTo>
                    <a:pt x="1077125" y="1155700"/>
                  </a:lnTo>
                  <a:lnTo>
                    <a:pt x="1073797" y="1168400"/>
                  </a:lnTo>
                  <a:lnTo>
                    <a:pt x="1070076" y="1181100"/>
                  </a:lnTo>
                  <a:close/>
                </a:path>
                <a:path w="1088390" h="1282700">
                  <a:moveTo>
                    <a:pt x="42316" y="1193800"/>
                  </a:moveTo>
                  <a:lnTo>
                    <a:pt x="26873" y="1193800"/>
                  </a:lnTo>
                  <a:lnTo>
                    <a:pt x="22402" y="1181100"/>
                  </a:lnTo>
                  <a:lnTo>
                    <a:pt x="37655" y="1181100"/>
                  </a:lnTo>
                  <a:lnTo>
                    <a:pt x="42316" y="1193800"/>
                  </a:lnTo>
                  <a:close/>
                </a:path>
                <a:path w="1088390" h="1282700">
                  <a:moveTo>
                    <a:pt x="1061516" y="1193800"/>
                  </a:moveTo>
                  <a:lnTo>
                    <a:pt x="1046073" y="1193800"/>
                  </a:lnTo>
                  <a:lnTo>
                    <a:pt x="1050734" y="1181100"/>
                  </a:lnTo>
                  <a:lnTo>
                    <a:pt x="1065987" y="1181100"/>
                  </a:lnTo>
                  <a:lnTo>
                    <a:pt x="1061516" y="1193800"/>
                  </a:lnTo>
                  <a:close/>
                </a:path>
                <a:path w="1088390" h="1282700">
                  <a:moveTo>
                    <a:pt x="52285" y="1206500"/>
                  </a:moveTo>
                  <a:lnTo>
                    <a:pt x="36880" y="1206500"/>
                  </a:lnTo>
                  <a:lnTo>
                    <a:pt x="31711" y="1193800"/>
                  </a:lnTo>
                  <a:lnTo>
                    <a:pt x="46964" y="1193800"/>
                  </a:lnTo>
                  <a:lnTo>
                    <a:pt x="52285" y="1206500"/>
                  </a:lnTo>
                  <a:close/>
                </a:path>
                <a:path w="1088390" h="1282700">
                  <a:moveTo>
                    <a:pt x="1051509" y="1206500"/>
                  </a:moveTo>
                  <a:lnTo>
                    <a:pt x="1036104" y="1206500"/>
                  </a:lnTo>
                  <a:lnTo>
                    <a:pt x="1041425" y="1193800"/>
                  </a:lnTo>
                  <a:lnTo>
                    <a:pt x="1056678" y="1193800"/>
                  </a:lnTo>
                  <a:lnTo>
                    <a:pt x="1051509" y="1206500"/>
                  </a:lnTo>
                  <a:close/>
                </a:path>
                <a:path w="1088390" h="1282700">
                  <a:moveTo>
                    <a:pt x="75755" y="1231900"/>
                  </a:moveTo>
                  <a:lnTo>
                    <a:pt x="54368" y="1231900"/>
                  </a:lnTo>
                  <a:lnTo>
                    <a:pt x="48221" y="1219200"/>
                  </a:lnTo>
                  <a:lnTo>
                    <a:pt x="42392" y="1206500"/>
                  </a:lnTo>
                  <a:lnTo>
                    <a:pt x="57518" y="1206500"/>
                  </a:lnTo>
                  <a:lnTo>
                    <a:pt x="63461" y="1219200"/>
                  </a:lnTo>
                  <a:lnTo>
                    <a:pt x="69240" y="1219200"/>
                  </a:lnTo>
                  <a:lnTo>
                    <a:pt x="75755" y="1231900"/>
                  </a:lnTo>
                  <a:close/>
                </a:path>
                <a:path w="1088390" h="1282700">
                  <a:moveTo>
                    <a:pt x="1034021" y="1231900"/>
                  </a:moveTo>
                  <a:lnTo>
                    <a:pt x="1012634" y="1231900"/>
                  </a:lnTo>
                  <a:lnTo>
                    <a:pt x="1019149" y="1219200"/>
                  </a:lnTo>
                  <a:lnTo>
                    <a:pt x="1024928" y="1219200"/>
                  </a:lnTo>
                  <a:lnTo>
                    <a:pt x="1030871" y="1206500"/>
                  </a:lnTo>
                  <a:lnTo>
                    <a:pt x="1045997" y="1206500"/>
                  </a:lnTo>
                  <a:lnTo>
                    <a:pt x="1040168" y="1219200"/>
                  </a:lnTo>
                  <a:lnTo>
                    <a:pt x="1034021" y="1231900"/>
                  </a:lnTo>
                  <a:close/>
                </a:path>
                <a:path w="1088390" h="1282700">
                  <a:moveTo>
                    <a:pt x="96100" y="1244600"/>
                  </a:moveTo>
                  <a:lnTo>
                    <a:pt x="74561" y="1244600"/>
                  </a:lnTo>
                  <a:lnTo>
                    <a:pt x="67551" y="1231900"/>
                  </a:lnTo>
                  <a:lnTo>
                    <a:pt x="88823" y="1231900"/>
                  </a:lnTo>
                  <a:lnTo>
                    <a:pt x="96100" y="1244600"/>
                  </a:lnTo>
                  <a:close/>
                </a:path>
                <a:path w="1088390" h="1282700">
                  <a:moveTo>
                    <a:pt x="1013828" y="1244600"/>
                  </a:moveTo>
                  <a:lnTo>
                    <a:pt x="992289" y="1244600"/>
                  </a:lnTo>
                  <a:lnTo>
                    <a:pt x="999566" y="1231900"/>
                  </a:lnTo>
                  <a:lnTo>
                    <a:pt x="1020838" y="1231900"/>
                  </a:lnTo>
                  <a:lnTo>
                    <a:pt x="1013828" y="1244600"/>
                  </a:lnTo>
                  <a:close/>
                </a:path>
                <a:path w="1088390" h="1282700">
                  <a:moveTo>
                    <a:pt x="118465" y="1257300"/>
                  </a:moveTo>
                  <a:lnTo>
                    <a:pt x="89369" y="1257300"/>
                  </a:lnTo>
                  <a:lnTo>
                    <a:pt x="81838" y="1244600"/>
                  </a:lnTo>
                  <a:lnTo>
                    <a:pt x="110528" y="1244600"/>
                  </a:lnTo>
                  <a:lnTo>
                    <a:pt x="118465" y="1257300"/>
                  </a:lnTo>
                  <a:close/>
                </a:path>
                <a:path w="1088390" h="1282700">
                  <a:moveTo>
                    <a:pt x="999020" y="1257300"/>
                  </a:moveTo>
                  <a:lnTo>
                    <a:pt x="969924" y="1257300"/>
                  </a:lnTo>
                  <a:lnTo>
                    <a:pt x="977861" y="1244600"/>
                  </a:lnTo>
                  <a:lnTo>
                    <a:pt x="1006551" y="1244600"/>
                  </a:lnTo>
                  <a:lnTo>
                    <a:pt x="999020" y="1257300"/>
                  </a:lnTo>
                  <a:close/>
                </a:path>
                <a:path w="1088390" h="1282700">
                  <a:moveTo>
                    <a:pt x="150926" y="1270000"/>
                  </a:moveTo>
                  <a:lnTo>
                    <a:pt x="113372" y="1270000"/>
                  </a:lnTo>
                  <a:lnTo>
                    <a:pt x="105155" y="1257300"/>
                  </a:lnTo>
                  <a:lnTo>
                    <a:pt x="142252" y="1257300"/>
                  </a:lnTo>
                  <a:lnTo>
                    <a:pt x="150926" y="1270000"/>
                  </a:lnTo>
                  <a:close/>
                </a:path>
                <a:path w="1088390" h="1282700">
                  <a:moveTo>
                    <a:pt x="975017" y="1270000"/>
                  </a:moveTo>
                  <a:lnTo>
                    <a:pt x="937463" y="1270000"/>
                  </a:lnTo>
                  <a:lnTo>
                    <a:pt x="946137" y="1257300"/>
                  </a:lnTo>
                  <a:lnTo>
                    <a:pt x="983234" y="1257300"/>
                  </a:lnTo>
                  <a:lnTo>
                    <a:pt x="975017" y="1270000"/>
                  </a:lnTo>
                  <a:close/>
                </a:path>
                <a:path w="1088390" h="1282700">
                  <a:moveTo>
                    <a:pt x="940155" y="1282700"/>
                  </a:moveTo>
                  <a:lnTo>
                    <a:pt x="148234" y="1282700"/>
                  </a:lnTo>
                  <a:lnTo>
                    <a:pt x="139242" y="1270000"/>
                  </a:lnTo>
                  <a:lnTo>
                    <a:pt x="949147" y="1270000"/>
                  </a:lnTo>
                  <a:lnTo>
                    <a:pt x="940155" y="1282700"/>
                  </a:lnTo>
                  <a:close/>
                </a:path>
              </a:pathLst>
            </a:custGeom>
            <a:solidFill>
              <a:srgbClr val="ADB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73214" y="5022024"/>
            <a:ext cx="6477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159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Other Issues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156" y="4349241"/>
            <a:ext cx="11658600" cy="0"/>
          </a:xfrm>
          <a:custGeom>
            <a:avLst/>
            <a:gdLst/>
            <a:ahLst/>
            <a:cxnLst/>
            <a:rect l="l" t="t" r="r" b="b"/>
            <a:pathLst>
              <a:path w="11658600">
                <a:moveTo>
                  <a:pt x="0" y="0"/>
                </a:moveTo>
                <a:lnTo>
                  <a:pt x="11658587" y="0"/>
                </a:lnTo>
              </a:path>
            </a:pathLst>
          </a:custGeom>
          <a:ln w="25400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093943" y="4336541"/>
            <a:ext cx="34925" cy="25400"/>
          </a:xfrm>
          <a:custGeom>
            <a:avLst/>
            <a:gdLst/>
            <a:ahLst/>
            <a:cxnLst/>
            <a:rect l="l" t="t" r="r" b="b"/>
            <a:pathLst>
              <a:path w="34925" h="25400">
                <a:moveTo>
                  <a:pt x="34925" y="25400"/>
                </a:moveTo>
                <a:lnTo>
                  <a:pt x="0" y="25400"/>
                </a:lnTo>
                <a:lnTo>
                  <a:pt x="0" y="0"/>
                </a:lnTo>
                <a:lnTo>
                  <a:pt x="34925" y="0"/>
                </a:lnTo>
                <a:lnTo>
                  <a:pt x="34925" y="254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29263" y="4530547"/>
            <a:ext cx="2583815" cy="1689100"/>
          </a:xfrm>
          <a:custGeom>
            <a:avLst/>
            <a:gdLst/>
            <a:ahLst/>
            <a:cxnLst/>
            <a:rect l="l" t="t" r="r" b="b"/>
            <a:pathLst>
              <a:path w="2583815" h="1689100">
                <a:moveTo>
                  <a:pt x="2382354" y="12700"/>
                </a:moveTo>
                <a:lnTo>
                  <a:pt x="201282" y="12700"/>
                </a:lnTo>
                <a:lnTo>
                  <a:pt x="208051" y="0"/>
                </a:lnTo>
                <a:lnTo>
                  <a:pt x="2375585" y="0"/>
                </a:lnTo>
                <a:lnTo>
                  <a:pt x="2382354" y="12700"/>
                </a:lnTo>
                <a:close/>
              </a:path>
              <a:path w="2583815" h="1689100">
                <a:moveTo>
                  <a:pt x="198589" y="25400"/>
                </a:moveTo>
                <a:lnTo>
                  <a:pt x="162255" y="25400"/>
                </a:lnTo>
                <a:lnTo>
                  <a:pt x="168567" y="12700"/>
                </a:lnTo>
                <a:lnTo>
                  <a:pt x="205130" y="12700"/>
                </a:lnTo>
                <a:lnTo>
                  <a:pt x="198589" y="25400"/>
                </a:lnTo>
                <a:close/>
              </a:path>
              <a:path w="2583815" h="1689100">
                <a:moveTo>
                  <a:pt x="2421382" y="25400"/>
                </a:moveTo>
                <a:lnTo>
                  <a:pt x="2385047" y="25400"/>
                </a:lnTo>
                <a:lnTo>
                  <a:pt x="2378506" y="12700"/>
                </a:lnTo>
                <a:lnTo>
                  <a:pt x="2415070" y="12700"/>
                </a:lnTo>
                <a:lnTo>
                  <a:pt x="2421382" y="25400"/>
                </a:lnTo>
                <a:close/>
              </a:path>
              <a:path w="2583815" h="1689100">
                <a:moveTo>
                  <a:pt x="167703" y="38100"/>
                </a:moveTo>
                <a:lnTo>
                  <a:pt x="137858" y="38100"/>
                </a:lnTo>
                <a:lnTo>
                  <a:pt x="143852" y="25400"/>
                </a:lnTo>
                <a:lnTo>
                  <a:pt x="173862" y="25400"/>
                </a:lnTo>
                <a:lnTo>
                  <a:pt x="167703" y="38100"/>
                </a:lnTo>
                <a:close/>
              </a:path>
              <a:path w="2583815" h="1689100">
                <a:moveTo>
                  <a:pt x="2445778" y="38100"/>
                </a:moveTo>
                <a:lnTo>
                  <a:pt x="2415933" y="38100"/>
                </a:lnTo>
                <a:lnTo>
                  <a:pt x="2409774" y="25400"/>
                </a:lnTo>
                <a:lnTo>
                  <a:pt x="2439784" y="25400"/>
                </a:lnTo>
                <a:lnTo>
                  <a:pt x="2445778" y="38100"/>
                </a:lnTo>
                <a:close/>
              </a:path>
              <a:path w="2583815" h="1689100">
                <a:moveTo>
                  <a:pt x="122516" y="63500"/>
                </a:moveTo>
                <a:lnTo>
                  <a:pt x="104203" y="63500"/>
                </a:lnTo>
                <a:lnTo>
                  <a:pt x="115023" y="50800"/>
                </a:lnTo>
                <a:lnTo>
                  <a:pt x="126263" y="38100"/>
                </a:lnTo>
                <a:lnTo>
                  <a:pt x="150240" y="38100"/>
                </a:lnTo>
                <a:lnTo>
                  <a:pt x="144424" y="50800"/>
                </a:lnTo>
                <a:lnTo>
                  <a:pt x="133502" y="50800"/>
                </a:lnTo>
                <a:lnTo>
                  <a:pt x="122516" y="63500"/>
                </a:lnTo>
                <a:close/>
              </a:path>
              <a:path w="2583815" h="1689100">
                <a:moveTo>
                  <a:pt x="2479433" y="63500"/>
                </a:moveTo>
                <a:lnTo>
                  <a:pt x="2461120" y="63500"/>
                </a:lnTo>
                <a:lnTo>
                  <a:pt x="2450134" y="50800"/>
                </a:lnTo>
                <a:lnTo>
                  <a:pt x="2439212" y="50800"/>
                </a:lnTo>
                <a:lnTo>
                  <a:pt x="2433383" y="38100"/>
                </a:lnTo>
                <a:lnTo>
                  <a:pt x="2457373" y="38100"/>
                </a:lnTo>
                <a:lnTo>
                  <a:pt x="2468600" y="50800"/>
                </a:lnTo>
                <a:lnTo>
                  <a:pt x="2479433" y="63500"/>
                </a:lnTo>
                <a:close/>
              </a:path>
              <a:path w="2583815" h="1689100">
                <a:moveTo>
                  <a:pt x="66928" y="114300"/>
                </a:moveTo>
                <a:lnTo>
                  <a:pt x="56845" y="114300"/>
                </a:lnTo>
                <a:lnTo>
                  <a:pt x="65354" y="101600"/>
                </a:lnTo>
                <a:lnTo>
                  <a:pt x="74371" y="88900"/>
                </a:lnTo>
                <a:lnTo>
                  <a:pt x="83858" y="76200"/>
                </a:lnTo>
                <a:lnTo>
                  <a:pt x="93802" y="63500"/>
                </a:lnTo>
                <a:lnTo>
                  <a:pt x="112407" y="63500"/>
                </a:lnTo>
                <a:lnTo>
                  <a:pt x="102235" y="76200"/>
                </a:lnTo>
                <a:lnTo>
                  <a:pt x="102463" y="76200"/>
                </a:lnTo>
                <a:lnTo>
                  <a:pt x="92722" y="88900"/>
                </a:lnTo>
                <a:lnTo>
                  <a:pt x="92938" y="88900"/>
                </a:lnTo>
                <a:lnTo>
                  <a:pt x="83667" y="101600"/>
                </a:lnTo>
                <a:lnTo>
                  <a:pt x="75247" y="101600"/>
                </a:lnTo>
                <a:lnTo>
                  <a:pt x="66928" y="114300"/>
                </a:lnTo>
                <a:close/>
              </a:path>
              <a:path w="2583815" h="1689100">
                <a:moveTo>
                  <a:pt x="2526791" y="114300"/>
                </a:moveTo>
                <a:lnTo>
                  <a:pt x="2516708" y="114300"/>
                </a:lnTo>
                <a:lnTo>
                  <a:pt x="2508389" y="101600"/>
                </a:lnTo>
                <a:lnTo>
                  <a:pt x="2499969" y="101600"/>
                </a:lnTo>
                <a:lnTo>
                  <a:pt x="2490698" y="88900"/>
                </a:lnTo>
                <a:lnTo>
                  <a:pt x="2490914" y="88900"/>
                </a:lnTo>
                <a:lnTo>
                  <a:pt x="2481173" y="76200"/>
                </a:lnTo>
                <a:lnTo>
                  <a:pt x="2481402" y="76200"/>
                </a:lnTo>
                <a:lnTo>
                  <a:pt x="2471229" y="63500"/>
                </a:lnTo>
                <a:lnTo>
                  <a:pt x="2489835" y="63500"/>
                </a:lnTo>
                <a:lnTo>
                  <a:pt x="2499779" y="76200"/>
                </a:lnTo>
                <a:lnTo>
                  <a:pt x="2509278" y="88900"/>
                </a:lnTo>
                <a:lnTo>
                  <a:pt x="2518283" y="101600"/>
                </a:lnTo>
                <a:lnTo>
                  <a:pt x="2526791" y="114300"/>
                </a:lnTo>
                <a:close/>
              </a:path>
              <a:path w="2583815" h="1689100">
                <a:moveTo>
                  <a:pt x="52184" y="139700"/>
                </a:moveTo>
                <a:lnTo>
                  <a:pt x="37884" y="139700"/>
                </a:lnTo>
                <a:lnTo>
                  <a:pt x="41427" y="127000"/>
                </a:lnTo>
                <a:lnTo>
                  <a:pt x="48856" y="114300"/>
                </a:lnTo>
                <a:lnTo>
                  <a:pt x="67106" y="114300"/>
                </a:lnTo>
                <a:lnTo>
                  <a:pt x="59296" y="127000"/>
                </a:lnTo>
                <a:lnTo>
                  <a:pt x="59474" y="127000"/>
                </a:lnTo>
                <a:lnTo>
                  <a:pt x="52184" y="139700"/>
                </a:lnTo>
                <a:close/>
              </a:path>
              <a:path w="2583815" h="1689100">
                <a:moveTo>
                  <a:pt x="2545753" y="139700"/>
                </a:moveTo>
                <a:lnTo>
                  <a:pt x="2531452" y="139700"/>
                </a:lnTo>
                <a:lnTo>
                  <a:pt x="2524163" y="127000"/>
                </a:lnTo>
                <a:lnTo>
                  <a:pt x="2524340" y="127000"/>
                </a:lnTo>
                <a:lnTo>
                  <a:pt x="2516530" y="114300"/>
                </a:lnTo>
                <a:lnTo>
                  <a:pt x="2534780" y="114300"/>
                </a:lnTo>
                <a:lnTo>
                  <a:pt x="2542209" y="127000"/>
                </a:lnTo>
                <a:lnTo>
                  <a:pt x="2545753" y="139700"/>
                </a:lnTo>
                <a:close/>
              </a:path>
              <a:path w="2583815" h="1689100">
                <a:moveTo>
                  <a:pt x="45631" y="152400"/>
                </a:moveTo>
                <a:lnTo>
                  <a:pt x="31267" y="152400"/>
                </a:lnTo>
                <a:lnTo>
                  <a:pt x="34505" y="139700"/>
                </a:lnTo>
                <a:lnTo>
                  <a:pt x="48933" y="139700"/>
                </a:lnTo>
                <a:lnTo>
                  <a:pt x="45631" y="152400"/>
                </a:lnTo>
                <a:close/>
              </a:path>
              <a:path w="2583815" h="1689100">
                <a:moveTo>
                  <a:pt x="2552369" y="152400"/>
                </a:moveTo>
                <a:lnTo>
                  <a:pt x="2538006" y="152400"/>
                </a:lnTo>
                <a:lnTo>
                  <a:pt x="2534704" y="139700"/>
                </a:lnTo>
                <a:lnTo>
                  <a:pt x="2549131" y="139700"/>
                </a:lnTo>
                <a:lnTo>
                  <a:pt x="2552369" y="152400"/>
                </a:lnTo>
                <a:close/>
              </a:path>
              <a:path w="2583815" h="1689100">
                <a:moveTo>
                  <a:pt x="39585" y="165100"/>
                </a:moveTo>
                <a:lnTo>
                  <a:pt x="25234" y="165100"/>
                </a:lnTo>
                <a:lnTo>
                  <a:pt x="28181" y="152400"/>
                </a:lnTo>
                <a:lnTo>
                  <a:pt x="42608" y="152400"/>
                </a:lnTo>
                <a:lnTo>
                  <a:pt x="39585" y="165100"/>
                </a:lnTo>
                <a:close/>
              </a:path>
              <a:path w="2583815" h="1689100">
                <a:moveTo>
                  <a:pt x="2558402" y="165100"/>
                </a:moveTo>
                <a:lnTo>
                  <a:pt x="2544051" y="165100"/>
                </a:lnTo>
                <a:lnTo>
                  <a:pt x="2541028" y="152400"/>
                </a:lnTo>
                <a:lnTo>
                  <a:pt x="2555455" y="152400"/>
                </a:lnTo>
                <a:lnTo>
                  <a:pt x="2558402" y="165100"/>
                </a:lnTo>
                <a:close/>
              </a:path>
              <a:path w="2583815" h="1689100">
                <a:moveTo>
                  <a:pt x="34099" y="177800"/>
                </a:moveTo>
                <a:lnTo>
                  <a:pt x="19786" y="177800"/>
                </a:lnTo>
                <a:lnTo>
                  <a:pt x="22440" y="165100"/>
                </a:lnTo>
                <a:lnTo>
                  <a:pt x="36829" y="165100"/>
                </a:lnTo>
                <a:lnTo>
                  <a:pt x="34099" y="177800"/>
                </a:lnTo>
                <a:close/>
              </a:path>
              <a:path w="2583815" h="1689100">
                <a:moveTo>
                  <a:pt x="2563850" y="177800"/>
                </a:moveTo>
                <a:lnTo>
                  <a:pt x="2549537" y="177800"/>
                </a:lnTo>
                <a:lnTo>
                  <a:pt x="2546807" y="165100"/>
                </a:lnTo>
                <a:lnTo>
                  <a:pt x="2561196" y="165100"/>
                </a:lnTo>
                <a:lnTo>
                  <a:pt x="2563850" y="177800"/>
                </a:lnTo>
                <a:close/>
              </a:path>
              <a:path w="2583815" h="1689100">
                <a:moveTo>
                  <a:pt x="29197" y="190500"/>
                </a:moveTo>
                <a:lnTo>
                  <a:pt x="14973" y="190500"/>
                </a:lnTo>
                <a:lnTo>
                  <a:pt x="17297" y="177800"/>
                </a:lnTo>
                <a:lnTo>
                  <a:pt x="31635" y="177800"/>
                </a:lnTo>
                <a:lnTo>
                  <a:pt x="29197" y="190500"/>
                </a:lnTo>
                <a:close/>
              </a:path>
              <a:path w="2583815" h="1689100">
                <a:moveTo>
                  <a:pt x="2568663" y="190500"/>
                </a:moveTo>
                <a:lnTo>
                  <a:pt x="2554439" y="190500"/>
                </a:lnTo>
                <a:lnTo>
                  <a:pt x="2552001" y="177800"/>
                </a:lnTo>
                <a:lnTo>
                  <a:pt x="2566339" y="177800"/>
                </a:lnTo>
                <a:lnTo>
                  <a:pt x="2568663" y="190500"/>
                </a:lnTo>
                <a:close/>
              </a:path>
              <a:path w="2583815" h="1689100">
                <a:moveTo>
                  <a:pt x="24904" y="203200"/>
                </a:moveTo>
                <a:lnTo>
                  <a:pt x="10782" y="203200"/>
                </a:lnTo>
                <a:lnTo>
                  <a:pt x="12801" y="190500"/>
                </a:lnTo>
                <a:lnTo>
                  <a:pt x="27025" y="190500"/>
                </a:lnTo>
                <a:lnTo>
                  <a:pt x="24904" y="203200"/>
                </a:lnTo>
                <a:close/>
              </a:path>
              <a:path w="2583815" h="1689100">
                <a:moveTo>
                  <a:pt x="2572854" y="203200"/>
                </a:moveTo>
                <a:lnTo>
                  <a:pt x="2558732" y="203200"/>
                </a:lnTo>
                <a:lnTo>
                  <a:pt x="2556611" y="190500"/>
                </a:lnTo>
                <a:lnTo>
                  <a:pt x="2570835" y="190500"/>
                </a:lnTo>
                <a:lnTo>
                  <a:pt x="2572854" y="203200"/>
                </a:lnTo>
                <a:close/>
              </a:path>
              <a:path w="2583815" h="1689100">
                <a:moveTo>
                  <a:pt x="18161" y="228600"/>
                </a:moveTo>
                <a:lnTo>
                  <a:pt x="5727" y="228600"/>
                </a:lnTo>
                <a:lnTo>
                  <a:pt x="7251" y="215900"/>
                </a:lnTo>
                <a:lnTo>
                  <a:pt x="8928" y="203200"/>
                </a:lnTo>
                <a:lnTo>
                  <a:pt x="23025" y="203200"/>
                </a:lnTo>
                <a:lnTo>
                  <a:pt x="21209" y="215900"/>
                </a:lnTo>
                <a:lnTo>
                  <a:pt x="19646" y="215900"/>
                </a:lnTo>
                <a:lnTo>
                  <a:pt x="18161" y="228600"/>
                </a:lnTo>
                <a:close/>
              </a:path>
              <a:path w="2583815" h="1689100">
                <a:moveTo>
                  <a:pt x="2577909" y="228600"/>
                </a:moveTo>
                <a:lnTo>
                  <a:pt x="2565476" y="228600"/>
                </a:lnTo>
                <a:lnTo>
                  <a:pt x="2563990" y="215900"/>
                </a:lnTo>
                <a:lnTo>
                  <a:pt x="2562428" y="215900"/>
                </a:lnTo>
                <a:lnTo>
                  <a:pt x="2560612" y="203200"/>
                </a:lnTo>
                <a:lnTo>
                  <a:pt x="2574709" y="203200"/>
                </a:lnTo>
                <a:lnTo>
                  <a:pt x="2576385" y="215900"/>
                </a:lnTo>
                <a:lnTo>
                  <a:pt x="2577909" y="228600"/>
                </a:lnTo>
                <a:close/>
              </a:path>
              <a:path w="2583815" h="1689100">
                <a:moveTo>
                  <a:pt x="15760" y="241300"/>
                </a:moveTo>
                <a:lnTo>
                  <a:pt x="3213" y="241300"/>
                </a:lnTo>
                <a:lnTo>
                  <a:pt x="4381" y="228600"/>
                </a:lnTo>
                <a:lnTo>
                  <a:pt x="16903" y="228600"/>
                </a:lnTo>
                <a:lnTo>
                  <a:pt x="15760" y="241300"/>
                </a:lnTo>
                <a:close/>
              </a:path>
              <a:path w="2583815" h="1689100">
                <a:moveTo>
                  <a:pt x="2580424" y="241300"/>
                </a:moveTo>
                <a:lnTo>
                  <a:pt x="2567876" y="241300"/>
                </a:lnTo>
                <a:lnTo>
                  <a:pt x="2566733" y="228600"/>
                </a:lnTo>
                <a:lnTo>
                  <a:pt x="2579255" y="228600"/>
                </a:lnTo>
                <a:lnTo>
                  <a:pt x="2580424" y="241300"/>
                </a:lnTo>
                <a:close/>
              </a:path>
              <a:path w="2583815" h="1689100">
                <a:moveTo>
                  <a:pt x="14020" y="254000"/>
                </a:moveTo>
                <a:lnTo>
                  <a:pt x="1384" y="254000"/>
                </a:lnTo>
                <a:lnTo>
                  <a:pt x="2209" y="241300"/>
                </a:lnTo>
                <a:lnTo>
                  <a:pt x="14820" y="241300"/>
                </a:lnTo>
                <a:lnTo>
                  <a:pt x="14020" y="254000"/>
                </a:lnTo>
                <a:close/>
              </a:path>
              <a:path w="2583815" h="1689100">
                <a:moveTo>
                  <a:pt x="2582252" y="254000"/>
                </a:moveTo>
                <a:lnTo>
                  <a:pt x="2569616" y="254000"/>
                </a:lnTo>
                <a:lnTo>
                  <a:pt x="2568816" y="241300"/>
                </a:lnTo>
                <a:lnTo>
                  <a:pt x="2581427" y="241300"/>
                </a:lnTo>
                <a:lnTo>
                  <a:pt x="2582252" y="254000"/>
                </a:lnTo>
                <a:close/>
              </a:path>
              <a:path w="2583815" h="1689100">
                <a:moveTo>
                  <a:pt x="12700" y="1409700"/>
                </a:moveTo>
                <a:lnTo>
                  <a:pt x="0" y="1409700"/>
                </a:lnTo>
                <a:lnTo>
                  <a:pt x="0" y="266700"/>
                </a:lnTo>
                <a:lnTo>
                  <a:pt x="279" y="266700"/>
                </a:lnTo>
                <a:lnTo>
                  <a:pt x="749" y="254000"/>
                </a:lnTo>
                <a:lnTo>
                  <a:pt x="13411" y="254000"/>
                </a:lnTo>
                <a:lnTo>
                  <a:pt x="12966" y="266700"/>
                </a:lnTo>
                <a:lnTo>
                  <a:pt x="12700" y="279400"/>
                </a:lnTo>
                <a:lnTo>
                  <a:pt x="12700" y="1409700"/>
                </a:lnTo>
                <a:close/>
              </a:path>
              <a:path w="2583815" h="1689100">
                <a:moveTo>
                  <a:pt x="2583637" y="1409700"/>
                </a:moveTo>
                <a:lnTo>
                  <a:pt x="2570937" y="1409700"/>
                </a:lnTo>
                <a:lnTo>
                  <a:pt x="2571026" y="279400"/>
                </a:lnTo>
                <a:lnTo>
                  <a:pt x="2570670" y="266700"/>
                </a:lnTo>
                <a:lnTo>
                  <a:pt x="2570225" y="254000"/>
                </a:lnTo>
                <a:lnTo>
                  <a:pt x="2582887" y="254000"/>
                </a:lnTo>
                <a:lnTo>
                  <a:pt x="2583357" y="266700"/>
                </a:lnTo>
                <a:lnTo>
                  <a:pt x="2583637" y="266700"/>
                </a:lnTo>
                <a:lnTo>
                  <a:pt x="2583637" y="1409700"/>
                </a:lnTo>
                <a:close/>
              </a:path>
              <a:path w="2583815" h="1689100">
                <a:moveTo>
                  <a:pt x="14033" y="1435100"/>
                </a:moveTo>
                <a:lnTo>
                  <a:pt x="1384" y="1435100"/>
                </a:lnTo>
                <a:lnTo>
                  <a:pt x="749" y="1422400"/>
                </a:lnTo>
                <a:lnTo>
                  <a:pt x="279" y="1409700"/>
                </a:lnTo>
                <a:lnTo>
                  <a:pt x="12966" y="1409700"/>
                </a:lnTo>
                <a:lnTo>
                  <a:pt x="13411" y="1422400"/>
                </a:lnTo>
                <a:lnTo>
                  <a:pt x="14033" y="1435100"/>
                </a:lnTo>
                <a:close/>
              </a:path>
              <a:path w="2583815" h="1689100">
                <a:moveTo>
                  <a:pt x="2582252" y="1435100"/>
                </a:moveTo>
                <a:lnTo>
                  <a:pt x="2569603" y="1435100"/>
                </a:lnTo>
                <a:lnTo>
                  <a:pt x="2570238" y="1422400"/>
                </a:lnTo>
                <a:lnTo>
                  <a:pt x="2570670" y="1409700"/>
                </a:lnTo>
                <a:lnTo>
                  <a:pt x="2583357" y="1409700"/>
                </a:lnTo>
                <a:lnTo>
                  <a:pt x="2582887" y="1422400"/>
                </a:lnTo>
                <a:lnTo>
                  <a:pt x="2582252" y="1435100"/>
                </a:lnTo>
                <a:close/>
              </a:path>
              <a:path w="2583815" h="1689100">
                <a:moveTo>
                  <a:pt x="15773" y="1447800"/>
                </a:moveTo>
                <a:lnTo>
                  <a:pt x="3213" y="1447800"/>
                </a:lnTo>
                <a:lnTo>
                  <a:pt x="2209" y="1435100"/>
                </a:lnTo>
                <a:lnTo>
                  <a:pt x="14795" y="1435100"/>
                </a:lnTo>
                <a:lnTo>
                  <a:pt x="15773" y="1447800"/>
                </a:lnTo>
                <a:close/>
              </a:path>
              <a:path w="2583815" h="1689100">
                <a:moveTo>
                  <a:pt x="2580424" y="1447800"/>
                </a:moveTo>
                <a:lnTo>
                  <a:pt x="2567863" y="1447800"/>
                </a:lnTo>
                <a:lnTo>
                  <a:pt x="2568841" y="1435100"/>
                </a:lnTo>
                <a:lnTo>
                  <a:pt x="2581427" y="1435100"/>
                </a:lnTo>
                <a:lnTo>
                  <a:pt x="2580424" y="1447800"/>
                </a:lnTo>
                <a:close/>
              </a:path>
              <a:path w="2583815" h="1689100">
                <a:moveTo>
                  <a:pt x="18186" y="1460500"/>
                </a:moveTo>
                <a:lnTo>
                  <a:pt x="5727" y="1460500"/>
                </a:lnTo>
                <a:lnTo>
                  <a:pt x="4381" y="1447800"/>
                </a:lnTo>
                <a:lnTo>
                  <a:pt x="16878" y="1447800"/>
                </a:lnTo>
                <a:lnTo>
                  <a:pt x="18186" y="1460500"/>
                </a:lnTo>
                <a:close/>
              </a:path>
              <a:path w="2583815" h="1689100">
                <a:moveTo>
                  <a:pt x="2577909" y="1460500"/>
                </a:moveTo>
                <a:lnTo>
                  <a:pt x="2565450" y="1460500"/>
                </a:lnTo>
                <a:lnTo>
                  <a:pt x="2566758" y="1447800"/>
                </a:lnTo>
                <a:lnTo>
                  <a:pt x="2579255" y="1447800"/>
                </a:lnTo>
                <a:lnTo>
                  <a:pt x="2577909" y="1460500"/>
                </a:lnTo>
                <a:close/>
              </a:path>
              <a:path w="2583815" h="1689100">
                <a:moveTo>
                  <a:pt x="24942" y="1485900"/>
                </a:moveTo>
                <a:lnTo>
                  <a:pt x="10782" y="1485900"/>
                </a:lnTo>
                <a:lnTo>
                  <a:pt x="8928" y="1473200"/>
                </a:lnTo>
                <a:lnTo>
                  <a:pt x="7251" y="1460500"/>
                </a:lnTo>
                <a:lnTo>
                  <a:pt x="19608" y="1460500"/>
                </a:lnTo>
                <a:lnTo>
                  <a:pt x="21247" y="1473200"/>
                </a:lnTo>
                <a:lnTo>
                  <a:pt x="22974" y="1473200"/>
                </a:lnTo>
                <a:lnTo>
                  <a:pt x="24942" y="1485900"/>
                </a:lnTo>
                <a:close/>
              </a:path>
              <a:path w="2583815" h="1689100">
                <a:moveTo>
                  <a:pt x="2572854" y="1485900"/>
                </a:moveTo>
                <a:lnTo>
                  <a:pt x="2558694" y="1485900"/>
                </a:lnTo>
                <a:lnTo>
                  <a:pt x="2560662" y="1473200"/>
                </a:lnTo>
                <a:lnTo>
                  <a:pt x="2562390" y="1473200"/>
                </a:lnTo>
                <a:lnTo>
                  <a:pt x="2564028" y="1460500"/>
                </a:lnTo>
                <a:lnTo>
                  <a:pt x="2576385" y="1460500"/>
                </a:lnTo>
                <a:lnTo>
                  <a:pt x="2574709" y="1473200"/>
                </a:lnTo>
                <a:lnTo>
                  <a:pt x="2572854" y="1485900"/>
                </a:lnTo>
                <a:close/>
              </a:path>
              <a:path w="2583815" h="1689100">
                <a:moveTo>
                  <a:pt x="29260" y="1498600"/>
                </a:moveTo>
                <a:lnTo>
                  <a:pt x="14973" y="1498600"/>
                </a:lnTo>
                <a:lnTo>
                  <a:pt x="12801" y="1485900"/>
                </a:lnTo>
                <a:lnTo>
                  <a:pt x="26974" y="1485900"/>
                </a:lnTo>
                <a:lnTo>
                  <a:pt x="29260" y="1498600"/>
                </a:lnTo>
                <a:close/>
              </a:path>
              <a:path w="2583815" h="1689100">
                <a:moveTo>
                  <a:pt x="2568663" y="1498600"/>
                </a:moveTo>
                <a:lnTo>
                  <a:pt x="2554376" y="1498600"/>
                </a:lnTo>
                <a:lnTo>
                  <a:pt x="2556662" y="1485900"/>
                </a:lnTo>
                <a:lnTo>
                  <a:pt x="2570835" y="1485900"/>
                </a:lnTo>
                <a:lnTo>
                  <a:pt x="2568663" y="1498600"/>
                </a:lnTo>
                <a:close/>
              </a:path>
              <a:path w="2583815" h="1689100">
                <a:moveTo>
                  <a:pt x="34162" y="1511300"/>
                </a:moveTo>
                <a:lnTo>
                  <a:pt x="19786" y="1511300"/>
                </a:lnTo>
                <a:lnTo>
                  <a:pt x="17297" y="1498600"/>
                </a:lnTo>
                <a:lnTo>
                  <a:pt x="31572" y="1498600"/>
                </a:lnTo>
                <a:lnTo>
                  <a:pt x="34162" y="1511300"/>
                </a:lnTo>
                <a:close/>
              </a:path>
              <a:path w="2583815" h="1689100">
                <a:moveTo>
                  <a:pt x="2563850" y="1511300"/>
                </a:moveTo>
                <a:lnTo>
                  <a:pt x="2549474" y="1511300"/>
                </a:lnTo>
                <a:lnTo>
                  <a:pt x="2552052" y="1498600"/>
                </a:lnTo>
                <a:lnTo>
                  <a:pt x="2566339" y="1498600"/>
                </a:lnTo>
                <a:lnTo>
                  <a:pt x="2563850" y="1511300"/>
                </a:lnTo>
                <a:close/>
              </a:path>
              <a:path w="2583815" h="1689100">
                <a:moveTo>
                  <a:pt x="39649" y="1524000"/>
                </a:moveTo>
                <a:lnTo>
                  <a:pt x="25234" y="1524000"/>
                </a:lnTo>
                <a:lnTo>
                  <a:pt x="22440" y="1511300"/>
                </a:lnTo>
                <a:lnTo>
                  <a:pt x="36766" y="1511300"/>
                </a:lnTo>
                <a:lnTo>
                  <a:pt x="39649" y="1524000"/>
                </a:lnTo>
                <a:close/>
              </a:path>
              <a:path w="2583815" h="1689100">
                <a:moveTo>
                  <a:pt x="2558402" y="1524000"/>
                </a:moveTo>
                <a:lnTo>
                  <a:pt x="2543987" y="1524000"/>
                </a:lnTo>
                <a:lnTo>
                  <a:pt x="2546870" y="1511300"/>
                </a:lnTo>
                <a:lnTo>
                  <a:pt x="2561196" y="1511300"/>
                </a:lnTo>
                <a:lnTo>
                  <a:pt x="2558402" y="1524000"/>
                </a:lnTo>
                <a:close/>
              </a:path>
              <a:path w="2583815" h="1689100">
                <a:moveTo>
                  <a:pt x="45707" y="1536700"/>
                </a:moveTo>
                <a:lnTo>
                  <a:pt x="31267" y="1536700"/>
                </a:lnTo>
                <a:lnTo>
                  <a:pt x="28181" y="1524000"/>
                </a:lnTo>
                <a:lnTo>
                  <a:pt x="42532" y="1524000"/>
                </a:lnTo>
                <a:lnTo>
                  <a:pt x="45707" y="1536700"/>
                </a:lnTo>
                <a:close/>
              </a:path>
              <a:path w="2583815" h="1689100">
                <a:moveTo>
                  <a:pt x="2552369" y="1536700"/>
                </a:moveTo>
                <a:lnTo>
                  <a:pt x="2537929" y="1536700"/>
                </a:lnTo>
                <a:lnTo>
                  <a:pt x="2541104" y="1524000"/>
                </a:lnTo>
                <a:lnTo>
                  <a:pt x="2555455" y="1524000"/>
                </a:lnTo>
                <a:lnTo>
                  <a:pt x="2552369" y="1536700"/>
                </a:lnTo>
                <a:close/>
              </a:path>
              <a:path w="2583815" h="1689100">
                <a:moveTo>
                  <a:pt x="52298" y="1549400"/>
                </a:moveTo>
                <a:lnTo>
                  <a:pt x="37884" y="1549400"/>
                </a:lnTo>
                <a:lnTo>
                  <a:pt x="34505" y="1536700"/>
                </a:lnTo>
                <a:lnTo>
                  <a:pt x="48856" y="1536700"/>
                </a:lnTo>
                <a:lnTo>
                  <a:pt x="52298" y="1549400"/>
                </a:lnTo>
                <a:close/>
              </a:path>
              <a:path w="2583815" h="1689100">
                <a:moveTo>
                  <a:pt x="2545753" y="1549400"/>
                </a:moveTo>
                <a:lnTo>
                  <a:pt x="2531338" y="1549400"/>
                </a:lnTo>
                <a:lnTo>
                  <a:pt x="2534780" y="1536700"/>
                </a:lnTo>
                <a:lnTo>
                  <a:pt x="2549131" y="1536700"/>
                </a:lnTo>
                <a:lnTo>
                  <a:pt x="2545753" y="1549400"/>
                </a:lnTo>
                <a:close/>
              </a:path>
              <a:path w="2583815" h="1689100">
                <a:moveTo>
                  <a:pt x="92938" y="1600200"/>
                </a:moveTo>
                <a:lnTo>
                  <a:pt x="74371" y="1600200"/>
                </a:lnTo>
                <a:lnTo>
                  <a:pt x="65354" y="1587500"/>
                </a:lnTo>
                <a:lnTo>
                  <a:pt x="56845" y="1574800"/>
                </a:lnTo>
                <a:lnTo>
                  <a:pt x="48856" y="1562100"/>
                </a:lnTo>
                <a:lnTo>
                  <a:pt x="41427" y="1549400"/>
                </a:lnTo>
                <a:lnTo>
                  <a:pt x="59296" y="1549400"/>
                </a:lnTo>
                <a:lnTo>
                  <a:pt x="67106" y="1562100"/>
                </a:lnTo>
                <a:lnTo>
                  <a:pt x="66928" y="1562100"/>
                </a:lnTo>
                <a:lnTo>
                  <a:pt x="75247" y="1574800"/>
                </a:lnTo>
                <a:lnTo>
                  <a:pt x="75056" y="1574800"/>
                </a:lnTo>
                <a:lnTo>
                  <a:pt x="83870" y="1587500"/>
                </a:lnTo>
                <a:lnTo>
                  <a:pt x="83667" y="1587500"/>
                </a:lnTo>
                <a:lnTo>
                  <a:pt x="92938" y="1600200"/>
                </a:lnTo>
                <a:close/>
              </a:path>
              <a:path w="2583815" h="1689100">
                <a:moveTo>
                  <a:pt x="2509278" y="1600200"/>
                </a:moveTo>
                <a:lnTo>
                  <a:pt x="2490698" y="1600200"/>
                </a:lnTo>
                <a:lnTo>
                  <a:pt x="2499969" y="1587500"/>
                </a:lnTo>
                <a:lnTo>
                  <a:pt x="2499766" y="1587500"/>
                </a:lnTo>
                <a:lnTo>
                  <a:pt x="2508580" y="1574800"/>
                </a:lnTo>
                <a:lnTo>
                  <a:pt x="2508389" y="1574800"/>
                </a:lnTo>
                <a:lnTo>
                  <a:pt x="2516708" y="1562100"/>
                </a:lnTo>
                <a:lnTo>
                  <a:pt x="2516530" y="1562100"/>
                </a:lnTo>
                <a:lnTo>
                  <a:pt x="2524340" y="1549400"/>
                </a:lnTo>
                <a:lnTo>
                  <a:pt x="2542209" y="1549400"/>
                </a:lnTo>
                <a:lnTo>
                  <a:pt x="2534780" y="1562100"/>
                </a:lnTo>
                <a:lnTo>
                  <a:pt x="2526791" y="1574800"/>
                </a:lnTo>
                <a:lnTo>
                  <a:pt x="2518283" y="1587500"/>
                </a:lnTo>
                <a:lnTo>
                  <a:pt x="2509278" y="1600200"/>
                </a:lnTo>
                <a:close/>
              </a:path>
              <a:path w="2583815" h="1689100">
                <a:moveTo>
                  <a:pt x="122758" y="1625600"/>
                </a:moveTo>
                <a:lnTo>
                  <a:pt x="104203" y="1625600"/>
                </a:lnTo>
                <a:lnTo>
                  <a:pt x="93802" y="1612900"/>
                </a:lnTo>
                <a:lnTo>
                  <a:pt x="83858" y="1600200"/>
                </a:lnTo>
                <a:lnTo>
                  <a:pt x="102235" y="1600200"/>
                </a:lnTo>
                <a:lnTo>
                  <a:pt x="112407" y="1612900"/>
                </a:lnTo>
                <a:lnTo>
                  <a:pt x="112166" y="1612900"/>
                </a:lnTo>
                <a:lnTo>
                  <a:pt x="122758" y="1625600"/>
                </a:lnTo>
                <a:close/>
              </a:path>
              <a:path w="2583815" h="1689100">
                <a:moveTo>
                  <a:pt x="2479433" y="1625600"/>
                </a:moveTo>
                <a:lnTo>
                  <a:pt x="2460879" y="1625600"/>
                </a:lnTo>
                <a:lnTo>
                  <a:pt x="2471470" y="1612900"/>
                </a:lnTo>
                <a:lnTo>
                  <a:pt x="2471229" y="1612900"/>
                </a:lnTo>
                <a:lnTo>
                  <a:pt x="2481402" y="1600200"/>
                </a:lnTo>
                <a:lnTo>
                  <a:pt x="2499779" y="1600200"/>
                </a:lnTo>
                <a:lnTo>
                  <a:pt x="2489835" y="1612900"/>
                </a:lnTo>
                <a:lnTo>
                  <a:pt x="2479433" y="1625600"/>
                </a:lnTo>
                <a:close/>
              </a:path>
              <a:path w="2583815" h="1689100">
                <a:moveTo>
                  <a:pt x="161886" y="1651000"/>
                </a:moveTo>
                <a:lnTo>
                  <a:pt x="137858" y="1651000"/>
                </a:lnTo>
                <a:lnTo>
                  <a:pt x="126263" y="1638300"/>
                </a:lnTo>
                <a:lnTo>
                  <a:pt x="115023" y="1625600"/>
                </a:lnTo>
                <a:lnTo>
                  <a:pt x="133248" y="1625600"/>
                </a:lnTo>
                <a:lnTo>
                  <a:pt x="144614" y="1638300"/>
                </a:lnTo>
                <a:lnTo>
                  <a:pt x="155892" y="1638300"/>
                </a:lnTo>
                <a:lnTo>
                  <a:pt x="161886" y="1651000"/>
                </a:lnTo>
                <a:close/>
              </a:path>
              <a:path w="2583815" h="1689100">
                <a:moveTo>
                  <a:pt x="2445778" y="1651000"/>
                </a:moveTo>
                <a:lnTo>
                  <a:pt x="2421750" y="1651000"/>
                </a:lnTo>
                <a:lnTo>
                  <a:pt x="2427744" y="1638300"/>
                </a:lnTo>
                <a:lnTo>
                  <a:pt x="2439022" y="1638300"/>
                </a:lnTo>
                <a:lnTo>
                  <a:pt x="2450388" y="1625600"/>
                </a:lnTo>
                <a:lnTo>
                  <a:pt x="2468600" y="1625600"/>
                </a:lnTo>
                <a:lnTo>
                  <a:pt x="2457373" y="1638300"/>
                </a:lnTo>
                <a:lnTo>
                  <a:pt x="2445778" y="1651000"/>
                </a:lnTo>
                <a:close/>
              </a:path>
              <a:path w="2583815" h="1689100">
                <a:moveTo>
                  <a:pt x="192404" y="1663700"/>
                </a:moveTo>
                <a:lnTo>
                  <a:pt x="162255" y="1663700"/>
                </a:lnTo>
                <a:lnTo>
                  <a:pt x="156032" y="1651000"/>
                </a:lnTo>
                <a:lnTo>
                  <a:pt x="186004" y="1651000"/>
                </a:lnTo>
                <a:lnTo>
                  <a:pt x="192404" y="1663700"/>
                </a:lnTo>
                <a:close/>
              </a:path>
              <a:path w="2583815" h="1689100">
                <a:moveTo>
                  <a:pt x="2421382" y="1663700"/>
                </a:moveTo>
                <a:lnTo>
                  <a:pt x="2391232" y="1663700"/>
                </a:lnTo>
                <a:lnTo>
                  <a:pt x="2397633" y="1651000"/>
                </a:lnTo>
                <a:lnTo>
                  <a:pt x="2427605" y="1651000"/>
                </a:lnTo>
                <a:lnTo>
                  <a:pt x="2421382" y="1663700"/>
                </a:lnTo>
                <a:close/>
              </a:path>
              <a:path w="2583815" h="1689100">
                <a:moveTo>
                  <a:pt x="238099" y="1676400"/>
                </a:moveTo>
                <a:lnTo>
                  <a:pt x="187972" y="1676400"/>
                </a:lnTo>
                <a:lnTo>
                  <a:pt x="181419" y="1663700"/>
                </a:lnTo>
                <a:lnTo>
                  <a:pt x="231228" y="1663700"/>
                </a:lnTo>
                <a:lnTo>
                  <a:pt x="238099" y="1676400"/>
                </a:lnTo>
                <a:close/>
              </a:path>
              <a:path w="2583815" h="1689100">
                <a:moveTo>
                  <a:pt x="2395664" y="1676400"/>
                </a:moveTo>
                <a:lnTo>
                  <a:pt x="2345537" y="1676400"/>
                </a:lnTo>
                <a:lnTo>
                  <a:pt x="2352408" y="1663700"/>
                </a:lnTo>
                <a:lnTo>
                  <a:pt x="2402217" y="1663700"/>
                </a:lnTo>
                <a:lnTo>
                  <a:pt x="2395664" y="1676400"/>
                </a:lnTo>
                <a:close/>
              </a:path>
              <a:path w="2583815" h="1689100">
                <a:moveTo>
                  <a:pt x="2347848" y="1689100"/>
                </a:moveTo>
                <a:lnTo>
                  <a:pt x="235788" y="1689100"/>
                </a:lnTo>
                <a:lnTo>
                  <a:pt x="228765" y="1676400"/>
                </a:lnTo>
                <a:lnTo>
                  <a:pt x="2354872" y="1676400"/>
                </a:lnTo>
                <a:lnTo>
                  <a:pt x="2347848" y="1689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996345" y="4636122"/>
            <a:ext cx="185356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EC7C30"/>
                </a:solidFill>
                <a:latin typeface="Times New Roman"/>
                <a:cs typeface="Times New Roman"/>
              </a:rPr>
              <a:t>Retrieval</a:t>
            </a:r>
            <a:r>
              <a:rPr sz="2000" b="1" spc="-3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EC7C30"/>
                </a:solidFill>
                <a:latin typeface="Times New Roman"/>
                <a:cs typeface="Times New Roman"/>
              </a:rPr>
              <a:t>choice: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96345" y="4940922"/>
            <a:ext cx="1583525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5"/>
              </a:spcBef>
              <a:buChar char="•"/>
              <a:tabLst>
                <a:tab pos="297815" algn="l"/>
              </a:tabLst>
            </a:pPr>
            <a:r>
              <a:rPr sz="2000" spc="-20" dirty="0">
                <a:latin typeface="Times New Roman"/>
                <a:cs typeface="Times New Roman"/>
              </a:rPr>
              <a:t>BERT</a:t>
            </a:r>
            <a:endParaRPr sz="2000" dirty="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10" dirty="0" err="1">
                <a:latin typeface="Times New Roman"/>
                <a:cs typeface="Times New Roman"/>
              </a:rPr>
              <a:t>Ro</a:t>
            </a:r>
            <a:r>
              <a:rPr lang="en-US" sz="2000" spc="-10" dirty="0" err="1">
                <a:latin typeface="Times New Roman"/>
                <a:cs typeface="Times New Roman"/>
              </a:rPr>
              <a:t>BERTa</a:t>
            </a:r>
            <a:endParaRPr sz="2000" dirty="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25" dirty="0">
                <a:latin typeface="Times New Roman"/>
                <a:cs typeface="Times New Roman"/>
              </a:rPr>
              <a:t>BGE</a:t>
            </a:r>
            <a:endParaRPr sz="2000" dirty="0">
              <a:latin typeface="Times New Roman"/>
              <a:cs typeface="Times New Roman"/>
            </a:endParaRPr>
          </a:p>
          <a:p>
            <a:pPr marL="361315" indent="-348615">
              <a:lnSpc>
                <a:spcPct val="100000"/>
              </a:lnSpc>
              <a:buChar char="•"/>
              <a:tabLst>
                <a:tab pos="361315" algn="l"/>
              </a:tabLst>
            </a:pPr>
            <a:r>
              <a:rPr sz="2000" spc="-10" dirty="0">
                <a:latin typeface="Times New Roman"/>
                <a:cs typeface="Times New Roman"/>
              </a:rPr>
              <a:t>......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206230" y="4530725"/>
            <a:ext cx="2722880" cy="1739900"/>
          </a:xfrm>
          <a:custGeom>
            <a:avLst/>
            <a:gdLst/>
            <a:ahLst/>
            <a:cxnLst/>
            <a:rect l="l" t="t" r="r" b="b"/>
            <a:pathLst>
              <a:path w="2722879" h="1739900">
                <a:moveTo>
                  <a:pt x="2515400" y="12700"/>
                </a:moveTo>
                <a:lnTo>
                  <a:pt x="207479" y="12700"/>
                </a:lnTo>
                <a:lnTo>
                  <a:pt x="214452" y="0"/>
                </a:lnTo>
                <a:lnTo>
                  <a:pt x="2508427" y="0"/>
                </a:lnTo>
                <a:lnTo>
                  <a:pt x="2515400" y="12700"/>
                </a:lnTo>
                <a:close/>
              </a:path>
              <a:path w="2722879" h="1739900">
                <a:moveTo>
                  <a:pt x="204571" y="25400"/>
                </a:moveTo>
                <a:lnTo>
                  <a:pt x="173761" y="25400"/>
                </a:lnTo>
                <a:lnTo>
                  <a:pt x="180340" y="12700"/>
                </a:lnTo>
                <a:lnTo>
                  <a:pt x="211327" y="12700"/>
                </a:lnTo>
                <a:lnTo>
                  <a:pt x="204571" y="25400"/>
                </a:lnTo>
                <a:close/>
              </a:path>
              <a:path w="2722879" h="1739900">
                <a:moveTo>
                  <a:pt x="211175" y="25400"/>
                </a:moveTo>
                <a:lnTo>
                  <a:pt x="211327" y="12700"/>
                </a:lnTo>
                <a:lnTo>
                  <a:pt x="217995" y="12700"/>
                </a:lnTo>
                <a:lnTo>
                  <a:pt x="211175" y="25400"/>
                </a:lnTo>
                <a:close/>
              </a:path>
              <a:path w="2722879" h="1739900">
                <a:moveTo>
                  <a:pt x="2511704" y="25400"/>
                </a:moveTo>
                <a:lnTo>
                  <a:pt x="2504884" y="12700"/>
                </a:lnTo>
                <a:lnTo>
                  <a:pt x="2511552" y="12700"/>
                </a:lnTo>
                <a:lnTo>
                  <a:pt x="2511704" y="25400"/>
                </a:lnTo>
                <a:close/>
              </a:path>
              <a:path w="2722879" h="1739900">
                <a:moveTo>
                  <a:pt x="2549118" y="25400"/>
                </a:moveTo>
                <a:lnTo>
                  <a:pt x="2518308" y="25400"/>
                </a:lnTo>
                <a:lnTo>
                  <a:pt x="2511552" y="12700"/>
                </a:lnTo>
                <a:lnTo>
                  <a:pt x="2542540" y="12700"/>
                </a:lnTo>
                <a:lnTo>
                  <a:pt x="2549118" y="25400"/>
                </a:lnTo>
                <a:close/>
              </a:path>
              <a:path w="2722879" h="1739900">
                <a:moveTo>
                  <a:pt x="172707" y="38100"/>
                </a:moveTo>
                <a:lnTo>
                  <a:pt x="148297" y="38100"/>
                </a:lnTo>
                <a:lnTo>
                  <a:pt x="154533" y="25400"/>
                </a:lnTo>
                <a:lnTo>
                  <a:pt x="179057" y="25400"/>
                </a:lnTo>
                <a:lnTo>
                  <a:pt x="172707" y="38100"/>
                </a:lnTo>
                <a:close/>
              </a:path>
              <a:path w="2722879" h="1739900">
                <a:moveTo>
                  <a:pt x="2574582" y="38100"/>
                </a:moveTo>
                <a:lnTo>
                  <a:pt x="2550172" y="38100"/>
                </a:lnTo>
                <a:lnTo>
                  <a:pt x="2543822" y="25400"/>
                </a:lnTo>
                <a:lnTo>
                  <a:pt x="2568346" y="25400"/>
                </a:lnTo>
                <a:lnTo>
                  <a:pt x="2574582" y="38100"/>
                </a:lnTo>
                <a:close/>
              </a:path>
              <a:path w="2722879" h="1739900">
                <a:moveTo>
                  <a:pt x="148691" y="50800"/>
                </a:moveTo>
                <a:lnTo>
                  <a:pt x="124345" y="50800"/>
                </a:lnTo>
                <a:lnTo>
                  <a:pt x="130187" y="38100"/>
                </a:lnTo>
                <a:lnTo>
                  <a:pt x="154698" y="38100"/>
                </a:lnTo>
                <a:lnTo>
                  <a:pt x="148691" y="50800"/>
                </a:lnTo>
                <a:close/>
              </a:path>
              <a:path w="2722879" h="1739900">
                <a:moveTo>
                  <a:pt x="2598534" y="50800"/>
                </a:moveTo>
                <a:lnTo>
                  <a:pt x="2574188" y="50800"/>
                </a:lnTo>
                <a:lnTo>
                  <a:pt x="2568181" y="38100"/>
                </a:lnTo>
                <a:lnTo>
                  <a:pt x="2592692" y="38100"/>
                </a:lnTo>
                <a:lnTo>
                  <a:pt x="2598534" y="50800"/>
                </a:lnTo>
                <a:close/>
              </a:path>
              <a:path w="2722879" h="1739900">
                <a:moveTo>
                  <a:pt x="115417" y="76200"/>
                </a:moveTo>
                <a:lnTo>
                  <a:pt x="96735" y="76200"/>
                </a:lnTo>
                <a:lnTo>
                  <a:pt x="107454" y="63500"/>
                </a:lnTo>
                <a:lnTo>
                  <a:pt x="118579" y="50800"/>
                </a:lnTo>
                <a:lnTo>
                  <a:pt x="137350" y="50800"/>
                </a:lnTo>
                <a:lnTo>
                  <a:pt x="131635" y="63500"/>
                </a:lnTo>
                <a:lnTo>
                  <a:pt x="126326" y="63500"/>
                </a:lnTo>
                <a:lnTo>
                  <a:pt x="115417" y="76200"/>
                </a:lnTo>
                <a:close/>
              </a:path>
              <a:path w="2722879" h="1739900">
                <a:moveTo>
                  <a:pt x="2626144" y="76200"/>
                </a:moveTo>
                <a:lnTo>
                  <a:pt x="2607462" y="76200"/>
                </a:lnTo>
                <a:lnTo>
                  <a:pt x="2596553" y="63500"/>
                </a:lnTo>
                <a:lnTo>
                  <a:pt x="2591244" y="63500"/>
                </a:lnTo>
                <a:lnTo>
                  <a:pt x="2585529" y="50800"/>
                </a:lnTo>
                <a:lnTo>
                  <a:pt x="2604300" y="50800"/>
                </a:lnTo>
                <a:lnTo>
                  <a:pt x="2615425" y="63500"/>
                </a:lnTo>
                <a:lnTo>
                  <a:pt x="2626144" y="76200"/>
                </a:lnTo>
                <a:close/>
              </a:path>
              <a:path w="2722879" h="1739900">
                <a:moveTo>
                  <a:pt x="77127" y="114300"/>
                </a:moveTo>
                <a:lnTo>
                  <a:pt x="58686" y="114300"/>
                </a:lnTo>
                <a:lnTo>
                  <a:pt x="67424" y="101600"/>
                </a:lnTo>
                <a:lnTo>
                  <a:pt x="76708" y="88900"/>
                </a:lnTo>
                <a:lnTo>
                  <a:pt x="86487" y="76200"/>
                </a:lnTo>
                <a:lnTo>
                  <a:pt x="105397" y="76200"/>
                </a:lnTo>
                <a:lnTo>
                  <a:pt x="95351" y="88900"/>
                </a:lnTo>
                <a:lnTo>
                  <a:pt x="95567" y="88900"/>
                </a:lnTo>
                <a:lnTo>
                  <a:pt x="86004" y="101600"/>
                </a:lnTo>
                <a:lnTo>
                  <a:pt x="86207" y="101600"/>
                </a:lnTo>
                <a:lnTo>
                  <a:pt x="77127" y="114300"/>
                </a:lnTo>
                <a:close/>
              </a:path>
              <a:path w="2722879" h="1739900">
                <a:moveTo>
                  <a:pt x="2664193" y="114300"/>
                </a:moveTo>
                <a:lnTo>
                  <a:pt x="2645752" y="114300"/>
                </a:lnTo>
                <a:lnTo>
                  <a:pt x="2636672" y="101600"/>
                </a:lnTo>
                <a:lnTo>
                  <a:pt x="2636875" y="101600"/>
                </a:lnTo>
                <a:lnTo>
                  <a:pt x="2627312" y="88900"/>
                </a:lnTo>
                <a:lnTo>
                  <a:pt x="2627528" y="88900"/>
                </a:lnTo>
                <a:lnTo>
                  <a:pt x="2617482" y="76200"/>
                </a:lnTo>
                <a:lnTo>
                  <a:pt x="2636393" y="76200"/>
                </a:lnTo>
                <a:lnTo>
                  <a:pt x="2646172" y="88900"/>
                </a:lnTo>
                <a:lnTo>
                  <a:pt x="2655455" y="101600"/>
                </a:lnTo>
                <a:lnTo>
                  <a:pt x="2664193" y="114300"/>
                </a:lnTo>
                <a:close/>
              </a:path>
              <a:path w="2722879" h="1739900">
                <a:moveTo>
                  <a:pt x="64782" y="127000"/>
                </a:moveTo>
                <a:lnTo>
                  <a:pt x="50431" y="127000"/>
                </a:lnTo>
                <a:lnTo>
                  <a:pt x="54483" y="114300"/>
                </a:lnTo>
                <a:lnTo>
                  <a:pt x="68884" y="114300"/>
                </a:lnTo>
                <a:lnTo>
                  <a:pt x="64782" y="127000"/>
                </a:lnTo>
                <a:close/>
              </a:path>
              <a:path w="2722879" h="1739900">
                <a:moveTo>
                  <a:pt x="2672448" y="127000"/>
                </a:moveTo>
                <a:lnTo>
                  <a:pt x="2658097" y="127000"/>
                </a:lnTo>
                <a:lnTo>
                  <a:pt x="2653995" y="114300"/>
                </a:lnTo>
                <a:lnTo>
                  <a:pt x="2668397" y="114300"/>
                </a:lnTo>
                <a:lnTo>
                  <a:pt x="2672448" y="127000"/>
                </a:lnTo>
                <a:close/>
              </a:path>
              <a:path w="2722879" h="1739900">
                <a:moveTo>
                  <a:pt x="57175" y="139700"/>
                </a:moveTo>
                <a:lnTo>
                  <a:pt x="42748" y="139700"/>
                </a:lnTo>
                <a:lnTo>
                  <a:pt x="46520" y="127000"/>
                </a:lnTo>
                <a:lnTo>
                  <a:pt x="60998" y="127000"/>
                </a:lnTo>
                <a:lnTo>
                  <a:pt x="57175" y="139700"/>
                </a:lnTo>
                <a:close/>
              </a:path>
              <a:path w="2722879" h="1739900">
                <a:moveTo>
                  <a:pt x="2680131" y="139700"/>
                </a:moveTo>
                <a:lnTo>
                  <a:pt x="2665704" y="139700"/>
                </a:lnTo>
                <a:lnTo>
                  <a:pt x="2661881" y="127000"/>
                </a:lnTo>
                <a:lnTo>
                  <a:pt x="2676359" y="127000"/>
                </a:lnTo>
                <a:lnTo>
                  <a:pt x="2680131" y="139700"/>
                </a:lnTo>
                <a:close/>
              </a:path>
              <a:path w="2722879" h="1739900">
                <a:moveTo>
                  <a:pt x="50101" y="152400"/>
                </a:moveTo>
                <a:lnTo>
                  <a:pt x="35636" y="152400"/>
                </a:lnTo>
                <a:lnTo>
                  <a:pt x="39128" y="139700"/>
                </a:lnTo>
                <a:lnTo>
                  <a:pt x="53644" y="139700"/>
                </a:lnTo>
                <a:lnTo>
                  <a:pt x="50101" y="152400"/>
                </a:lnTo>
                <a:close/>
              </a:path>
              <a:path w="2722879" h="1739900">
                <a:moveTo>
                  <a:pt x="2687231" y="152400"/>
                </a:moveTo>
                <a:lnTo>
                  <a:pt x="2672778" y="152400"/>
                </a:lnTo>
                <a:lnTo>
                  <a:pt x="2669235" y="139700"/>
                </a:lnTo>
                <a:lnTo>
                  <a:pt x="2683751" y="139700"/>
                </a:lnTo>
                <a:lnTo>
                  <a:pt x="2687231" y="152400"/>
                </a:lnTo>
                <a:close/>
              </a:path>
              <a:path w="2722879" h="1739900">
                <a:moveTo>
                  <a:pt x="43573" y="165100"/>
                </a:moveTo>
                <a:lnTo>
                  <a:pt x="29121" y="165100"/>
                </a:lnTo>
                <a:lnTo>
                  <a:pt x="32308" y="152400"/>
                </a:lnTo>
                <a:lnTo>
                  <a:pt x="46837" y="152400"/>
                </a:lnTo>
                <a:lnTo>
                  <a:pt x="43573" y="165100"/>
                </a:lnTo>
                <a:close/>
              </a:path>
              <a:path w="2722879" h="1739900">
                <a:moveTo>
                  <a:pt x="2693758" y="165100"/>
                </a:moveTo>
                <a:lnTo>
                  <a:pt x="2679306" y="165100"/>
                </a:lnTo>
                <a:lnTo>
                  <a:pt x="2676042" y="152400"/>
                </a:lnTo>
                <a:lnTo>
                  <a:pt x="2690571" y="152400"/>
                </a:lnTo>
                <a:lnTo>
                  <a:pt x="2693758" y="165100"/>
                </a:lnTo>
                <a:close/>
              </a:path>
              <a:path w="2722879" h="1739900">
                <a:moveTo>
                  <a:pt x="37630" y="177800"/>
                </a:moveTo>
                <a:lnTo>
                  <a:pt x="23202" y="177800"/>
                </a:lnTo>
                <a:lnTo>
                  <a:pt x="26085" y="165100"/>
                </a:lnTo>
                <a:lnTo>
                  <a:pt x="40589" y="165100"/>
                </a:lnTo>
                <a:lnTo>
                  <a:pt x="37630" y="177800"/>
                </a:lnTo>
                <a:close/>
              </a:path>
              <a:path w="2722879" h="1739900">
                <a:moveTo>
                  <a:pt x="2699677" y="177800"/>
                </a:moveTo>
                <a:lnTo>
                  <a:pt x="2685249" y="177800"/>
                </a:lnTo>
                <a:lnTo>
                  <a:pt x="2682278" y="165100"/>
                </a:lnTo>
                <a:lnTo>
                  <a:pt x="2696794" y="165100"/>
                </a:lnTo>
                <a:lnTo>
                  <a:pt x="2699677" y="177800"/>
                </a:lnTo>
                <a:close/>
              </a:path>
              <a:path w="2722879" h="1739900">
                <a:moveTo>
                  <a:pt x="32270" y="190500"/>
                </a:moveTo>
                <a:lnTo>
                  <a:pt x="17919" y="190500"/>
                </a:lnTo>
                <a:lnTo>
                  <a:pt x="20485" y="177800"/>
                </a:lnTo>
                <a:lnTo>
                  <a:pt x="34937" y="177800"/>
                </a:lnTo>
                <a:lnTo>
                  <a:pt x="32270" y="190500"/>
                </a:lnTo>
                <a:close/>
              </a:path>
              <a:path w="2722879" h="1739900">
                <a:moveTo>
                  <a:pt x="2704960" y="190500"/>
                </a:moveTo>
                <a:lnTo>
                  <a:pt x="2690609" y="190500"/>
                </a:lnTo>
                <a:lnTo>
                  <a:pt x="2687942" y="177800"/>
                </a:lnTo>
                <a:lnTo>
                  <a:pt x="2702394" y="177800"/>
                </a:lnTo>
                <a:lnTo>
                  <a:pt x="2704960" y="190500"/>
                </a:lnTo>
                <a:close/>
              </a:path>
              <a:path w="2722879" h="1739900">
                <a:moveTo>
                  <a:pt x="27520" y="203200"/>
                </a:moveTo>
                <a:lnTo>
                  <a:pt x="13271" y="203200"/>
                </a:lnTo>
                <a:lnTo>
                  <a:pt x="15519" y="190500"/>
                </a:lnTo>
                <a:lnTo>
                  <a:pt x="29870" y="190500"/>
                </a:lnTo>
                <a:lnTo>
                  <a:pt x="27520" y="203200"/>
                </a:lnTo>
                <a:close/>
              </a:path>
              <a:path w="2722879" h="1739900">
                <a:moveTo>
                  <a:pt x="2709608" y="203200"/>
                </a:moveTo>
                <a:lnTo>
                  <a:pt x="2695359" y="203200"/>
                </a:lnTo>
                <a:lnTo>
                  <a:pt x="2693009" y="190500"/>
                </a:lnTo>
                <a:lnTo>
                  <a:pt x="2707360" y="190500"/>
                </a:lnTo>
                <a:lnTo>
                  <a:pt x="2709608" y="203200"/>
                </a:lnTo>
                <a:close/>
              </a:path>
              <a:path w="2722879" h="1739900">
                <a:moveTo>
                  <a:pt x="19913" y="228600"/>
                </a:moveTo>
                <a:lnTo>
                  <a:pt x="7556" y="228600"/>
                </a:lnTo>
                <a:lnTo>
                  <a:pt x="9296" y="215900"/>
                </a:lnTo>
                <a:lnTo>
                  <a:pt x="11201" y="203200"/>
                </a:lnTo>
                <a:lnTo>
                  <a:pt x="25425" y="203200"/>
                </a:lnTo>
                <a:lnTo>
                  <a:pt x="23393" y="215900"/>
                </a:lnTo>
                <a:lnTo>
                  <a:pt x="21615" y="215900"/>
                </a:lnTo>
                <a:lnTo>
                  <a:pt x="19913" y="228600"/>
                </a:lnTo>
                <a:close/>
              </a:path>
              <a:path w="2722879" h="1739900">
                <a:moveTo>
                  <a:pt x="2715323" y="228600"/>
                </a:moveTo>
                <a:lnTo>
                  <a:pt x="2702966" y="228600"/>
                </a:lnTo>
                <a:lnTo>
                  <a:pt x="2701264" y="215900"/>
                </a:lnTo>
                <a:lnTo>
                  <a:pt x="2699486" y="215900"/>
                </a:lnTo>
                <a:lnTo>
                  <a:pt x="2697454" y="203200"/>
                </a:lnTo>
                <a:lnTo>
                  <a:pt x="2711678" y="203200"/>
                </a:lnTo>
                <a:lnTo>
                  <a:pt x="2713583" y="215900"/>
                </a:lnTo>
                <a:lnTo>
                  <a:pt x="2715323" y="228600"/>
                </a:lnTo>
                <a:close/>
              </a:path>
              <a:path w="2722879" h="1739900">
                <a:moveTo>
                  <a:pt x="17094" y="241300"/>
                </a:moveTo>
                <a:lnTo>
                  <a:pt x="4610" y="241300"/>
                </a:lnTo>
                <a:lnTo>
                  <a:pt x="5994" y="228600"/>
                </a:lnTo>
                <a:lnTo>
                  <a:pt x="18453" y="228600"/>
                </a:lnTo>
                <a:lnTo>
                  <a:pt x="17094" y="241300"/>
                </a:lnTo>
                <a:close/>
              </a:path>
              <a:path w="2722879" h="1739900">
                <a:moveTo>
                  <a:pt x="2718269" y="241300"/>
                </a:moveTo>
                <a:lnTo>
                  <a:pt x="2705785" y="241300"/>
                </a:lnTo>
                <a:lnTo>
                  <a:pt x="2704426" y="228600"/>
                </a:lnTo>
                <a:lnTo>
                  <a:pt x="2716885" y="228600"/>
                </a:lnTo>
                <a:lnTo>
                  <a:pt x="2718269" y="241300"/>
                </a:lnTo>
                <a:close/>
              </a:path>
              <a:path w="2722879" h="1739900">
                <a:moveTo>
                  <a:pt x="14960" y="254000"/>
                </a:moveTo>
                <a:lnTo>
                  <a:pt x="2374" y="254000"/>
                </a:lnTo>
                <a:lnTo>
                  <a:pt x="3403" y="241300"/>
                </a:lnTo>
                <a:lnTo>
                  <a:pt x="15963" y="241300"/>
                </a:lnTo>
                <a:lnTo>
                  <a:pt x="14960" y="254000"/>
                </a:lnTo>
                <a:close/>
              </a:path>
              <a:path w="2722879" h="1739900">
                <a:moveTo>
                  <a:pt x="2720505" y="254000"/>
                </a:moveTo>
                <a:lnTo>
                  <a:pt x="2707919" y="254000"/>
                </a:lnTo>
                <a:lnTo>
                  <a:pt x="2706916" y="241300"/>
                </a:lnTo>
                <a:lnTo>
                  <a:pt x="2719476" y="241300"/>
                </a:lnTo>
                <a:lnTo>
                  <a:pt x="2720505" y="254000"/>
                </a:lnTo>
                <a:close/>
              </a:path>
              <a:path w="2722879" h="1739900">
                <a:moveTo>
                  <a:pt x="13068" y="279400"/>
                </a:moveTo>
                <a:lnTo>
                  <a:pt x="380" y="279400"/>
                </a:lnTo>
                <a:lnTo>
                  <a:pt x="863" y="266700"/>
                </a:lnTo>
                <a:lnTo>
                  <a:pt x="1524" y="254000"/>
                </a:lnTo>
                <a:lnTo>
                  <a:pt x="14160" y="254000"/>
                </a:lnTo>
                <a:lnTo>
                  <a:pt x="13512" y="266700"/>
                </a:lnTo>
                <a:lnTo>
                  <a:pt x="13068" y="279400"/>
                </a:lnTo>
                <a:close/>
              </a:path>
              <a:path w="2722879" h="1739900">
                <a:moveTo>
                  <a:pt x="2722499" y="279400"/>
                </a:moveTo>
                <a:lnTo>
                  <a:pt x="2709811" y="279400"/>
                </a:lnTo>
                <a:lnTo>
                  <a:pt x="2709354" y="266700"/>
                </a:lnTo>
                <a:lnTo>
                  <a:pt x="2708706" y="254000"/>
                </a:lnTo>
                <a:lnTo>
                  <a:pt x="2721355" y="254000"/>
                </a:lnTo>
                <a:lnTo>
                  <a:pt x="2722016" y="266700"/>
                </a:lnTo>
                <a:lnTo>
                  <a:pt x="2722499" y="279400"/>
                </a:lnTo>
                <a:close/>
              </a:path>
              <a:path w="2722879" h="1739900">
                <a:moveTo>
                  <a:pt x="12700" y="1447800"/>
                </a:moveTo>
                <a:lnTo>
                  <a:pt x="0" y="1447800"/>
                </a:lnTo>
                <a:lnTo>
                  <a:pt x="101" y="279400"/>
                </a:lnTo>
                <a:lnTo>
                  <a:pt x="12788" y="279400"/>
                </a:lnTo>
                <a:lnTo>
                  <a:pt x="12700" y="1447800"/>
                </a:lnTo>
                <a:close/>
              </a:path>
              <a:path w="2722879" h="1739900">
                <a:moveTo>
                  <a:pt x="2722879" y="1447800"/>
                </a:moveTo>
                <a:lnTo>
                  <a:pt x="2710179" y="1447800"/>
                </a:lnTo>
                <a:lnTo>
                  <a:pt x="2710091" y="279400"/>
                </a:lnTo>
                <a:lnTo>
                  <a:pt x="2722778" y="279400"/>
                </a:lnTo>
                <a:lnTo>
                  <a:pt x="2722879" y="1447800"/>
                </a:lnTo>
                <a:close/>
              </a:path>
              <a:path w="2722879" h="1739900">
                <a:moveTo>
                  <a:pt x="14160" y="1473200"/>
                </a:moveTo>
                <a:lnTo>
                  <a:pt x="863" y="1473200"/>
                </a:lnTo>
                <a:lnTo>
                  <a:pt x="380" y="1460500"/>
                </a:lnTo>
                <a:lnTo>
                  <a:pt x="101" y="1447800"/>
                </a:lnTo>
                <a:lnTo>
                  <a:pt x="12788" y="1447800"/>
                </a:lnTo>
                <a:lnTo>
                  <a:pt x="13068" y="1460500"/>
                </a:lnTo>
                <a:lnTo>
                  <a:pt x="13512" y="1460500"/>
                </a:lnTo>
                <a:lnTo>
                  <a:pt x="14160" y="1473200"/>
                </a:lnTo>
                <a:close/>
              </a:path>
              <a:path w="2722879" h="1739900">
                <a:moveTo>
                  <a:pt x="2722016" y="1473200"/>
                </a:moveTo>
                <a:lnTo>
                  <a:pt x="2708706" y="1473200"/>
                </a:lnTo>
                <a:lnTo>
                  <a:pt x="2709367" y="1460500"/>
                </a:lnTo>
                <a:lnTo>
                  <a:pt x="2709811" y="1460500"/>
                </a:lnTo>
                <a:lnTo>
                  <a:pt x="2710091" y="1447800"/>
                </a:lnTo>
                <a:lnTo>
                  <a:pt x="2722778" y="1447800"/>
                </a:lnTo>
                <a:lnTo>
                  <a:pt x="2722499" y="1460500"/>
                </a:lnTo>
                <a:lnTo>
                  <a:pt x="2722016" y="1473200"/>
                </a:lnTo>
                <a:close/>
              </a:path>
              <a:path w="2722879" h="1739900">
                <a:moveTo>
                  <a:pt x="14986" y="1485900"/>
                </a:moveTo>
                <a:lnTo>
                  <a:pt x="2374" y="1485900"/>
                </a:lnTo>
                <a:lnTo>
                  <a:pt x="1524" y="1473200"/>
                </a:lnTo>
                <a:lnTo>
                  <a:pt x="14147" y="1473200"/>
                </a:lnTo>
                <a:lnTo>
                  <a:pt x="14986" y="1485900"/>
                </a:lnTo>
                <a:close/>
              </a:path>
              <a:path w="2722879" h="1739900">
                <a:moveTo>
                  <a:pt x="2720505" y="1485900"/>
                </a:moveTo>
                <a:lnTo>
                  <a:pt x="2707894" y="1485900"/>
                </a:lnTo>
                <a:lnTo>
                  <a:pt x="2708732" y="1473200"/>
                </a:lnTo>
                <a:lnTo>
                  <a:pt x="2721355" y="1473200"/>
                </a:lnTo>
                <a:lnTo>
                  <a:pt x="2720505" y="1485900"/>
                </a:lnTo>
                <a:close/>
              </a:path>
              <a:path w="2722879" h="1739900">
                <a:moveTo>
                  <a:pt x="17132" y="1498600"/>
                </a:moveTo>
                <a:lnTo>
                  <a:pt x="4610" y="1498600"/>
                </a:lnTo>
                <a:lnTo>
                  <a:pt x="3403" y="1485900"/>
                </a:lnTo>
                <a:lnTo>
                  <a:pt x="15938" y="1485900"/>
                </a:lnTo>
                <a:lnTo>
                  <a:pt x="17132" y="1498600"/>
                </a:lnTo>
                <a:close/>
              </a:path>
              <a:path w="2722879" h="1739900">
                <a:moveTo>
                  <a:pt x="2718269" y="1498600"/>
                </a:moveTo>
                <a:lnTo>
                  <a:pt x="2705747" y="1498600"/>
                </a:lnTo>
                <a:lnTo>
                  <a:pt x="2706941" y="1485900"/>
                </a:lnTo>
                <a:lnTo>
                  <a:pt x="2719476" y="1485900"/>
                </a:lnTo>
                <a:lnTo>
                  <a:pt x="2718269" y="1498600"/>
                </a:lnTo>
                <a:close/>
              </a:path>
              <a:path w="2722879" h="1739900">
                <a:moveTo>
                  <a:pt x="23444" y="1524000"/>
                </a:moveTo>
                <a:lnTo>
                  <a:pt x="9296" y="1524000"/>
                </a:lnTo>
                <a:lnTo>
                  <a:pt x="7556" y="1511300"/>
                </a:lnTo>
                <a:lnTo>
                  <a:pt x="5994" y="1498600"/>
                </a:lnTo>
                <a:lnTo>
                  <a:pt x="18427" y="1498600"/>
                </a:lnTo>
                <a:lnTo>
                  <a:pt x="19951" y="1511300"/>
                </a:lnTo>
                <a:lnTo>
                  <a:pt x="21577" y="1511300"/>
                </a:lnTo>
                <a:lnTo>
                  <a:pt x="23444" y="1524000"/>
                </a:lnTo>
                <a:close/>
              </a:path>
              <a:path w="2722879" h="1739900">
                <a:moveTo>
                  <a:pt x="2713583" y="1524000"/>
                </a:moveTo>
                <a:lnTo>
                  <a:pt x="2699435" y="1524000"/>
                </a:lnTo>
                <a:lnTo>
                  <a:pt x="2701302" y="1511300"/>
                </a:lnTo>
                <a:lnTo>
                  <a:pt x="2702928" y="1511300"/>
                </a:lnTo>
                <a:lnTo>
                  <a:pt x="2704452" y="1498600"/>
                </a:lnTo>
                <a:lnTo>
                  <a:pt x="2716885" y="1498600"/>
                </a:lnTo>
                <a:lnTo>
                  <a:pt x="2715323" y="1511300"/>
                </a:lnTo>
                <a:lnTo>
                  <a:pt x="2713583" y="1524000"/>
                </a:lnTo>
                <a:close/>
              </a:path>
              <a:path w="2722879" h="1739900">
                <a:moveTo>
                  <a:pt x="27571" y="1536700"/>
                </a:moveTo>
                <a:lnTo>
                  <a:pt x="13271" y="1536700"/>
                </a:lnTo>
                <a:lnTo>
                  <a:pt x="11201" y="1524000"/>
                </a:lnTo>
                <a:lnTo>
                  <a:pt x="25374" y="1524000"/>
                </a:lnTo>
                <a:lnTo>
                  <a:pt x="27571" y="1536700"/>
                </a:lnTo>
                <a:close/>
              </a:path>
              <a:path w="2722879" h="1739900">
                <a:moveTo>
                  <a:pt x="2709608" y="1536700"/>
                </a:moveTo>
                <a:lnTo>
                  <a:pt x="2695308" y="1536700"/>
                </a:lnTo>
                <a:lnTo>
                  <a:pt x="2697505" y="1524000"/>
                </a:lnTo>
                <a:lnTo>
                  <a:pt x="2711678" y="1524000"/>
                </a:lnTo>
                <a:lnTo>
                  <a:pt x="2709608" y="1536700"/>
                </a:lnTo>
                <a:close/>
              </a:path>
              <a:path w="2722879" h="1739900">
                <a:moveTo>
                  <a:pt x="32321" y="1549400"/>
                </a:moveTo>
                <a:lnTo>
                  <a:pt x="17919" y="1549400"/>
                </a:lnTo>
                <a:lnTo>
                  <a:pt x="15519" y="1536700"/>
                </a:lnTo>
                <a:lnTo>
                  <a:pt x="29819" y="1536700"/>
                </a:lnTo>
                <a:lnTo>
                  <a:pt x="32321" y="1549400"/>
                </a:lnTo>
                <a:close/>
              </a:path>
              <a:path w="2722879" h="1739900">
                <a:moveTo>
                  <a:pt x="2704960" y="1549400"/>
                </a:moveTo>
                <a:lnTo>
                  <a:pt x="2690558" y="1549400"/>
                </a:lnTo>
                <a:lnTo>
                  <a:pt x="2693060" y="1536700"/>
                </a:lnTo>
                <a:lnTo>
                  <a:pt x="2707360" y="1536700"/>
                </a:lnTo>
                <a:lnTo>
                  <a:pt x="2704960" y="1549400"/>
                </a:lnTo>
                <a:close/>
              </a:path>
              <a:path w="2722879" h="1739900">
                <a:moveTo>
                  <a:pt x="37693" y="1562100"/>
                </a:moveTo>
                <a:lnTo>
                  <a:pt x="23202" y="1562100"/>
                </a:lnTo>
                <a:lnTo>
                  <a:pt x="20485" y="1549400"/>
                </a:lnTo>
                <a:lnTo>
                  <a:pt x="34874" y="1549400"/>
                </a:lnTo>
                <a:lnTo>
                  <a:pt x="37693" y="1562100"/>
                </a:lnTo>
                <a:close/>
              </a:path>
              <a:path w="2722879" h="1739900">
                <a:moveTo>
                  <a:pt x="2699677" y="1562100"/>
                </a:moveTo>
                <a:lnTo>
                  <a:pt x="2685186" y="1562100"/>
                </a:lnTo>
                <a:lnTo>
                  <a:pt x="2688005" y="1549400"/>
                </a:lnTo>
                <a:lnTo>
                  <a:pt x="2702394" y="1549400"/>
                </a:lnTo>
                <a:lnTo>
                  <a:pt x="2699677" y="1562100"/>
                </a:lnTo>
                <a:close/>
              </a:path>
              <a:path w="2722879" h="1739900">
                <a:moveTo>
                  <a:pt x="43649" y="1574800"/>
                </a:moveTo>
                <a:lnTo>
                  <a:pt x="29121" y="1574800"/>
                </a:lnTo>
                <a:lnTo>
                  <a:pt x="26085" y="1562100"/>
                </a:lnTo>
                <a:lnTo>
                  <a:pt x="40525" y="1562100"/>
                </a:lnTo>
                <a:lnTo>
                  <a:pt x="43649" y="1574800"/>
                </a:lnTo>
                <a:close/>
              </a:path>
              <a:path w="2722879" h="1739900">
                <a:moveTo>
                  <a:pt x="2693758" y="1574800"/>
                </a:moveTo>
                <a:lnTo>
                  <a:pt x="2679230" y="1574800"/>
                </a:lnTo>
                <a:lnTo>
                  <a:pt x="2682354" y="1562100"/>
                </a:lnTo>
                <a:lnTo>
                  <a:pt x="2696794" y="1562100"/>
                </a:lnTo>
                <a:lnTo>
                  <a:pt x="2693758" y="1574800"/>
                </a:lnTo>
                <a:close/>
              </a:path>
              <a:path w="2722879" h="1739900">
                <a:moveTo>
                  <a:pt x="50177" y="1587500"/>
                </a:moveTo>
                <a:lnTo>
                  <a:pt x="35636" y="1587500"/>
                </a:lnTo>
                <a:lnTo>
                  <a:pt x="32308" y="1574800"/>
                </a:lnTo>
                <a:lnTo>
                  <a:pt x="46761" y="1574800"/>
                </a:lnTo>
                <a:lnTo>
                  <a:pt x="50177" y="1587500"/>
                </a:lnTo>
                <a:close/>
              </a:path>
              <a:path w="2722879" h="1739900">
                <a:moveTo>
                  <a:pt x="2687231" y="1587500"/>
                </a:moveTo>
                <a:lnTo>
                  <a:pt x="2672702" y="1587500"/>
                </a:lnTo>
                <a:lnTo>
                  <a:pt x="2676118" y="1574800"/>
                </a:lnTo>
                <a:lnTo>
                  <a:pt x="2690571" y="1574800"/>
                </a:lnTo>
                <a:lnTo>
                  <a:pt x="2687231" y="1587500"/>
                </a:lnTo>
                <a:close/>
              </a:path>
              <a:path w="2722879" h="1739900">
                <a:moveTo>
                  <a:pt x="57251" y="1600200"/>
                </a:moveTo>
                <a:lnTo>
                  <a:pt x="42748" y="1600200"/>
                </a:lnTo>
                <a:lnTo>
                  <a:pt x="39128" y="1587500"/>
                </a:lnTo>
                <a:lnTo>
                  <a:pt x="53568" y="1587500"/>
                </a:lnTo>
                <a:lnTo>
                  <a:pt x="57251" y="1600200"/>
                </a:lnTo>
                <a:close/>
              </a:path>
              <a:path w="2722879" h="1739900">
                <a:moveTo>
                  <a:pt x="2680131" y="1600200"/>
                </a:moveTo>
                <a:lnTo>
                  <a:pt x="2665628" y="1600200"/>
                </a:lnTo>
                <a:lnTo>
                  <a:pt x="2669311" y="1587500"/>
                </a:lnTo>
                <a:lnTo>
                  <a:pt x="2683751" y="1587500"/>
                </a:lnTo>
                <a:lnTo>
                  <a:pt x="2680131" y="1600200"/>
                </a:lnTo>
                <a:close/>
              </a:path>
              <a:path w="2722879" h="1739900">
                <a:moveTo>
                  <a:pt x="64871" y="1612900"/>
                </a:moveTo>
                <a:lnTo>
                  <a:pt x="50431" y="1612900"/>
                </a:lnTo>
                <a:lnTo>
                  <a:pt x="46520" y="1600200"/>
                </a:lnTo>
                <a:lnTo>
                  <a:pt x="60909" y="1600200"/>
                </a:lnTo>
                <a:lnTo>
                  <a:pt x="64871" y="1612900"/>
                </a:lnTo>
                <a:close/>
              </a:path>
              <a:path w="2722879" h="1739900">
                <a:moveTo>
                  <a:pt x="2672448" y="1612900"/>
                </a:moveTo>
                <a:lnTo>
                  <a:pt x="2658008" y="1612900"/>
                </a:lnTo>
                <a:lnTo>
                  <a:pt x="2661970" y="1600200"/>
                </a:lnTo>
                <a:lnTo>
                  <a:pt x="2676359" y="1600200"/>
                </a:lnTo>
                <a:lnTo>
                  <a:pt x="2672448" y="1612900"/>
                </a:lnTo>
                <a:close/>
              </a:path>
              <a:path w="2722879" h="1739900">
                <a:moveTo>
                  <a:pt x="86207" y="1638300"/>
                </a:moveTo>
                <a:lnTo>
                  <a:pt x="67424" y="1638300"/>
                </a:lnTo>
                <a:lnTo>
                  <a:pt x="58686" y="1625600"/>
                </a:lnTo>
                <a:lnTo>
                  <a:pt x="54483" y="1612900"/>
                </a:lnTo>
                <a:lnTo>
                  <a:pt x="68745" y="1612900"/>
                </a:lnTo>
                <a:lnTo>
                  <a:pt x="77317" y="1625600"/>
                </a:lnTo>
                <a:lnTo>
                  <a:pt x="77127" y="1625600"/>
                </a:lnTo>
                <a:lnTo>
                  <a:pt x="86207" y="1638300"/>
                </a:lnTo>
                <a:close/>
              </a:path>
              <a:path w="2722879" h="1739900">
                <a:moveTo>
                  <a:pt x="2655455" y="1638300"/>
                </a:moveTo>
                <a:lnTo>
                  <a:pt x="2636672" y="1638300"/>
                </a:lnTo>
                <a:lnTo>
                  <a:pt x="2645752" y="1625600"/>
                </a:lnTo>
                <a:lnTo>
                  <a:pt x="2645562" y="1625600"/>
                </a:lnTo>
                <a:lnTo>
                  <a:pt x="2654134" y="1612900"/>
                </a:lnTo>
                <a:lnTo>
                  <a:pt x="2668397" y="1612900"/>
                </a:lnTo>
                <a:lnTo>
                  <a:pt x="2664193" y="1625600"/>
                </a:lnTo>
                <a:lnTo>
                  <a:pt x="2655455" y="1638300"/>
                </a:lnTo>
                <a:close/>
              </a:path>
              <a:path w="2722879" h="1739900">
                <a:moveTo>
                  <a:pt x="126326" y="1676400"/>
                </a:moveTo>
                <a:lnTo>
                  <a:pt x="107454" y="1676400"/>
                </a:lnTo>
                <a:lnTo>
                  <a:pt x="96735" y="1663700"/>
                </a:lnTo>
                <a:lnTo>
                  <a:pt x="86487" y="1651000"/>
                </a:lnTo>
                <a:lnTo>
                  <a:pt x="76708" y="1638300"/>
                </a:lnTo>
                <a:lnTo>
                  <a:pt x="95351" y="1638300"/>
                </a:lnTo>
                <a:lnTo>
                  <a:pt x="105397" y="1651000"/>
                </a:lnTo>
                <a:lnTo>
                  <a:pt x="105168" y="1651000"/>
                </a:lnTo>
                <a:lnTo>
                  <a:pt x="115646" y="1663700"/>
                </a:lnTo>
                <a:lnTo>
                  <a:pt x="115417" y="1663700"/>
                </a:lnTo>
                <a:lnTo>
                  <a:pt x="126326" y="1676400"/>
                </a:lnTo>
                <a:close/>
              </a:path>
              <a:path w="2722879" h="1739900">
                <a:moveTo>
                  <a:pt x="2615425" y="1676400"/>
                </a:moveTo>
                <a:lnTo>
                  <a:pt x="2596553" y="1676400"/>
                </a:lnTo>
                <a:lnTo>
                  <a:pt x="2607462" y="1663700"/>
                </a:lnTo>
                <a:lnTo>
                  <a:pt x="2607233" y="1663700"/>
                </a:lnTo>
                <a:lnTo>
                  <a:pt x="2617711" y="1651000"/>
                </a:lnTo>
                <a:lnTo>
                  <a:pt x="2617482" y="1651000"/>
                </a:lnTo>
                <a:lnTo>
                  <a:pt x="2627528" y="1638300"/>
                </a:lnTo>
                <a:lnTo>
                  <a:pt x="2646172" y="1638300"/>
                </a:lnTo>
                <a:lnTo>
                  <a:pt x="2636393" y="1651000"/>
                </a:lnTo>
                <a:lnTo>
                  <a:pt x="2626144" y="1663700"/>
                </a:lnTo>
                <a:lnTo>
                  <a:pt x="2615425" y="1676400"/>
                </a:lnTo>
                <a:close/>
              </a:path>
              <a:path w="2722879" h="1739900">
                <a:moveTo>
                  <a:pt x="148818" y="1689100"/>
                </a:moveTo>
                <a:lnTo>
                  <a:pt x="124345" y="1689100"/>
                </a:lnTo>
                <a:lnTo>
                  <a:pt x="118579" y="1676400"/>
                </a:lnTo>
                <a:lnTo>
                  <a:pt x="142913" y="1676400"/>
                </a:lnTo>
                <a:lnTo>
                  <a:pt x="148818" y="1689100"/>
                </a:lnTo>
                <a:close/>
              </a:path>
              <a:path w="2722879" h="1739900">
                <a:moveTo>
                  <a:pt x="2598534" y="1689100"/>
                </a:moveTo>
                <a:lnTo>
                  <a:pt x="2574061" y="1689100"/>
                </a:lnTo>
                <a:lnTo>
                  <a:pt x="2579966" y="1676400"/>
                </a:lnTo>
                <a:lnTo>
                  <a:pt x="2604300" y="1676400"/>
                </a:lnTo>
                <a:lnTo>
                  <a:pt x="2598534" y="1689100"/>
                </a:lnTo>
                <a:close/>
              </a:path>
              <a:path w="2722879" h="1739900">
                <a:moveTo>
                  <a:pt x="166712" y="1701800"/>
                </a:moveTo>
                <a:lnTo>
                  <a:pt x="142163" y="1701800"/>
                </a:lnTo>
                <a:lnTo>
                  <a:pt x="136118" y="1689100"/>
                </a:lnTo>
                <a:lnTo>
                  <a:pt x="160527" y="1689100"/>
                </a:lnTo>
                <a:lnTo>
                  <a:pt x="166712" y="1701800"/>
                </a:lnTo>
                <a:close/>
              </a:path>
              <a:path w="2722879" h="1739900">
                <a:moveTo>
                  <a:pt x="2580716" y="1701800"/>
                </a:moveTo>
                <a:lnTo>
                  <a:pt x="2556167" y="1701800"/>
                </a:lnTo>
                <a:lnTo>
                  <a:pt x="2562352" y="1689100"/>
                </a:lnTo>
                <a:lnTo>
                  <a:pt x="2586761" y="1689100"/>
                </a:lnTo>
                <a:lnTo>
                  <a:pt x="2580716" y="1701800"/>
                </a:lnTo>
                <a:close/>
              </a:path>
              <a:path w="2722879" h="1739900">
                <a:moveTo>
                  <a:pt x="198196" y="1714500"/>
                </a:moveTo>
                <a:lnTo>
                  <a:pt x="167259" y="1714500"/>
                </a:lnTo>
                <a:lnTo>
                  <a:pt x="160845" y="1701800"/>
                </a:lnTo>
                <a:lnTo>
                  <a:pt x="191592" y="1701800"/>
                </a:lnTo>
                <a:lnTo>
                  <a:pt x="198196" y="1714500"/>
                </a:lnTo>
                <a:close/>
              </a:path>
              <a:path w="2722879" h="1739900">
                <a:moveTo>
                  <a:pt x="2555621" y="1714500"/>
                </a:moveTo>
                <a:lnTo>
                  <a:pt x="2524683" y="1714500"/>
                </a:lnTo>
                <a:lnTo>
                  <a:pt x="2531287" y="1701800"/>
                </a:lnTo>
                <a:lnTo>
                  <a:pt x="2562034" y="1701800"/>
                </a:lnTo>
                <a:lnTo>
                  <a:pt x="2555621" y="1714500"/>
                </a:lnTo>
                <a:close/>
              </a:path>
              <a:path w="2722879" h="1739900">
                <a:moveTo>
                  <a:pt x="238404" y="1727200"/>
                </a:moveTo>
                <a:lnTo>
                  <a:pt x="193751" y="1727200"/>
                </a:lnTo>
                <a:lnTo>
                  <a:pt x="187007" y="1714500"/>
                </a:lnTo>
                <a:lnTo>
                  <a:pt x="231381" y="1714500"/>
                </a:lnTo>
                <a:lnTo>
                  <a:pt x="238404" y="1727200"/>
                </a:lnTo>
                <a:close/>
              </a:path>
              <a:path w="2722879" h="1739900">
                <a:moveTo>
                  <a:pt x="2529128" y="1727200"/>
                </a:moveTo>
                <a:lnTo>
                  <a:pt x="2484475" y="1727200"/>
                </a:lnTo>
                <a:lnTo>
                  <a:pt x="2491498" y="1714500"/>
                </a:lnTo>
                <a:lnTo>
                  <a:pt x="2535872" y="1714500"/>
                </a:lnTo>
                <a:lnTo>
                  <a:pt x="2529128" y="1727200"/>
                </a:lnTo>
                <a:close/>
              </a:path>
              <a:path w="2722879" h="1739900">
                <a:moveTo>
                  <a:pt x="2487104" y="1739900"/>
                </a:moveTo>
                <a:lnTo>
                  <a:pt x="235775" y="1739900"/>
                </a:lnTo>
                <a:lnTo>
                  <a:pt x="228600" y="1727200"/>
                </a:lnTo>
                <a:lnTo>
                  <a:pt x="2494279" y="1727200"/>
                </a:lnTo>
                <a:lnTo>
                  <a:pt x="2487104" y="17399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375940" y="4638840"/>
            <a:ext cx="207898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EC7C30"/>
                </a:solidFill>
                <a:latin typeface="Times New Roman"/>
                <a:cs typeface="Times New Roman"/>
              </a:rPr>
              <a:t>Generation</a:t>
            </a:r>
            <a:r>
              <a:rPr sz="2000" b="1" spc="-4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EC7C30"/>
                </a:solidFill>
                <a:latin typeface="Times New Roman"/>
                <a:cs typeface="Times New Roman"/>
              </a:rPr>
              <a:t>choice: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75940" y="4943640"/>
            <a:ext cx="960119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5"/>
              </a:spcBef>
              <a:buChar char="•"/>
              <a:tabLst>
                <a:tab pos="297815" algn="l"/>
              </a:tabLst>
            </a:pPr>
            <a:r>
              <a:rPr sz="2000" spc="-25" dirty="0">
                <a:latin typeface="Times New Roman"/>
                <a:cs typeface="Times New Roman"/>
              </a:rPr>
              <a:t>GPT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Llama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25" dirty="0">
                <a:latin typeface="Times New Roman"/>
                <a:cs typeface="Times New Roman"/>
              </a:rPr>
              <a:t>T5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......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698740" y="5277370"/>
            <a:ext cx="1360170" cy="114300"/>
          </a:xfrm>
          <a:custGeom>
            <a:avLst/>
            <a:gdLst/>
            <a:ahLst/>
            <a:cxnLst/>
            <a:rect l="l" t="t" r="r" b="b"/>
            <a:pathLst>
              <a:path w="1360170" h="114300">
                <a:moveTo>
                  <a:pt x="102679" y="114173"/>
                </a:moveTo>
                <a:lnTo>
                  <a:pt x="100025" y="114160"/>
                </a:lnTo>
                <a:lnTo>
                  <a:pt x="97421" y="113601"/>
                </a:lnTo>
                <a:lnTo>
                  <a:pt x="95008" y="112509"/>
                </a:lnTo>
                <a:lnTo>
                  <a:pt x="0" y="57086"/>
                </a:lnTo>
                <a:lnTo>
                  <a:pt x="95008" y="1663"/>
                </a:lnTo>
                <a:lnTo>
                  <a:pt x="97421" y="584"/>
                </a:lnTo>
                <a:lnTo>
                  <a:pt x="100025" y="12"/>
                </a:lnTo>
                <a:lnTo>
                  <a:pt x="102739" y="12"/>
                </a:lnTo>
                <a:lnTo>
                  <a:pt x="114109" y="12585"/>
                </a:lnTo>
                <a:lnTo>
                  <a:pt x="113842" y="15227"/>
                </a:lnTo>
                <a:lnTo>
                  <a:pt x="72179" y="44386"/>
                </a:lnTo>
                <a:lnTo>
                  <a:pt x="25209" y="44386"/>
                </a:lnTo>
                <a:lnTo>
                  <a:pt x="25209" y="69786"/>
                </a:lnTo>
                <a:lnTo>
                  <a:pt x="72179" y="69786"/>
                </a:lnTo>
                <a:lnTo>
                  <a:pt x="107797" y="90563"/>
                </a:lnTo>
                <a:lnTo>
                  <a:pt x="114109" y="101600"/>
                </a:lnTo>
                <a:lnTo>
                  <a:pt x="113817" y="104228"/>
                </a:lnTo>
                <a:lnTo>
                  <a:pt x="105270" y="113639"/>
                </a:lnTo>
                <a:lnTo>
                  <a:pt x="102679" y="114173"/>
                </a:lnTo>
                <a:close/>
              </a:path>
              <a:path w="1360170" h="114300">
                <a:moveTo>
                  <a:pt x="1309749" y="57086"/>
                </a:moveTo>
                <a:lnTo>
                  <a:pt x="1252359" y="23609"/>
                </a:lnTo>
                <a:lnTo>
                  <a:pt x="1246060" y="12585"/>
                </a:lnTo>
                <a:lnTo>
                  <a:pt x="1246352" y="9944"/>
                </a:lnTo>
                <a:lnTo>
                  <a:pt x="1257490" y="0"/>
                </a:lnTo>
                <a:lnTo>
                  <a:pt x="1260144" y="12"/>
                </a:lnTo>
                <a:lnTo>
                  <a:pt x="1262748" y="584"/>
                </a:lnTo>
                <a:lnTo>
                  <a:pt x="1265161" y="1663"/>
                </a:lnTo>
                <a:lnTo>
                  <a:pt x="1338398" y="44386"/>
                </a:lnTo>
                <a:lnTo>
                  <a:pt x="1334960" y="44386"/>
                </a:lnTo>
                <a:lnTo>
                  <a:pt x="1334960" y="46113"/>
                </a:lnTo>
                <a:lnTo>
                  <a:pt x="1328559" y="46113"/>
                </a:lnTo>
                <a:lnTo>
                  <a:pt x="1309749" y="57086"/>
                </a:lnTo>
                <a:close/>
              </a:path>
              <a:path w="1360170" h="114300">
                <a:moveTo>
                  <a:pt x="72179" y="69786"/>
                </a:moveTo>
                <a:lnTo>
                  <a:pt x="25209" y="69786"/>
                </a:lnTo>
                <a:lnTo>
                  <a:pt x="25209" y="44386"/>
                </a:lnTo>
                <a:lnTo>
                  <a:pt x="72179" y="44386"/>
                </a:lnTo>
                <a:lnTo>
                  <a:pt x="69218" y="46113"/>
                </a:lnTo>
                <a:lnTo>
                  <a:pt x="31597" y="46113"/>
                </a:lnTo>
                <a:lnTo>
                  <a:pt x="31597" y="68059"/>
                </a:lnTo>
                <a:lnTo>
                  <a:pt x="69218" y="68059"/>
                </a:lnTo>
                <a:lnTo>
                  <a:pt x="72179" y="69786"/>
                </a:lnTo>
                <a:close/>
              </a:path>
              <a:path w="1360170" h="114300">
                <a:moveTo>
                  <a:pt x="1287977" y="69786"/>
                </a:moveTo>
                <a:lnTo>
                  <a:pt x="72179" y="69786"/>
                </a:lnTo>
                <a:lnTo>
                  <a:pt x="50408" y="57086"/>
                </a:lnTo>
                <a:lnTo>
                  <a:pt x="72179" y="44386"/>
                </a:lnTo>
                <a:lnTo>
                  <a:pt x="1287977" y="44386"/>
                </a:lnTo>
                <a:lnTo>
                  <a:pt x="1309749" y="57086"/>
                </a:lnTo>
                <a:lnTo>
                  <a:pt x="1287977" y="69786"/>
                </a:lnTo>
                <a:close/>
              </a:path>
              <a:path w="1360170" h="114300">
                <a:moveTo>
                  <a:pt x="1338398" y="69786"/>
                </a:moveTo>
                <a:lnTo>
                  <a:pt x="1334960" y="69786"/>
                </a:lnTo>
                <a:lnTo>
                  <a:pt x="1334960" y="44386"/>
                </a:lnTo>
                <a:lnTo>
                  <a:pt x="1338398" y="44386"/>
                </a:lnTo>
                <a:lnTo>
                  <a:pt x="1360169" y="57086"/>
                </a:lnTo>
                <a:lnTo>
                  <a:pt x="1338398" y="69786"/>
                </a:lnTo>
                <a:close/>
              </a:path>
              <a:path w="1360170" h="114300">
                <a:moveTo>
                  <a:pt x="31597" y="68059"/>
                </a:moveTo>
                <a:lnTo>
                  <a:pt x="31597" y="46113"/>
                </a:lnTo>
                <a:lnTo>
                  <a:pt x="50408" y="57086"/>
                </a:lnTo>
                <a:lnTo>
                  <a:pt x="31597" y="68059"/>
                </a:lnTo>
                <a:close/>
              </a:path>
              <a:path w="1360170" h="114300">
                <a:moveTo>
                  <a:pt x="50408" y="57086"/>
                </a:moveTo>
                <a:lnTo>
                  <a:pt x="31597" y="46113"/>
                </a:lnTo>
                <a:lnTo>
                  <a:pt x="69218" y="46113"/>
                </a:lnTo>
                <a:lnTo>
                  <a:pt x="50408" y="57086"/>
                </a:lnTo>
                <a:close/>
              </a:path>
              <a:path w="1360170" h="114300">
                <a:moveTo>
                  <a:pt x="1328559" y="68059"/>
                </a:moveTo>
                <a:lnTo>
                  <a:pt x="1309749" y="57086"/>
                </a:lnTo>
                <a:lnTo>
                  <a:pt x="1328559" y="46113"/>
                </a:lnTo>
                <a:lnTo>
                  <a:pt x="1328559" y="68059"/>
                </a:lnTo>
                <a:close/>
              </a:path>
              <a:path w="1360170" h="114300">
                <a:moveTo>
                  <a:pt x="1334960" y="68059"/>
                </a:moveTo>
                <a:lnTo>
                  <a:pt x="1328559" y="68059"/>
                </a:lnTo>
                <a:lnTo>
                  <a:pt x="1328559" y="46113"/>
                </a:lnTo>
                <a:lnTo>
                  <a:pt x="1334960" y="46113"/>
                </a:lnTo>
                <a:lnTo>
                  <a:pt x="1334960" y="68059"/>
                </a:lnTo>
                <a:close/>
              </a:path>
              <a:path w="1360170" h="114300">
                <a:moveTo>
                  <a:pt x="69218" y="68059"/>
                </a:moveTo>
                <a:lnTo>
                  <a:pt x="31597" y="68059"/>
                </a:lnTo>
                <a:lnTo>
                  <a:pt x="50408" y="57086"/>
                </a:lnTo>
                <a:lnTo>
                  <a:pt x="69218" y="68059"/>
                </a:lnTo>
                <a:close/>
              </a:path>
              <a:path w="1360170" h="114300">
                <a:moveTo>
                  <a:pt x="1257490" y="114173"/>
                </a:moveTo>
                <a:lnTo>
                  <a:pt x="1246060" y="101600"/>
                </a:lnTo>
                <a:lnTo>
                  <a:pt x="1246327" y="98958"/>
                </a:lnTo>
                <a:lnTo>
                  <a:pt x="1309749" y="57086"/>
                </a:lnTo>
                <a:lnTo>
                  <a:pt x="1328559" y="68059"/>
                </a:lnTo>
                <a:lnTo>
                  <a:pt x="1334960" y="68059"/>
                </a:lnTo>
                <a:lnTo>
                  <a:pt x="1334960" y="69786"/>
                </a:lnTo>
                <a:lnTo>
                  <a:pt x="1338398" y="69786"/>
                </a:lnTo>
                <a:lnTo>
                  <a:pt x="1265049" y="112560"/>
                </a:lnTo>
                <a:lnTo>
                  <a:pt x="1262748" y="113601"/>
                </a:lnTo>
                <a:lnTo>
                  <a:pt x="1260144" y="114160"/>
                </a:lnTo>
                <a:lnTo>
                  <a:pt x="1257490" y="11417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98740" y="5457710"/>
            <a:ext cx="1360170" cy="114300"/>
          </a:xfrm>
          <a:custGeom>
            <a:avLst/>
            <a:gdLst/>
            <a:ahLst/>
            <a:cxnLst/>
            <a:rect l="l" t="t" r="r" b="b"/>
            <a:pathLst>
              <a:path w="1360170" h="114300">
                <a:moveTo>
                  <a:pt x="102679" y="114173"/>
                </a:moveTo>
                <a:lnTo>
                  <a:pt x="100025" y="114160"/>
                </a:lnTo>
                <a:lnTo>
                  <a:pt x="97421" y="113601"/>
                </a:lnTo>
                <a:lnTo>
                  <a:pt x="95008" y="112509"/>
                </a:lnTo>
                <a:lnTo>
                  <a:pt x="0" y="57086"/>
                </a:lnTo>
                <a:lnTo>
                  <a:pt x="95008" y="1663"/>
                </a:lnTo>
                <a:lnTo>
                  <a:pt x="97421" y="584"/>
                </a:lnTo>
                <a:lnTo>
                  <a:pt x="100025" y="12"/>
                </a:lnTo>
                <a:lnTo>
                  <a:pt x="102679" y="0"/>
                </a:lnTo>
                <a:lnTo>
                  <a:pt x="105270" y="546"/>
                </a:lnTo>
                <a:lnTo>
                  <a:pt x="114109" y="12585"/>
                </a:lnTo>
                <a:lnTo>
                  <a:pt x="113842" y="15227"/>
                </a:lnTo>
                <a:lnTo>
                  <a:pt x="72179" y="44386"/>
                </a:lnTo>
                <a:lnTo>
                  <a:pt x="25209" y="44386"/>
                </a:lnTo>
                <a:lnTo>
                  <a:pt x="25209" y="69786"/>
                </a:lnTo>
                <a:lnTo>
                  <a:pt x="72179" y="69786"/>
                </a:lnTo>
                <a:lnTo>
                  <a:pt x="107797" y="90563"/>
                </a:lnTo>
                <a:lnTo>
                  <a:pt x="114109" y="101600"/>
                </a:lnTo>
                <a:lnTo>
                  <a:pt x="113817" y="104228"/>
                </a:lnTo>
                <a:lnTo>
                  <a:pt x="105270" y="113639"/>
                </a:lnTo>
                <a:lnTo>
                  <a:pt x="102679" y="114173"/>
                </a:lnTo>
                <a:close/>
              </a:path>
              <a:path w="1360170" h="114300">
                <a:moveTo>
                  <a:pt x="1309749" y="57086"/>
                </a:moveTo>
                <a:lnTo>
                  <a:pt x="1252359" y="23609"/>
                </a:lnTo>
                <a:lnTo>
                  <a:pt x="1246060" y="12585"/>
                </a:lnTo>
                <a:lnTo>
                  <a:pt x="1246352" y="9944"/>
                </a:lnTo>
                <a:lnTo>
                  <a:pt x="1257490" y="0"/>
                </a:lnTo>
                <a:lnTo>
                  <a:pt x="1260144" y="12"/>
                </a:lnTo>
                <a:lnTo>
                  <a:pt x="1262748" y="584"/>
                </a:lnTo>
                <a:lnTo>
                  <a:pt x="1265161" y="1663"/>
                </a:lnTo>
                <a:lnTo>
                  <a:pt x="1338398" y="44386"/>
                </a:lnTo>
                <a:lnTo>
                  <a:pt x="1334960" y="44386"/>
                </a:lnTo>
                <a:lnTo>
                  <a:pt x="1334960" y="46113"/>
                </a:lnTo>
                <a:lnTo>
                  <a:pt x="1328559" y="46113"/>
                </a:lnTo>
                <a:lnTo>
                  <a:pt x="1309749" y="57086"/>
                </a:lnTo>
                <a:close/>
              </a:path>
              <a:path w="1360170" h="114300">
                <a:moveTo>
                  <a:pt x="72179" y="69786"/>
                </a:moveTo>
                <a:lnTo>
                  <a:pt x="25209" y="69786"/>
                </a:lnTo>
                <a:lnTo>
                  <a:pt x="25209" y="44386"/>
                </a:lnTo>
                <a:lnTo>
                  <a:pt x="72179" y="44386"/>
                </a:lnTo>
                <a:lnTo>
                  <a:pt x="69218" y="46113"/>
                </a:lnTo>
                <a:lnTo>
                  <a:pt x="31597" y="46113"/>
                </a:lnTo>
                <a:lnTo>
                  <a:pt x="31597" y="68059"/>
                </a:lnTo>
                <a:lnTo>
                  <a:pt x="69218" y="68059"/>
                </a:lnTo>
                <a:lnTo>
                  <a:pt x="72179" y="69786"/>
                </a:lnTo>
                <a:close/>
              </a:path>
              <a:path w="1360170" h="114300">
                <a:moveTo>
                  <a:pt x="1287977" y="69786"/>
                </a:moveTo>
                <a:lnTo>
                  <a:pt x="72179" y="69786"/>
                </a:lnTo>
                <a:lnTo>
                  <a:pt x="50408" y="57086"/>
                </a:lnTo>
                <a:lnTo>
                  <a:pt x="72179" y="44386"/>
                </a:lnTo>
                <a:lnTo>
                  <a:pt x="1287977" y="44386"/>
                </a:lnTo>
                <a:lnTo>
                  <a:pt x="1309749" y="57086"/>
                </a:lnTo>
                <a:lnTo>
                  <a:pt x="1287977" y="69786"/>
                </a:lnTo>
                <a:close/>
              </a:path>
              <a:path w="1360170" h="114300">
                <a:moveTo>
                  <a:pt x="1338398" y="69786"/>
                </a:moveTo>
                <a:lnTo>
                  <a:pt x="1334960" y="69786"/>
                </a:lnTo>
                <a:lnTo>
                  <a:pt x="1334960" y="44386"/>
                </a:lnTo>
                <a:lnTo>
                  <a:pt x="1338398" y="44386"/>
                </a:lnTo>
                <a:lnTo>
                  <a:pt x="1360169" y="57086"/>
                </a:lnTo>
                <a:lnTo>
                  <a:pt x="1338398" y="69786"/>
                </a:lnTo>
                <a:close/>
              </a:path>
              <a:path w="1360170" h="114300">
                <a:moveTo>
                  <a:pt x="31597" y="68059"/>
                </a:moveTo>
                <a:lnTo>
                  <a:pt x="31597" y="46113"/>
                </a:lnTo>
                <a:lnTo>
                  <a:pt x="50408" y="57086"/>
                </a:lnTo>
                <a:lnTo>
                  <a:pt x="31597" y="68059"/>
                </a:lnTo>
                <a:close/>
              </a:path>
              <a:path w="1360170" h="114300">
                <a:moveTo>
                  <a:pt x="50408" y="57086"/>
                </a:moveTo>
                <a:lnTo>
                  <a:pt x="31597" y="46113"/>
                </a:lnTo>
                <a:lnTo>
                  <a:pt x="69218" y="46113"/>
                </a:lnTo>
                <a:lnTo>
                  <a:pt x="50408" y="57086"/>
                </a:lnTo>
                <a:close/>
              </a:path>
              <a:path w="1360170" h="114300">
                <a:moveTo>
                  <a:pt x="1328559" y="68059"/>
                </a:moveTo>
                <a:lnTo>
                  <a:pt x="1309749" y="57086"/>
                </a:lnTo>
                <a:lnTo>
                  <a:pt x="1328559" y="46113"/>
                </a:lnTo>
                <a:lnTo>
                  <a:pt x="1328559" y="68059"/>
                </a:lnTo>
                <a:close/>
              </a:path>
              <a:path w="1360170" h="114300">
                <a:moveTo>
                  <a:pt x="1334960" y="68059"/>
                </a:moveTo>
                <a:lnTo>
                  <a:pt x="1328559" y="68059"/>
                </a:lnTo>
                <a:lnTo>
                  <a:pt x="1328559" y="46113"/>
                </a:lnTo>
                <a:lnTo>
                  <a:pt x="1334960" y="46113"/>
                </a:lnTo>
                <a:lnTo>
                  <a:pt x="1334960" y="68059"/>
                </a:lnTo>
                <a:close/>
              </a:path>
              <a:path w="1360170" h="114300">
                <a:moveTo>
                  <a:pt x="69218" y="68059"/>
                </a:moveTo>
                <a:lnTo>
                  <a:pt x="31597" y="68059"/>
                </a:lnTo>
                <a:lnTo>
                  <a:pt x="50408" y="57086"/>
                </a:lnTo>
                <a:lnTo>
                  <a:pt x="69218" y="68059"/>
                </a:lnTo>
                <a:close/>
              </a:path>
              <a:path w="1360170" h="114300">
                <a:moveTo>
                  <a:pt x="1257490" y="114173"/>
                </a:moveTo>
                <a:lnTo>
                  <a:pt x="1246060" y="101600"/>
                </a:lnTo>
                <a:lnTo>
                  <a:pt x="1246327" y="98958"/>
                </a:lnTo>
                <a:lnTo>
                  <a:pt x="1309749" y="57086"/>
                </a:lnTo>
                <a:lnTo>
                  <a:pt x="1328559" y="68059"/>
                </a:lnTo>
                <a:lnTo>
                  <a:pt x="1334960" y="68059"/>
                </a:lnTo>
                <a:lnTo>
                  <a:pt x="1334960" y="69786"/>
                </a:lnTo>
                <a:lnTo>
                  <a:pt x="1338398" y="69786"/>
                </a:lnTo>
                <a:lnTo>
                  <a:pt x="1265049" y="112560"/>
                </a:lnTo>
                <a:lnTo>
                  <a:pt x="1262748" y="113601"/>
                </a:lnTo>
                <a:lnTo>
                  <a:pt x="1260144" y="114160"/>
                </a:lnTo>
                <a:lnTo>
                  <a:pt x="1257490" y="11417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620634" y="4626609"/>
            <a:ext cx="1282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Model Collaboration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24444" y="5715000"/>
            <a:ext cx="939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Scale selection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174B34D-3972-4E02-B8D0-3582D3AE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4" grpId="0"/>
      <p:bldP spid="25" grpId="0" animBg="1"/>
      <p:bldP spid="26" grpId="0" animBg="1"/>
      <p:bldP spid="27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 animBg="1"/>
      <p:bldP spid="35" grpId="0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553B4-8F66-4B24-A427-509347047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857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</a:pPr>
            <a:r>
              <a:rPr dirty="0"/>
              <a:t>Overview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RAG</a:t>
            </a:r>
            <a:r>
              <a:rPr spc="-20" dirty="0"/>
              <a:t> </a:t>
            </a:r>
            <a:r>
              <a:rPr spc="-10" dirty="0"/>
              <a:t>Development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0493" y="990600"/>
            <a:ext cx="8911012" cy="565644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A8743-FFE9-42F4-9409-0839E3AA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047" y="3898721"/>
            <a:ext cx="3956684" cy="295927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F805990-2937-4096-9CB9-73F40DA4E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0" cy="2908121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GraphRAG</a:t>
            </a:r>
            <a:endParaRPr lang="en-US" dirty="0"/>
          </a:p>
          <a:p>
            <a:pPr lvl="1"/>
            <a:r>
              <a:rPr lang="en-US" dirty="0"/>
              <a:t>Extract entities from the user's input query, then construct a subgraph to form context, and finally feed it into the large model for generation.</a:t>
            </a:r>
          </a:p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Use LLM (or other models) to extract key entities from the question.</a:t>
            </a:r>
          </a:p>
          <a:p>
            <a:pPr lvl="1"/>
            <a:r>
              <a:rPr lang="en-US" dirty="0"/>
              <a:t>Retrieve subgraphs based on entities, delving to a certain depth, such as 2 hops or even more.</a:t>
            </a:r>
          </a:p>
          <a:p>
            <a:pPr lvl="1"/>
            <a:r>
              <a:rPr lang="en-US" dirty="0"/>
              <a:t>Utilize the obtained context to generate answers through LLM.</a:t>
            </a:r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3335" rIns="0" bIns="0" rtlCol="0">
            <a:noAutofit/>
          </a:bodyPr>
          <a:lstStyle/>
          <a:p>
            <a:r>
              <a:rPr lang="en-US" sz="3200" dirty="0"/>
              <a:t>Techniques for Better RAG: KG as a Retrieval Data Source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9A87E6-5786-4553-BE23-13946FDA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2165" y="3922209"/>
            <a:ext cx="5856864" cy="232205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8745" y="1999614"/>
            <a:ext cx="12073255" cy="4284345"/>
            <a:chOff x="118745" y="1999614"/>
            <a:chExt cx="12073255" cy="4284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0472" y="4797551"/>
              <a:ext cx="3081528" cy="14859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8208" y="3241547"/>
              <a:ext cx="2305811" cy="18486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8872" y="2005583"/>
              <a:ext cx="6880859" cy="2703830"/>
            </a:xfrm>
            <a:custGeom>
              <a:avLst/>
              <a:gdLst/>
              <a:ahLst/>
              <a:cxnLst/>
              <a:rect l="l" t="t" r="r" b="b"/>
              <a:pathLst>
                <a:path w="6880859" h="2703829">
                  <a:moveTo>
                    <a:pt x="6880860" y="2016252"/>
                  </a:moveTo>
                  <a:lnTo>
                    <a:pt x="3913632" y="2016252"/>
                  </a:lnTo>
                  <a:lnTo>
                    <a:pt x="1306068" y="2016252"/>
                  </a:lnTo>
                  <a:lnTo>
                    <a:pt x="0" y="2016252"/>
                  </a:lnTo>
                  <a:lnTo>
                    <a:pt x="0" y="2703576"/>
                  </a:lnTo>
                  <a:lnTo>
                    <a:pt x="1306068" y="2703576"/>
                  </a:lnTo>
                  <a:lnTo>
                    <a:pt x="3913632" y="2703576"/>
                  </a:lnTo>
                  <a:lnTo>
                    <a:pt x="6880860" y="2703576"/>
                  </a:lnTo>
                  <a:lnTo>
                    <a:pt x="6880860" y="2016252"/>
                  </a:lnTo>
                  <a:close/>
                </a:path>
                <a:path w="6880859" h="2703829">
                  <a:moveTo>
                    <a:pt x="6880860" y="0"/>
                  </a:moveTo>
                  <a:lnTo>
                    <a:pt x="3913632" y="0"/>
                  </a:lnTo>
                  <a:lnTo>
                    <a:pt x="1306068" y="0"/>
                  </a:lnTo>
                  <a:lnTo>
                    <a:pt x="0" y="0"/>
                  </a:lnTo>
                  <a:lnTo>
                    <a:pt x="0" y="1328928"/>
                  </a:lnTo>
                  <a:lnTo>
                    <a:pt x="1306068" y="1328928"/>
                  </a:lnTo>
                  <a:lnTo>
                    <a:pt x="3913632" y="1328928"/>
                  </a:lnTo>
                  <a:lnTo>
                    <a:pt x="6880860" y="1328928"/>
                  </a:lnTo>
                  <a:lnTo>
                    <a:pt x="6880860" y="0"/>
                  </a:lnTo>
                  <a:close/>
                </a:path>
              </a:pathLst>
            </a:custGeom>
            <a:solidFill>
              <a:srgbClr val="4471C4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45" y="1999614"/>
              <a:ext cx="6880225" cy="3550920"/>
            </a:xfrm>
            <a:custGeom>
              <a:avLst/>
              <a:gdLst/>
              <a:ahLst/>
              <a:cxnLst/>
              <a:rect l="l" t="t" r="r" b="b"/>
              <a:pathLst>
                <a:path w="6880225" h="3550920">
                  <a:moveTo>
                    <a:pt x="6880225" y="3538220"/>
                  </a:moveTo>
                  <a:lnTo>
                    <a:pt x="0" y="3538220"/>
                  </a:lnTo>
                  <a:lnTo>
                    <a:pt x="0" y="3550920"/>
                  </a:lnTo>
                  <a:lnTo>
                    <a:pt x="6880225" y="3550920"/>
                  </a:lnTo>
                  <a:lnTo>
                    <a:pt x="6880225" y="3538220"/>
                  </a:lnTo>
                  <a:close/>
                </a:path>
                <a:path w="6880225" h="3550920">
                  <a:moveTo>
                    <a:pt x="6880225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6880225" y="12700"/>
                  </a:lnTo>
                  <a:lnTo>
                    <a:pt x="68802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564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105"/>
              </a:spcBef>
            </a:pPr>
            <a:r>
              <a:rPr dirty="0"/>
              <a:t>Existing</a:t>
            </a:r>
            <a:r>
              <a:rPr spc="-35" dirty="0"/>
              <a:t> </a:t>
            </a:r>
            <a:r>
              <a:rPr dirty="0"/>
              <a:t>Tech</a:t>
            </a:r>
            <a:r>
              <a:rPr spc="-25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for</a:t>
            </a:r>
            <a:r>
              <a:rPr spc="-25" dirty="0"/>
              <a:t> RAG</a:t>
            </a:r>
          </a:p>
        </p:txBody>
      </p:sp>
      <p:sp>
        <p:nvSpPr>
          <p:cNvPr id="8" name="object 8"/>
          <p:cNvSpPr/>
          <p:nvPr/>
        </p:nvSpPr>
        <p:spPr>
          <a:xfrm>
            <a:off x="118745" y="1495425"/>
            <a:ext cx="6880225" cy="12700"/>
          </a:xfrm>
          <a:custGeom>
            <a:avLst/>
            <a:gdLst/>
            <a:ahLst/>
            <a:cxnLst/>
            <a:rect l="l" t="t" r="r" b="b"/>
            <a:pathLst>
              <a:path w="6880225" h="12700">
                <a:moveTo>
                  <a:pt x="6880225" y="12700"/>
                </a:moveTo>
                <a:lnTo>
                  <a:pt x="0" y="12700"/>
                </a:lnTo>
                <a:lnTo>
                  <a:pt x="0" y="0"/>
                </a:lnTo>
                <a:lnTo>
                  <a:pt x="6880225" y="0"/>
                </a:lnTo>
                <a:lnTo>
                  <a:pt x="6880225" y="127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3075" y="1590675"/>
            <a:ext cx="59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imes New Roman"/>
                <a:cs typeface="Times New Roman"/>
              </a:rPr>
              <a:t>Name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3645" y="1590675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imes New Roman"/>
                <a:cs typeface="Times New Roman"/>
              </a:rPr>
              <a:t>Pros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55259" y="1590675"/>
            <a:ext cx="5213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imes New Roman"/>
                <a:cs typeface="Times New Roman"/>
              </a:rPr>
              <a:t>Cons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675" y="2524125"/>
            <a:ext cx="91503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LangChain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9275" y="2524125"/>
            <a:ext cx="1831339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EC7C30"/>
                </a:solidFill>
                <a:latin typeface="Times New Roman"/>
                <a:cs typeface="Times New Roman"/>
              </a:rPr>
              <a:t>Modular,</a:t>
            </a:r>
            <a:r>
              <a:rPr sz="1600" spc="-3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EC7C30"/>
                </a:solidFill>
                <a:latin typeface="Times New Roman"/>
                <a:cs typeface="Times New Roman"/>
              </a:rPr>
              <a:t>full-featured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0209" y="2402205"/>
            <a:ext cx="2603500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Inconsistent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behavior</a:t>
            </a:r>
            <a:r>
              <a:rPr sz="1600" spc="-20" dirty="0">
                <a:latin typeface="Times New Roman"/>
                <a:cs typeface="Times New Roman"/>
              </a:rPr>
              <a:t>,</a:t>
            </a:r>
            <a:r>
              <a:rPr lang="en-US" sz="1600" spc="-2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API </a:t>
            </a:r>
            <a:r>
              <a:rPr sz="1600" dirty="0">
                <a:latin typeface="Times New Roman"/>
                <a:cs typeface="Times New Roman"/>
              </a:rPr>
              <a:t>conceals </a:t>
            </a:r>
            <a:r>
              <a:rPr sz="1600" spc="-10" dirty="0">
                <a:latin typeface="Times New Roman"/>
                <a:cs typeface="Times New Roman"/>
              </a:rPr>
              <a:t>details,</a:t>
            </a:r>
            <a:r>
              <a:rPr lang="en-US" sz="1600" spc="-10" dirty="0"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EC7C30"/>
                </a:solidFill>
                <a:latin typeface="Times New Roman"/>
                <a:cs typeface="Times New Roman"/>
              </a:rPr>
              <a:t>complexity</a:t>
            </a:r>
            <a:r>
              <a:rPr sz="1600" spc="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EC7C30"/>
                </a:solidFill>
                <a:latin typeface="Times New Roman"/>
                <a:cs typeface="Times New Roman"/>
              </a:rPr>
              <a:t>and </a:t>
            </a:r>
            <a:r>
              <a:rPr sz="1600" dirty="0">
                <a:solidFill>
                  <a:srgbClr val="EC7C30"/>
                </a:solidFill>
                <a:latin typeface="Times New Roman"/>
                <a:cs typeface="Times New Roman"/>
              </a:rPr>
              <a:t>low</a:t>
            </a:r>
            <a:r>
              <a:rPr sz="1600" spc="-2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EC7C30"/>
                </a:solidFill>
                <a:latin typeface="Times New Roman"/>
                <a:cs typeface="Times New Roman"/>
              </a:rPr>
              <a:t>flexibility.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7970" y="3532504"/>
            <a:ext cx="100711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LlamaIndex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06295" y="3532504"/>
            <a:ext cx="12446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Focus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25" dirty="0">
                <a:latin typeface="Times New Roman"/>
                <a:cs typeface="Times New Roman"/>
              </a:rPr>
              <a:t> RAG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3704" y="3410584"/>
            <a:ext cx="25431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6275" marR="5080" indent="-66357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Requires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combination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EC7C30"/>
                </a:solidFill>
                <a:latin typeface="Times New Roman"/>
                <a:cs typeface="Times New Roman"/>
              </a:rPr>
              <a:t>low </a:t>
            </a:r>
            <a:r>
              <a:rPr sz="1600" spc="-10" dirty="0">
                <a:solidFill>
                  <a:srgbClr val="EC7C30"/>
                </a:solidFill>
                <a:latin typeface="Times New Roman"/>
                <a:cs typeface="Times New Roman"/>
              </a:rPr>
              <a:t>customization.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2265" y="4219575"/>
            <a:ext cx="871219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FlowiseAI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17650" y="4097654"/>
            <a:ext cx="243459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935" marR="5080" indent="-75057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Easy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started,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EC7C30"/>
                </a:solidFill>
                <a:latin typeface="Times New Roman"/>
                <a:cs typeface="Times New Roman"/>
              </a:rPr>
              <a:t>visualized workflows.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45634" y="4097654"/>
            <a:ext cx="21526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5480" marR="5080" indent="-66611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support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EC7C30"/>
                </a:solidFill>
                <a:latin typeface="Times New Roman"/>
                <a:cs typeface="Times New Roman"/>
              </a:rPr>
              <a:t>complex scenarios.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6715" y="4980939"/>
            <a:ext cx="77025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AutoGen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29435" y="4859020"/>
            <a:ext cx="17983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5300" marR="5080" indent="-4826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Adapts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EC7C30"/>
                </a:solidFill>
                <a:latin typeface="Times New Roman"/>
                <a:cs typeface="Times New Roman"/>
              </a:rPr>
              <a:t>multi-agent </a:t>
            </a:r>
            <a:r>
              <a:rPr sz="1600" spc="-10" dirty="0">
                <a:latin typeface="Times New Roman"/>
                <a:cs typeface="Times New Roman"/>
              </a:rPr>
              <a:t>scenarios.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42104" y="4859020"/>
            <a:ext cx="27463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5470" marR="5080" indent="-57277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Low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efficiency,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requires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multiple </a:t>
            </a:r>
            <a:r>
              <a:rPr sz="1600" dirty="0">
                <a:latin typeface="Times New Roman"/>
                <a:cs typeface="Times New Roman"/>
              </a:rPr>
              <a:t>rounds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dialogue.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79512" y="5167274"/>
            <a:ext cx="1130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LlamaIndex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62342" y="2891980"/>
            <a:ext cx="1041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LangChain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84942" y="3141992"/>
            <a:ext cx="990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FlowiseAI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46842" y="6302844"/>
            <a:ext cx="863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AutoGen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26223" y="984503"/>
            <a:ext cx="1723644" cy="194919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11995" y="1501139"/>
            <a:ext cx="3080004" cy="1621536"/>
          </a:xfrm>
          <a:prstGeom prst="rect">
            <a:avLst/>
          </a:prstGeom>
        </p:spPr>
      </p:pic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74357E5-052B-464C-AABF-A0F2E857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4004191-2BA9-482E-B7DA-9E7E39F3C2F0}"/>
</file>

<file path=customXml/itemProps2.xml><?xml version="1.0" encoding="utf-8"?>
<ds:datastoreItem xmlns:ds="http://schemas.openxmlformats.org/officeDocument/2006/customXml" ds:itemID="{969BF737-1C68-4671-AB92-D6979F41839F}"/>
</file>

<file path=customXml/itemProps3.xml><?xml version="1.0" encoding="utf-8"?>
<ds:datastoreItem xmlns:ds="http://schemas.openxmlformats.org/officeDocument/2006/customXml" ds:itemID="{93B40CA9-DA2C-4FC2-B730-5D8A5296D6C8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18074</TotalTime>
  <Words>1083</Words>
  <Application>Microsoft Office PowerPoint</Application>
  <PresentationFormat>Widescreen</PresentationFormat>
  <Paragraphs>245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Courier New</vt:lpstr>
      <vt:lpstr>Microsoft Tai Le</vt:lpstr>
      <vt:lpstr>Times New Roman</vt:lpstr>
      <vt:lpstr>Wingdings</vt:lpstr>
      <vt:lpstr>ZRJUYH+HelveticaNeue-Light</vt:lpstr>
      <vt:lpstr>Main</vt:lpstr>
      <vt:lpstr>Retrieval Augmented Generation (RAG)</vt:lpstr>
      <vt:lpstr>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Sparse Retrieval</vt:lpstr>
      <vt:lpstr>Dense Retriever</vt:lpstr>
      <vt:lpstr>Idea: A vector database</vt:lpstr>
      <vt:lpstr>Evaluation on open-domain QA</vt:lpstr>
      <vt:lpstr>PowerPoint Presentation</vt:lpstr>
      <vt:lpstr>PowerPoint Presentation</vt:lpstr>
      <vt:lpstr>Retrieval-Augmented Generation (RAG)</vt:lpstr>
      <vt:lpstr>Symbolic Knowledge or Parametfic Knowledge</vt:lpstr>
      <vt:lpstr>RAG vs Fine-tuning</vt:lpstr>
      <vt:lpstr>RAG Applications</vt:lpstr>
      <vt:lpstr>RAG Paradigms Shifting</vt:lpstr>
      <vt:lpstr>Naïve RAG</vt:lpstr>
      <vt:lpstr>Advanced RAG</vt:lpstr>
      <vt:lpstr>Modular RAG</vt:lpstr>
      <vt:lpstr>Comparison of RAG Paradigms</vt:lpstr>
      <vt:lpstr>The three key questions of RAG</vt:lpstr>
      <vt:lpstr>Overview of RAG Development</vt:lpstr>
      <vt:lpstr>Techniques for Better RAG: KG as a Retrieval Data Source</vt:lpstr>
      <vt:lpstr>Existing Tech Stack for RAG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Mohammad Javad</cp:lastModifiedBy>
  <cp:revision>366</cp:revision>
  <dcterms:created xsi:type="dcterms:W3CDTF">2021-09-22T08:38:12Z</dcterms:created>
  <dcterms:modified xsi:type="dcterms:W3CDTF">2024-04-16T13:28:09Z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